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18288000" cy="10287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28966" y="3111213"/>
            <a:ext cx="15914103" cy="71081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6163989" y="7840014"/>
            <a:ext cx="2118995" cy="2446655"/>
          </a:xfrm>
          <a:custGeom>
            <a:avLst/>
            <a:gdLst/>
            <a:ahLst/>
            <a:cxnLst/>
            <a:rect l="l" t="t" r="r" b="b"/>
            <a:pathLst>
              <a:path w="2118994" h="2446654">
                <a:moveTo>
                  <a:pt x="708888" y="1121486"/>
                </a:moveTo>
                <a:lnTo>
                  <a:pt x="701497" y="1103185"/>
                </a:lnTo>
                <a:lnTo>
                  <a:pt x="696810" y="1117549"/>
                </a:lnTo>
                <a:lnTo>
                  <a:pt x="708888" y="1121486"/>
                </a:lnTo>
                <a:close/>
              </a:path>
              <a:path w="2118994" h="2446654">
                <a:moveTo>
                  <a:pt x="860196" y="1483829"/>
                </a:moveTo>
                <a:lnTo>
                  <a:pt x="856234" y="1473276"/>
                </a:lnTo>
                <a:lnTo>
                  <a:pt x="852855" y="1466608"/>
                </a:lnTo>
                <a:lnTo>
                  <a:pt x="851141" y="1460500"/>
                </a:lnTo>
                <a:lnTo>
                  <a:pt x="840041" y="1466138"/>
                </a:lnTo>
                <a:lnTo>
                  <a:pt x="838911" y="1463916"/>
                </a:lnTo>
                <a:lnTo>
                  <a:pt x="835571" y="1462824"/>
                </a:lnTo>
                <a:lnTo>
                  <a:pt x="834440" y="1460601"/>
                </a:lnTo>
                <a:lnTo>
                  <a:pt x="829995" y="1462849"/>
                </a:lnTo>
                <a:lnTo>
                  <a:pt x="818870" y="1462913"/>
                </a:lnTo>
                <a:lnTo>
                  <a:pt x="822248" y="1469580"/>
                </a:lnTo>
                <a:lnTo>
                  <a:pt x="827849" y="1475105"/>
                </a:lnTo>
                <a:lnTo>
                  <a:pt x="831227" y="1481772"/>
                </a:lnTo>
                <a:lnTo>
                  <a:pt x="838974" y="1482623"/>
                </a:lnTo>
                <a:lnTo>
                  <a:pt x="860196" y="1483829"/>
                </a:lnTo>
                <a:close/>
              </a:path>
              <a:path w="2118994" h="2446654">
                <a:moveTo>
                  <a:pt x="869543" y="1529461"/>
                </a:moveTo>
                <a:lnTo>
                  <a:pt x="868476" y="1529397"/>
                </a:lnTo>
                <a:lnTo>
                  <a:pt x="868565" y="1529689"/>
                </a:lnTo>
                <a:lnTo>
                  <a:pt x="869543" y="1529461"/>
                </a:lnTo>
                <a:close/>
              </a:path>
              <a:path w="2118994" h="2446654">
                <a:moveTo>
                  <a:pt x="997165" y="1756308"/>
                </a:moveTo>
                <a:lnTo>
                  <a:pt x="982548" y="1733016"/>
                </a:lnTo>
                <a:lnTo>
                  <a:pt x="981456" y="1736369"/>
                </a:lnTo>
                <a:lnTo>
                  <a:pt x="976477" y="1740293"/>
                </a:lnTo>
                <a:lnTo>
                  <a:pt x="973162" y="1744764"/>
                </a:lnTo>
                <a:lnTo>
                  <a:pt x="972642" y="1752003"/>
                </a:lnTo>
                <a:lnTo>
                  <a:pt x="971003" y="1757019"/>
                </a:lnTo>
                <a:lnTo>
                  <a:pt x="970495" y="1764258"/>
                </a:lnTo>
                <a:lnTo>
                  <a:pt x="997165" y="1756308"/>
                </a:lnTo>
                <a:close/>
              </a:path>
              <a:path w="2118994" h="2446654">
                <a:moveTo>
                  <a:pt x="1519593" y="1506677"/>
                </a:moveTo>
                <a:lnTo>
                  <a:pt x="1515694" y="1507261"/>
                </a:lnTo>
                <a:lnTo>
                  <a:pt x="1511249" y="1509509"/>
                </a:lnTo>
                <a:lnTo>
                  <a:pt x="1507363" y="1510093"/>
                </a:lnTo>
                <a:lnTo>
                  <a:pt x="1509039" y="1510639"/>
                </a:lnTo>
                <a:lnTo>
                  <a:pt x="1510157" y="1512862"/>
                </a:lnTo>
                <a:lnTo>
                  <a:pt x="1511833" y="1513408"/>
                </a:lnTo>
                <a:lnTo>
                  <a:pt x="1514602" y="1510601"/>
                </a:lnTo>
                <a:lnTo>
                  <a:pt x="1516824" y="1509483"/>
                </a:lnTo>
                <a:lnTo>
                  <a:pt x="1519593" y="1506677"/>
                </a:lnTo>
                <a:close/>
              </a:path>
              <a:path w="2118994" h="2446654">
                <a:moveTo>
                  <a:pt x="1524698" y="1168704"/>
                </a:moveTo>
                <a:lnTo>
                  <a:pt x="1524584" y="1160221"/>
                </a:lnTo>
                <a:lnTo>
                  <a:pt x="1522526" y="1166495"/>
                </a:lnTo>
                <a:lnTo>
                  <a:pt x="1524698" y="1168704"/>
                </a:lnTo>
                <a:close/>
              </a:path>
              <a:path w="2118994" h="2446654">
                <a:moveTo>
                  <a:pt x="1531607" y="1302308"/>
                </a:moveTo>
                <a:lnTo>
                  <a:pt x="1523873" y="1285087"/>
                </a:lnTo>
                <a:lnTo>
                  <a:pt x="1514182" y="1314729"/>
                </a:lnTo>
                <a:lnTo>
                  <a:pt x="1512697" y="1319276"/>
                </a:lnTo>
                <a:lnTo>
                  <a:pt x="1523288" y="1327772"/>
                </a:lnTo>
                <a:lnTo>
                  <a:pt x="1531607" y="1302308"/>
                </a:lnTo>
                <a:close/>
              </a:path>
              <a:path w="2118994" h="2446654">
                <a:moveTo>
                  <a:pt x="1531988" y="1440370"/>
                </a:moveTo>
                <a:lnTo>
                  <a:pt x="1530477" y="1411503"/>
                </a:lnTo>
                <a:lnTo>
                  <a:pt x="1529524" y="1402537"/>
                </a:lnTo>
                <a:lnTo>
                  <a:pt x="1520901" y="1420088"/>
                </a:lnTo>
                <a:lnTo>
                  <a:pt x="1518285" y="1429880"/>
                </a:lnTo>
                <a:lnTo>
                  <a:pt x="1521904" y="1435455"/>
                </a:lnTo>
                <a:lnTo>
                  <a:pt x="1531988" y="1440370"/>
                </a:lnTo>
                <a:close/>
              </a:path>
              <a:path w="2118994" h="2446654">
                <a:moveTo>
                  <a:pt x="1532470" y="1336840"/>
                </a:moveTo>
                <a:lnTo>
                  <a:pt x="1529118" y="1335747"/>
                </a:lnTo>
                <a:lnTo>
                  <a:pt x="1526895" y="1336878"/>
                </a:lnTo>
                <a:lnTo>
                  <a:pt x="1523555" y="1335786"/>
                </a:lnTo>
                <a:lnTo>
                  <a:pt x="1519936" y="1380883"/>
                </a:lnTo>
                <a:lnTo>
                  <a:pt x="1529626" y="1371066"/>
                </a:lnTo>
                <a:lnTo>
                  <a:pt x="1531429" y="1359877"/>
                </a:lnTo>
                <a:lnTo>
                  <a:pt x="1530616" y="1348181"/>
                </a:lnTo>
                <a:lnTo>
                  <a:pt x="1532470" y="1336840"/>
                </a:lnTo>
                <a:close/>
              </a:path>
              <a:path w="2118994" h="2446654">
                <a:moveTo>
                  <a:pt x="1532559" y="1176718"/>
                </a:moveTo>
                <a:lnTo>
                  <a:pt x="1524698" y="1168704"/>
                </a:lnTo>
                <a:lnTo>
                  <a:pt x="1525104" y="1199502"/>
                </a:lnTo>
                <a:lnTo>
                  <a:pt x="1532559" y="1176718"/>
                </a:lnTo>
                <a:close/>
              </a:path>
              <a:path w="2118994" h="2446654">
                <a:moveTo>
                  <a:pt x="1546402" y="1702447"/>
                </a:moveTo>
                <a:lnTo>
                  <a:pt x="1544193" y="1688934"/>
                </a:lnTo>
                <a:lnTo>
                  <a:pt x="1542554" y="1675257"/>
                </a:lnTo>
                <a:lnTo>
                  <a:pt x="1539951" y="1648485"/>
                </a:lnTo>
                <a:lnTo>
                  <a:pt x="1538274" y="1647939"/>
                </a:lnTo>
                <a:lnTo>
                  <a:pt x="1534375" y="1648523"/>
                </a:lnTo>
                <a:lnTo>
                  <a:pt x="1532166" y="1649653"/>
                </a:lnTo>
                <a:lnTo>
                  <a:pt x="1534845" y="1663319"/>
                </a:lnTo>
                <a:lnTo>
                  <a:pt x="1533093" y="1677263"/>
                </a:lnTo>
                <a:lnTo>
                  <a:pt x="1532496" y="1690903"/>
                </a:lnTo>
                <a:lnTo>
                  <a:pt x="1538617" y="1703603"/>
                </a:lnTo>
                <a:lnTo>
                  <a:pt x="1542503" y="1703019"/>
                </a:lnTo>
                <a:lnTo>
                  <a:pt x="1544180" y="1703565"/>
                </a:lnTo>
                <a:lnTo>
                  <a:pt x="1546402" y="1702447"/>
                </a:lnTo>
                <a:close/>
              </a:path>
              <a:path w="2118994" h="2446654">
                <a:moveTo>
                  <a:pt x="1756664" y="286207"/>
                </a:moveTo>
                <a:lnTo>
                  <a:pt x="1746364" y="276821"/>
                </a:lnTo>
                <a:lnTo>
                  <a:pt x="1748967" y="268884"/>
                </a:lnTo>
                <a:lnTo>
                  <a:pt x="1739900" y="255739"/>
                </a:lnTo>
                <a:lnTo>
                  <a:pt x="1742909" y="246532"/>
                </a:lnTo>
                <a:lnTo>
                  <a:pt x="1734604" y="231038"/>
                </a:lnTo>
                <a:lnTo>
                  <a:pt x="1738071" y="220421"/>
                </a:lnTo>
                <a:lnTo>
                  <a:pt x="1728444" y="209003"/>
                </a:lnTo>
                <a:lnTo>
                  <a:pt x="1705000" y="198970"/>
                </a:lnTo>
                <a:lnTo>
                  <a:pt x="1712099" y="177228"/>
                </a:lnTo>
                <a:lnTo>
                  <a:pt x="1700034" y="173278"/>
                </a:lnTo>
                <a:lnTo>
                  <a:pt x="1699488" y="174955"/>
                </a:lnTo>
                <a:lnTo>
                  <a:pt x="1690509" y="161518"/>
                </a:lnTo>
                <a:lnTo>
                  <a:pt x="1698891" y="135877"/>
                </a:lnTo>
                <a:lnTo>
                  <a:pt x="1686814" y="131927"/>
                </a:lnTo>
                <a:lnTo>
                  <a:pt x="1678165" y="158407"/>
                </a:lnTo>
                <a:lnTo>
                  <a:pt x="1669618" y="143675"/>
                </a:lnTo>
                <a:lnTo>
                  <a:pt x="1661185" y="128612"/>
                </a:lnTo>
                <a:lnTo>
                  <a:pt x="1664855" y="117348"/>
                </a:lnTo>
                <a:lnTo>
                  <a:pt x="1639074" y="114477"/>
                </a:lnTo>
                <a:lnTo>
                  <a:pt x="1614119" y="109105"/>
                </a:lnTo>
                <a:lnTo>
                  <a:pt x="1601216" y="107670"/>
                </a:lnTo>
                <a:lnTo>
                  <a:pt x="1590243" y="100380"/>
                </a:lnTo>
                <a:lnTo>
                  <a:pt x="1591335" y="97040"/>
                </a:lnTo>
                <a:lnTo>
                  <a:pt x="1587106" y="69100"/>
                </a:lnTo>
                <a:lnTo>
                  <a:pt x="1566595" y="50076"/>
                </a:lnTo>
                <a:lnTo>
                  <a:pt x="1544040" y="37325"/>
                </a:lnTo>
                <a:lnTo>
                  <a:pt x="1533664" y="28206"/>
                </a:lnTo>
                <a:lnTo>
                  <a:pt x="1521942" y="23190"/>
                </a:lnTo>
                <a:lnTo>
                  <a:pt x="1509039" y="21780"/>
                </a:lnTo>
                <a:lnTo>
                  <a:pt x="1495259" y="23063"/>
                </a:lnTo>
                <a:lnTo>
                  <a:pt x="1484299" y="15722"/>
                </a:lnTo>
                <a:lnTo>
                  <a:pt x="1471383" y="14338"/>
                </a:lnTo>
                <a:lnTo>
                  <a:pt x="1457655" y="15468"/>
                </a:lnTo>
                <a:lnTo>
                  <a:pt x="1432166" y="11709"/>
                </a:lnTo>
                <a:lnTo>
                  <a:pt x="1418767" y="11811"/>
                </a:lnTo>
                <a:lnTo>
                  <a:pt x="1393151" y="8445"/>
                </a:lnTo>
                <a:lnTo>
                  <a:pt x="1379499" y="9347"/>
                </a:lnTo>
                <a:lnTo>
                  <a:pt x="1353718" y="6451"/>
                </a:lnTo>
                <a:lnTo>
                  <a:pt x="1248943" y="0"/>
                </a:lnTo>
                <a:lnTo>
                  <a:pt x="1243482" y="16700"/>
                </a:lnTo>
                <a:lnTo>
                  <a:pt x="1229766" y="17792"/>
                </a:lnTo>
                <a:lnTo>
                  <a:pt x="1232496" y="9436"/>
                </a:lnTo>
                <a:lnTo>
                  <a:pt x="1219885" y="7162"/>
                </a:lnTo>
                <a:lnTo>
                  <a:pt x="1190218" y="97955"/>
                </a:lnTo>
                <a:lnTo>
                  <a:pt x="1171194" y="115303"/>
                </a:lnTo>
                <a:lnTo>
                  <a:pt x="1132840" y="232702"/>
                </a:lnTo>
                <a:lnTo>
                  <a:pt x="1131887" y="276517"/>
                </a:lnTo>
                <a:lnTo>
                  <a:pt x="1084072" y="422871"/>
                </a:lnTo>
                <a:lnTo>
                  <a:pt x="1083906" y="464273"/>
                </a:lnTo>
                <a:lnTo>
                  <a:pt x="1071778" y="501421"/>
                </a:lnTo>
                <a:lnTo>
                  <a:pt x="1071854" y="542036"/>
                </a:lnTo>
                <a:lnTo>
                  <a:pt x="1059649" y="579424"/>
                </a:lnTo>
                <a:lnTo>
                  <a:pt x="1059586" y="661441"/>
                </a:lnTo>
                <a:lnTo>
                  <a:pt x="1047369" y="698817"/>
                </a:lnTo>
                <a:lnTo>
                  <a:pt x="1048778" y="735393"/>
                </a:lnTo>
                <a:lnTo>
                  <a:pt x="1038123" y="768019"/>
                </a:lnTo>
                <a:lnTo>
                  <a:pt x="1039545" y="804583"/>
                </a:lnTo>
                <a:lnTo>
                  <a:pt x="1028877" y="837209"/>
                </a:lnTo>
                <a:lnTo>
                  <a:pt x="1026350" y="1008570"/>
                </a:lnTo>
                <a:lnTo>
                  <a:pt x="1003084" y="1284249"/>
                </a:lnTo>
                <a:lnTo>
                  <a:pt x="1011224" y="1341132"/>
                </a:lnTo>
                <a:lnTo>
                  <a:pt x="1003642" y="1446136"/>
                </a:lnTo>
                <a:lnTo>
                  <a:pt x="1012012" y="1502295"/>
                </a:lnTo>
                <a:lnTo>
                  <a:pt x="1008341" y="1554441"/>
                </a:lnTo>
                <a:lnTo>
                  <a:pt x="1007389" y="1598244"/>
                </a:lnTo>
                <a:lnTo>
                  <a:pt x="1018667" y="1645526"/>
                </a:lnTo>
                <a:lnTo>
                  <a:pt x="1017333" y="1731416"/>
                </a:lnTo>
                <a:lnTo>
                  <a:pt x="1020152" y="1804555"/>
                </a:lnTo>
                <a:lnTo>
                  <a:pt x="1009942" y="1794916"/>
                </a:lnTo>
                <a:lnTo>
                  <a:pt x="1011504" y="1790153"/>
                </a:lnTo>
                <a:lnTo>
                  <a:pt x="1000785" y="1782076"/>
                </a:lnTo>
                <a:lnTo>
                  <a:pt x="989952" y="1774317"/>
                </a:lnTo>
                <a:lnTo>
                  <a:pt x="985583" y="1787702"/>
                </a:lnTo>
                <a:lnTo>
                  <a:pt x="976350" y="1775053"/>
                </a:lnTo>
                <a:lnTo>
                  <a:pt x="976172" y="1775599"/>
                </a:lnTo>
                <a:lnTo>
                  <a:pt x="962596" y="1776285"/>
                </a:lnTo>
                <a:lnTo>
                  <a:pt x="970724" y="1751380"/>
                </a:lnTo>
                <a:lnTo>
                  <a:pt x="960843" y="1740738"/>
                </a:lnTo>
                <a:lnTo>
                  <a:pt x="964526" y="1729473"/>
                </a:lnTo>
                <a:lnTo>
                  <a:pt x="956081" y="1714423"/>
                </a:lnTo>
                <a:lnTo>
                  <a:pt x="959612" y="1703628"/>
                </a:lnTo>
                <a:lnTo>
                  <a:pt x="950912" y="1689354"/>
                </a:lnTo>
                <a:lnTo>
                  <a:pt x="952690" y="1683893"/>
                </a:lnTo>
                <a:lnTo>
                  <a:pt x="942047" y="1675587"/>
                </a:lnTo>
                <a:lnTo>
                  <a:pt x="943368" y="1671535"/>
                </a:lnTo>
                <a:lnTo>
                  <a:pt x="932776" y="1663065"/>
                </a:lnTo>
                <a:lnTo>
                  <a:pt x="925931" y="1643126"/>
                </a:lnTo>
                <a:lnTo>
                  <a:pt x="919695" y="1621294"/>
                </a:lnTo>
                <a:lnTo>
                  <a:pt x="912850" y="1601355"/>
                </a:lnTo>
                <a:lnTo>
                  <a:pt x="892086" y="1583118"/>
                </a:lnTo>
                <a:lnTo>
                  <a:pt x="893724" y="1578102"/>
                </a:lnTo>
                <a:lnTo>
                  <a:pt x="887399" y="1556588"/>
                </a:lnTo>
                <a:lnTo>
                  <a:pt x="868984" y="1531137"/>
                </a:lnTo>
                <a:lnTo>
                  <a:pt x="868565" y="1529689"/>
                </a:lnTo>
                <a:lnTo>
                  <a:pt x="855103" y="1532763"/>
                </a:lnTo>
                <a:lnTo>
                  <a:pt x="838708" y="1542046"/>
                </a:lnTo>
                <a:lnTo>
                  <a:pt x="836650" y="1548345"/>
                </a:lnTo>
                <a:lnTo>
                  <a:pt x="826757" y="1537703"/>
                </a:lnTo>
                <a:lnTo>
                  <a:pt x="817968" y="1523720"/>
                </a:lnTo>
                <a:lnTo>
                  <a:pt x="830783" y="1525397"/>
                </a:lnTo>
                <a:lnTo>
                  <a:pt x="843546" y="1527225"/>
                </a:lnTo>
                <a:lnTo>
                  <a:pt x="856411" y="1528737"/>
                </a:lnTo>
                <a:lnTo>
                  <a:pt x="868476" y="1529397"/>
                </a:lnTo>
                <a:lnTo>
                  <a:pt x="856322" y="1488109"/>
                </a:lnTo>
                <a:lnTo>
                  <a:pt x="842606" y="1489189"/>
                </a:lnTo>
                <a:lnTo>
                  <a:pt x="835507" y="1510944"/>
                </a:lnTo>
                <a:lnTo>
                  <a:pt x="823569" y="1506575"/>
                </a:lnTo>
                <a:lnTo>
                  <a:pt x="824522" y="1503654"/>
                </a:lnTo>
                <a:lnTo>
                  <a:pt x="815047" y="1491754"/>
                </a:lnTo>
                <a:lnTo>
                  <a:pt x="821740" y="1471269"/>
                </a:lnTo>
                <a:lnTo>
                  <a:pt x="810768" y="1463979"/>
                </a:lnTo>
                <a:lnTo>
                  <a:pt x="813638" y="1455191"/>
                </a:lnTo>
                <a:lnTo>
                  <a:pt x="802792" y="1447482"/>
                </a:lnTo>
                <a:lnTo>
                  <a:pt x="804024" y="1443723"/>
                </a:lnTo>
                <a:lnTo>
                  <a:pt x="793178" y="1436014"/>
                </a:lnTo>
                <a:lnTo>
                  <a:pt x="806729" y="1435430"/>
                </a:lnTo>
                <a:lnTo>
                  <a:pt x="808050" y="1431378"/>
                </a:lnTo>
                <a:lnTo>
                  <a:pt x="821550" y="1430959"/>
                </a:lnTo>
                <a:lnTo>
                  <a:pt x="823341" y="1425498"/>
                </a:lnTo>
                <a:lnTo>
                  <a:pt x="834580" y="1431975"/>
                </a:lnTo>
                <a:lnTo>
                  <a:pt x="826122" y="1457883"/>
                </a:lnTo>
                <a:lnTo>
                  <a:pt x="834440" y="1460601"/>
                </a:lnTo>
                <a:lnTo>
                  <a:pt x="838187" y="1461820"/>
                </a:lnTo>
                <a:lnTo>
                  <a:pt x="843457" y="1445691"/>
                </a:lnTo>
                <a:lnTo>
                  <a:pt x="835609" y="1428813"/>
                </a:lnTo>
                <a:lnTo>
                  <a:pt x="827252" y="1413497"/>
                </a:lnTo>
                <a:lnTo>
                  <a:pt x="819467" y="1396453"/>
                </a:lnTo>
                <a:lnTo>
                  <a:pt x="823290" y="1384744"/>
                </a:lnTo>
                <a:lnTo>
                  <a:pt x="813079" y="1375117"/>
                </a:lnTo>
                <a:lnTo>
                  <a:pt x="813955" y="1372438"/>
                </a:lnTo>
                <a:lnTo>
                  <a:pt x="801331" y="1370164"/>
                </a:lnTo>
                <a:lnTo>
                  <a:pt x="790943" y="1401953"/>
                </a:lnTo>
                <a:lnTo>
                  <a:pt x="781799" y="1389049"/>
                </a:lnTo>
                <a:lnTo>
                  <a:pt x="789711" y="1364843"/>
                </a:lnTo>
                <a:lnTo>
                  <a:pt x="806246" y="1355115"/>
                </a:lnTo>
                <a:lnTo>
                  <a:pt x="807339" y="1351762"/>
                </a:lnTo>
                <a:lnTo>
                  <a:pt x="797458" y="1341132"/>
                </a:lnTo>
                <a:lnTo>
                  <a:pt x="794727" y="1349489"/>
                </a:lnTo>
                <a:lnTo>
                  <a:pt x="778281" y="1358938"/>
                </a:lnTo>
                <a:lnTo>
                  <a:pt x="764565" y="1360004"/>
                </a:lnTo>
                <a:lnTo>
                  <a:pt x="765657" y="1356664"/>
                </a:lnTo>
                <a:lnTo>
                  <a:pt x="754138" y="1351051"/>
                </a:lnTo>
                <a:lnTo>
                  <a:pt x="767842" y="1349971"/>
                </a:lnTo>
                <a:lnTo>
                  <a:pt x="768946" y="1346631"/>
                </a:lnTo>
                <a:lnTo>
                  <a:pt x="782650" y="1345552"/>
                </a:lnTo>
                <a:lnTo>
                  <a:pt x="790308" y="1322133"/>
                </a:lnTo>
                <a:lnTo>
                  <a:pt x="785228" y="1296771"/>
                </a:lnTo>
                <a:lnTo>
                  <a:pt x="776732" y="1281887"/>
                </a:lnTo>
                <a:lnTo>
                  <a:pt x="768223" y="1267002"/>
                </a:lnTo>
                <a:lnTo>
                  <a:pt x="763612" y="1240243"/>
                </a:lnTo>
                <a:lnTo>
                  <a:pt x="747382" y="1208125"/>
                </a:lnTo>
                <a:lnTo>
                  <a:pt x="734809" y="1246606"/>
                </a:lnTo>
                <a:lnTo>
                  <a:pt x="724789" y="1236383"/>
                </a:lnTo>
                <a:lnTo>
                  <a:pt x="726846" y="1230109"/>
                </a:lnTo>
                <a:lnTo>
                  <a:pt x="716813" y="1219898"/>
                </a:lnTo>
                <a:lnTo>
                  <a:pt x="721347" y="1206042"/>
                </a:lnTo>
                <a:lnTo>
                  <a:pt x="711847" y="1194206"/>
                </a:lnTo>
                <a:lnTo>
                  <a:pt x="717727" y="1176223"/>
                </a:lnTo>
                <a:lnTo>
                  <a:pt x="702919" y="1180642"/>
                </a:lnTo>
                <a:lnTo>
                  <a:pt x="703605" y="1178547"/>
                </a:lnTo>
                <a:lnTo>
                  <a:pt x="691108" y="1175905"/>
                </a:lnTo>
                <a:lnTo>
                  <a:pt x="694105" y="1166710"/>
                </a:lnTo>
                <a:lnTo>
                  <a:pt x="710438" y="1157630"/>
                </a:lnTo>
                <a:lnTo>
                  <a:pt x="714895" y="1143990"/>
                </a:lnTo>
                <a:lnTo>
                  <a:pt x="707796" y="1124826"/>
                </a:lnTo>
                <a:lnTo>
                  <a:pt x="694664" y="1164983"/>
                </a:lnTo>
                <a:lnTo>
                  <a:pt x="682599" y="1161046"/>
                </a:lnTo>
                <a:lnTo>
                  <a:pt x="701497" y="1103185"/>
                </a:lnTo>
                <a:lnTo>
                  <a:pt x="694118" y="1084897"/>
                </a:lnTo>
                <a:lnTo>
                  <a:pt x="686574" y="1067066"/>
                </a:lnTo>
                <a:lnTo>
                  <a:pt x="681405" y="1054849"/>
                </a:lnTo>
                <a:lnTo>
                  <a:pt x="681405" y="1082890"/>
                </a:lnTo>
                <a:lnTo>
                  <a:pt x="679221" y="1089583"/>
                </a:lnTo>
                <a:lnTo>
                  <a:pt x="665518" y="1090650"/>
                </a:lnTo>
                <a:lnTo>
                  <a:pt x="653440" y="1086713"/>
                </a:lnTo>
                <a:lnTo>
                  <a:pt x="658291" y="1071867"/>
                </a:lnTo>
                <a:lnTo>
                  <a:pt x="648538" y="1060831"/>
                </a:lnTo>
                <a:lnTo>
                  <a:pt x="651205" y="1052664"/>
                </a:lnTo>
                <a:lnTo>
                  <a:pt x="661365" y="1062456"/>
                </a:lnTo>
                <a:lnTo>
                  <a:pt x="672592" y="1069009"/>
                </a:lnTo>
                <a:lnTo>
                  <a:pt x="670979" y="1073924"/>
                </a:lnTo>
                <a:lnTo>
                  <a:pt x="681405" y="1082890"/>
                </a:lnTo>
                <a:lnTo>
                  <a:pt x="681405" y="1054849"/>
                </a:lnTo>
                <a:lnTo>
                  <a:pt x="679043" y="1049248"/>
                </a:lnTo>
                <a:lnTo>
                  <a:pt x="663346" y="1015479"/>
                </a:lnTo>
                <a:lnTo>
                  <a:pt x="646734" y="984542"/>
                </a:lnTo>
                <a:lnTo>
                  <a:pt x="645083" y="989609"/>
                </a:lnTo>
                <a:lnTo>
                  <a:pt x="631253" y="991057"/>
                </a:lnTo>
                <a:lnTo>
                  <a:pt x="629285" y="997064"/>
                </a:lnTo>
                <a:lnTo>
                  <a:pt x="614946" y="1000074"/>
                </a:lnTo>
                <a:lnTo>
                  <a:pt x="631926" y="948080"/>
                </a:lnTo>
                <a:lnTo>
                  <a:pt x="631037" y="947343"/>
                </a:lnTo>
                <a:lnTo>
                  <a:pt x="621449" y="939253"/>
                </a:lnTo>
                <a:lnTo>
                  <a:pt x="625830" y="925868"/>
                </a:lnTo>
                <a:lnTo>
                  <a:pt x="603326" y="912952"/>
                </a:lnTo>
                <a:lnTo>
                  <a:pt x="592074" y="906500"/>
                </a:lnTo>
                <a:lnTo>
                  <a:pt x="595617" y="895629"/>
                </a:lnTo>
                <a:lnTo>
                  <a:pt x="585736" y="884999"/>
                </a:lnTo>
                <a:lnTo>
                  <a:pt x="586828" y="881646"/>
                </a:lnTo>
                <a:lnTo>
                  <a:pt x="573659" y="881049"/>
                </a:lnTo>
                <a:lnTo>
                  <a:pt x="579628" y="862774"/>
                </a:lnTo>
                <a:lnTo>
                  <a:pt x="570407" y="850125"/>
                </a:lnTo>
                <a:lnTo>
                  <a:pt x="572935" y="842365"/>
                </a:lnTo>
                <a:lnTo>
                  <a:pt x="586778" y="840892"/>
                </a:lnTo>
                <a:lnTo>
                  <a:pt x="588962" y="834212"/>
                </a:lnTo>
                <a:lnTo>
                  <a:pt x="574713" y="836955"/>
                </a:lnTo>
                <a:lnTo>
                  <a:pt x="573062" y="841971"/>
                </a:lnTo>
                <a:lnTo>
                  <a:pt x="558812" y="844727"/>
                </a:lnTo>
                <a:lnTo>
                  <a:pt x="572477" y="802894"/>
                </a:lnTo>
                <a:lnTo>
                  <a:pt x="559473" y="801801"/>
                </a:lnTo>
                <a:lnTo>
                  <a:pt x="558279" y="805434"/>
                </a:lnTo>
                <a:lnTo>
                  <a:pt x="544715" y="806069"/>
                </a:lnTo>
                <a:lnTo>
                  <a:pt x="551065" y="786650"/>
                </a:lnTo>
                <a:lnTo>
                  <a:pt x="545553" y="762622"/>
                </a:lnTo>
                <a:lnTo>
                  <a:pt x="535025" y="753922"/>
                </a:lnTo>
                <a:lnTo>
                  <a:pt x="537933" y="745032"/>
                </a:lnTo>
                <a:lnTo>
                  <a:pt x="527418" y="736333"/>
                </a:lnTo>
                <a:lnTo>
                  <a:pt x="529056" y="731329"/>
                </a:lnTo>
                <a:lnTo>
                  <a:pt x="542226" y="731913"/>
                </a:lnTo>
                <a:lnTo>
                  <a:pt x="531609" y="723519"/>
                </a:lnTo>
                <a:lnTo>
                  <a:pt x="520992" y="715111"/>
                </a:lnTo>
                <a:lnTo>
                  <a:pt x="501243" y="693762"/>
                </a:lnTo>
                <a:lnTo>
                  <a:pt x="482625" y="668959"/>
                </a:lnTo>
                <a:lnTo>
                  <a:pt x="476846" y="645756"/>
                </a:lnTo>
                <a:lnTo>
                  <a:pt x="480225" y="635406"/>
                </a:lnTo>
                <a:lnTo>
                  <a:pt x="469696" y="626757"/>
                </a:lnTo>
                <a:lnTo>
                  <a:pt x="457923" y="621868"/>
                </a:lnTo>
                <a:lnTo>
                  <a:pt x="445541" y="618871"/>
                </a:lnTo>
                <a:lnTo>
                  <a:pt x="433120" y="616013"/>
                </a:lnTo>
                <a:lnTo>
                  <a:pt x="421817" y="609727"/>
                </a:lnTo>
                <a:lnTo>
                  <a:pt x="411937" y="599033"/>
                </a:lnTo>
                <a:lnTo>
                  <a:pt x="416433" y="585292"/>
                </a:lnTo>
                <a:lnTo>
                  <a:pt x="429602" y="585876"/>
                </a:lnTo>
                <a:lnTo>
                  <a:pt x="418172" y="579958"/>
                </a:lnTo>
                <a:lnTo>
                  <a:pt x="394919" y="569341"/>
                </a:lnTo>
                <a:lnTo>
                  <a:pt x="395566" y="567359"/>
                </a:lnTo>
                <a:lnTo>
                  <a:pt x="373913" y="551840"/>
                </a:lnTo>
                <a:lnTo>
                  <a:pt x="326517" y="533349"/>
                </a:lnTo>
                <a:lnTo>
                  <a:pt x="275628" y="525513"/>
                </a:lnTo>
                <a:lnTo>
                  <a:pt x="236207" y="523519"/>
                </a:lnTo>
                <a:lnTo>
                  <a:pt x="222732" y="523862"/>
                </a:lnTo>
                <a:lnTo>
                  <a:pt x="184556" y="518007"/>
                </a:lnTo>
                <a:lnTo>
                  <a:pt x="158610" y="515645"/>
                </a:lnTo>
                <a:lnTo>
                  <a:pt x="132765" y="512953"/>
                </a:lnTo>
                <a:lnTo>
                  <a:pt x="106984" y="510108"/>
                </a:lnTo>
                <a:lnTo>
                  <a:pt x="93941" y="509117"/>
                </a:lnTo>
                <a:lnTo>
                  <a:pt x="80441" y="509549"/>
                </a:lnTo>
                <a:lnTo>
                  <a:pt x="78295" y="516102"/>
                </a:lnTo>
                <a:lnTo>
                  <a:pt x="63106" y="521703"/>
                </a:lnTo>
                <a:lnTo>
                  <a:pt x="16281" y="665060"/>
                </a:lnTo>
                <a:lnTo>
                  <a:pt x="9194" y="850328"/>
                </a:lnTo>
                <a:lnTo>
                  <a:pt x="0" y="1001166"/>
                </a:lnTo>
                <a:lnTo>
                  <a:pt x="9169" y="1054900"/>
                </a:lnTo>
                <a:lnTo>
                  <a:pt x="6210" y="1104861"/>
                </a:lnTo>
                <a:lnTo>
                  <a:pt x="14744" y="1160538"/>
                </a:lnTo>
                <a:lnTo>
                  <a:pt x="11150" y="1212418"/>
                </a:lnTo>
                <a:lnTo>
                  <a:pt x="19634" y="1268247"/>
                </a:lnTo>
                <a:lnTo>
                  <a:pt x="16090" y="1319987"/>
                </a:lnTo>
                <a:lnTo>
                  <a:pt x="24714" y="1375397"/>
                </a:lnTo>
                <a:lnTo>
                  <a:pt x="21399" y="1426438"/>
                </a:lnTo>
                <a:lnTo>
                  <a:pt x="47447" y="1592097"/>
                </a:lnTo>
                <a:lnTo>
                  <a:pt x="44170" y="1643024"/>
                </a:lnTo>
                <a:lnTo>
                  <a:pt x="61836" y="1752549"/>
                </a:lnTo>
                <a:lnTo>
                  <a:pt x="72974" y="1800225"/>
                </a:lnTo>
                <a:lnTo>
                  <a:pt x="72237" y="1843405"/>
                </a:lnTo>
                <a:lnTo>
                  <a:pt x="106540" y="1983778"/>
                </a:lnTo>
                <a:lnTo>
                  <a:pt x="110451" y="2053564"/>
                </a:lnTo>
                <a:lnTo>
                  <a:pt x="124383" y="2092718"/>
                </a:lnTo>
                <a:lnTo>
                  <a:pt x="126453" y="2127300"/>
                </a:lnTo>
                <a:lnTo>
                  <a:pt x="194360" y="2410180"/>
                </a:lnTo>
                <a:lnTo>
                  <a:pt x="209334" y="2446159"/>
                </a:lnTo>
                <a:lnTo>
                  <a:pt x="556717" y="2446147"/>
                </a:lnTo>
                <a:lnTo>
                  <a:pt x="547331" y="2433955"/>
                </a:lnTo>
                <a:lnTo>
                  <a:pt x="540931" y="2412682"/>
                </a:lnTo>
                <a:lnTo>
                  <a:pt x="542569" y="2407653"/>
                </a:lnTo>
                <a:lnTo>
                  <a:pt x="534593" y="2391168"/>
                </a:lnTo>
                <a:lnTo>
                  <a:pt x="542785" y="2366073"/>
                </a:lnTo>
                <a:lnTo>
                  <a:pt x="534822" y="2349576"/>
                </a:lnTo>
                <a:lnTo>
                  <a:pt x="538416" y="2338578"/>
                </a:lnTo>
                <a:lnTo>
                  <a:pt x="530987" y="2326144"/>
                </a:lnTo>
                <a:lnTo>
                  <a:pt x="530987" y="2361298"/>
                </a:lnTo>
                <a:lnTo>
                  <a:pt x="514540" y="2370734"/>
                </a:lnTo>
                <a:lnTo>
                  <a:pt x="512356" y="2377427"/>
                </a:lnTo>
                <a:lnTo>
                  <a:pt x="502526" y="2366632"/>
                </a:lnTo>
                <a:lnTo>
                  <a:pt x="507822" y="2350427"/>
                </a:lnTo>
                <a:lnTo>
                  <a:pt x="522744" y="2345639"/>
                </a:lnTo>
                <a:lnTo>
                  <a:pt x="520560" y="2352332"/>
                </a:lnTo>
                <a:lnTo>
                  <a:pt x="530987" y="2361298"/>
                </a:lnTo>
                <a:lnTo>
                  <a:pt x="530987" y="2326144"/>
                </a:lnTo>
                <a:lnTo>
                  <a:pt x="529780" y="2324112"/>
                </a:lnTo>
                <a:lnTo>
                  <a:pt x="533120" y="2313876"/>
                </a:lnTo>
                <a:lnTo>
                  <a:pt x="524332" y="2299868"/>
                </a:lnTo>
                <a:lnTo>
                  <a:pt x="521690" y="2267064"/>
                </a:lnTo>
                <a:lnTo>
                  <a:pt x="504329" y="2197519"/>
                </a:lnTo>
                <a:lnTo>
                  <a:pt x="489610" y="2160765"/>
                </a:lnTo>
                <a:lnTo>
                  <a:pt x="479450" y="2069185"/>
                </a:lnTo>
                <a:lnTo>
                  <a:pt x="464235" y="2033981"/>
                </a:lnTo>
                <a:lnTo>
                  <a:pt x="450380" y="1912810"/>
                </a:lnTo>
                <a:lnTo>
                  <a:pt x="447230" y="1881517"/>
                </a:lnTo>
                <a:lnTo>
                  <a:pt x="428675" y="1815630"/>
                </a:lnTo>
                <a:lnTo>
                  <a:pt x="425538" y="1784350"/>
                </a:lnTo>
                <a:lnTo>
                  <a:pt x="414782" y="1735467"/>
                </a:lnTo>
                <a:lnTo>
                  <a:pt x="416102" y="1690535"/>
                </a:lnTo>
                <a:lnTo>
                  <a:pt x="404482" y="1603425"/>
                </a:lnTo>
                <a:lnTo>
                  <a:pt x="397738" y="1583169"/>
                </a:lnTo>
                <a:lnTo>
                  <a:pt x="396316" y="1546606"/>
                </a:lnTo>
                <a:lnTo>
                  <a:pt x="401650" y="1530286"/>
                </a:lnTo>
                <a:lnTo>
                  <a:pt x="414388" y="1573098"/>
                </a:lnTo>
                <a:lnTo>
                  <a:pt x="420878" y="1594116"/>
                </a:lnTo>
                <a:lnTo>
                  <a:pt x="427532" y="1614652"/>
                </a:lnTo>
                <a:lnTo>
                  <a:pt x="445452" y="1641602"/>
                </a:lnTo>
                <a:lnTo>
                  <a:pt x="451243" y="1664754"/>
                </a:lnTo>
                <a:lnTo>
                  <a:pt x="457149" y="1687601"/>
                </a:lnTo>
                <a:lnTo>
                  <a:pt x="475373" y="1713598"/>
                </a:lnTo>
                <a:lnTo>
                  <a:pt x="488124" y="1756333"/>
                </a:lnTo>
                <a:lnTo>
                  <a:pt x="563346" y="1894166"/>
                </a:lnTo>
                <a:lnTo>
                  <a:pt x="596125" y="1957412"/>
                </a:lnTo>
                <a:lnTo>
                  <a:pt x="612648" y="1988642"/>
                </a:lnTo>
                <a:lnTo>
                  <a:pt x="629323" y="2019401"/>
                </a:lnTo>
                <a:lnTo>
                  <a:pt x="657834" y="2054783"/>
                </a:lnTo>
                <a:lnTo>
                  <a:pt x="674446" y="2085759"/>
                </a:lnTo>
                <a:lnTo>
                  <a:pt x="703224" y="2120354"/>
                </a:lnTo>
                <a:lnTo>
                  <a:pt x="728370" y="2166074"/>
                </a:lnTo>
                <a:lnTo>
                  <a:pt x="736815" y="2181123"/>
                </a:lnTo>
                <a:lnTo>
                  <a:pt x="745363" y="2195855"/>
                </a:lnTo>
                <a:lnTo>
                  <a:pt x="754062" y="2210130"/>
                </a:lnTo>
                <a:lnTo>
                  <a:pt x="784720" y="2238946"/>
                </a:lnTo>
                <a:lnTo>
                  <a:pt x="803630" y="2262886"/>
                </a:lnTo>
                <a:lnTo>
                  <a:pt x="822731" y="2286203"/>
                </a:lnTo>
                <a:lnTo>
                  <a:pt x="841946" y="2309203"/>
                </a:lnTo>
                <a:lnTo>
                  <a:pt x="863244" y="2325763"/>
                </a:lnTo>
                <a:lnTo>
                  <a:pt x="872693" y="2337752"/>
                </a:lnTo>
                <a:lnTo>
                  <a:pt x="894613" y="2352446"/>
                </a:lnTo>
                <a:lnTo>
                  <a:pt x="905078" y="2361298"/>
                </a:lnTo>
                <a:lnTo>
                  <a:pt x="928357" y="2371852"/>
                </a:lnTo>
                <a:lnTo>
                  <a:pt x="940066" y="2376894"/>
                </a:lnTo>
                <a:lnTo>
                  <a:pt x="964057" y="2385250"/>
                </a:lnTo>
                <a:lnTo>
                  <a:pt x="975880" y="2389987"/>
                </a:lnTo>
                <a:lnTo>
                  <a:pt x="987945" y="2393924"/>
                </a:lnTo>
                <a:lnTo>
                  <a:pt x="989037" y="2390584"/>
                </a:lnTo>
                <a:lnTo>
                  <a:pt x="1004379" y="2384539"/>
                </a:lnTo>
                <a:lnTo>
                  <a:pt x="1019606" y="2378811"/>
                </a:lnTo>
                <a:lnTo>
                  <a:pt x="1046708" y="2377656"/>
                </a:lnTo>
                <a:lnTo>
                  <a:pt x="1061427" y="2373490"/>
                </a:lnTo>
                <a:lnTo>
                  <a:pt x="1104519" y="2364257"/>
                </a:lnTo>
                <a:lnTo>
                  <a:pt x="1148753" y="2351570"/>
                </a:lnTo>
                <a:lnTo>
                  <a:pt x="1193596" y="2336990"/>
                </a:lnTo>
                <a:lnTo>
                  <a:pt x="1238542" y="2322106"/>
                </a:lnTo>
                <a:lnTo>
                  <a:pt x="1238783" y="2321369"/>
                </a:lnTo>
                <a:lnTo>
                  <a:pt x="1250950" y="2325014"/>
                </a:lnTo>
                <a:lnTo>
                  <a:pt x="1263218" y="2328354"/>
                </a:lnTo>
                <a:lnTo>
                  <a:pt x="1263777" y="2326652"/>
                </a:lnTo>
                <a:lnTo>
                  <a:pt x="1277264" y="2326259"/>
                </a:lnTo>
                <a:lnTo>
                  <a:pt x="1278991" y="2320975"/>
                </a:lnTo>
                <a:lnTo>
                  <a:pt x="1292987" y="2319020"/>
                </a:lnTo>
                <a:lnTo>
                  <a:pt x="1295019" y="2312797"/>
                </a:lnTo>
                <a:lnTo>
                  <a:pt x="1325079" y="2302586"/>
                </a:lnTo>
                <a:lnTo>
                  <a:pt x="1373517" y="2276995"/>
                </a:lnTo>
                <a:lnTo>
                  <a:pt x="1391500" y="2262848"/>
                </a:lnTo>
                <a:lnTo>
                  <a:pt x="1422120" y="2250922"/>
                </a:lnTo>
                <a:lnTo>
                  <a:pt x="1440967" y="2234107"/>
                </a:lnTo>
                <a:lnTo>
                  <a:pt x="1460855" y="2214156"/>
                </a:lnTo>
                <a:lnTo>
                  <a:pt x="1512570" y="2055850"/>
                </a:lnTo>
                <a:lnTo>
                  <a:pt x="1506423" y="2033765"/>
                </a:lnTo>
                <a:lnTo>
                  <a:pt x="1515160" y="2007006"/>
                </a:lnTo>
                <a:lnTo>
                  <a:pt x="1528330" y="2007590"/>
                </a:lnTo>
                <a:lnTo>
                  <a:pt x="1517269" y="2000542"/>
                </a:lnTo>
                <a:lnTo>
                  <a:pt x="1507401" y="1989874"/>
                </a:lnTo>
                <a:lnTo>
                  <a:pt x="1520037" y="1951189"/>
                </a:lnTo>
                <a:lnTo>
                  <a:pt x="1514614" y="1926882"/>
                </a:lnTo>
                <a:lnTo>
                  <a:pt x="1509344" y="1902104"/>
                </a:lnTo>
                <a:lnTo>
                  <a:pt x="1516253" y="1880958"/>
                </a:lnTo>
                <a:lnTo>
                  <a:pt x="1511147" y="1855711"/>
                </a:lnTo>
                <a:lnTo>
                  <a:pt x="1517154" y="1837321"/>
                </a:lnTo>
                <a:lnTo>
                  <a:pt x="1525955" y="1851291"/>
                </a:lnTo>
                <a:lnTo>
                  <a:pt x="1526501" y="1849628"/>
                </a:lnTo>
                <a:lnTo>
                  <a:pt x="1539113" y="1851888"/>
                </a:lnTo>
                <a:lnTo>
                  <a:pt x="1533055" y="1759597"/>
                </a:lnTo>
                <a:lnTo>
                  <a:pt x="1533055" y="1829536"/>
                </a:lnTo>
                <a:lnTo>
                  <a:pt x="1532509" y="1831213"/>
                </a:lnTo>
                <a:lnTo>
                  <a:pt x="1519885" y="1828952"/>
                </a:lnTo>
                <a:lnTo>
                  <a:pt x="1524215" y="1815719"/>
                </a:lnTo>
                <a:lnTo>
                  <a:pt x="1523695" y="1796859"/>
                </a:lnTo>
                <a:lnTo>
                  <a:pt x="1525409" y="1812061"/>
                </a:lnTo>
                <a:lnTo>
                  <a:pt x="1533055" y="1829536"/>
                </a:lnTo>
                <a:lnTo>
                  <a:pt x="1533055" y="1759597"/>
                </a:lnTo>
                <a:lnTo>
                  <a:pt x="1532407" y="1749729"/>
                </a:lnTo>
                <a:lnTo>
                  <a:pt x="1542249" y="1719605"/>
                </a:lnTo>
                <a:lnTo>
                  <a:pt x="1530172" y="1715655"/>
                </a:lnTo>
                <a:lnTo>
                  <a:pt x="1527492" y="1723872"/>
                </a:lnTo>
                <a:lnTo>
                  <a:pt x="1527492" y="1764766"/>
                </a:lnTo>
                <a:lnTo>
                  <a:pt x="1523174" y="1778000"/>
                </a:lnTo>
                <a:lnTo>
                  <a:pt x="1516519" y="1757476"/>
                </a:lnTo>
                <a:lnTo>
                  <a:pt x="1517611" y="1754136"/>
                </a:lnTo>
                <a:lnTo>
                  <a:pt x="1527492" y="1764766"/>
                </a:lnTo>
                <a:lnTo>
                  <a:pt x="1527492" y="1723872"/>
                </a:lnTo>
                <a:lnTo>
                  <a:pt x="1526349" y="1727365"/>
                </a:lnTo>
                <a:lnTo>
                  <a:pt x="1509471" y="1697266"/>
                </a:lnTo>
                <a:lnTo>
                  <a:pt x="1505572" y="1668297"/>
                </a:lnTo>
                <a:lnTo>
                  <a:pt x="1516367" y="1635252"/>
                </a:lnTo>
                <a:lnTo>
                  <a:pt x="1526260" y="1645869"/>
                </a:lnTo>
                <a:lnTo>
                  <a:pt x="1534121" y="1621790"/>
                </a:lnTo>
                <a:lnTo>
                  <a:pt x="1529143" y="1596123"/>
                </a:lnTo>
                <a:lnTo>
                  <a:pt x="1522387" y="1578038"/>
                </a:lnTo>
                <a:lnTo>
                  <a:pt x="1522387" y="1616837"/>
                </a:lnTo>
                <a:lnTo>
                  <a:pt x="1509217" y="1616227"/>
                </a:lnTo>
                <a:lnTo>
                  <a:pt x="1516253" y="1594688"/>
                </a:lnTo>
                <a:lnTo>
                  <a:pt x="1522387" y="1616837"/>
                </a:lnTo>
                <a:lnTo>
                  <a:pt x="1522387" y="1578038"/>
                </a:lnTo>
                <a:lnTo>
                  <a:pt x="1522018" y="1577047"/>
                </a:lnTo>
                <a:lnTo>
                  <a:pt x="1513649" y="1570583"/>
                </a:lnTo>
                <a:lnTo>
                  <a:pt x="1513649" y="1578800"/>
                </a:lnTo>
                <a:lnTo>
                  <a:pt x="1508620" y="1577162"/>
                </a:lnTo>
                <a:lnTo>
                  <a:pt x="1508074" y="1578825"/>
                </a:lnTo>
                <a:lnTo>
                  <a:pt x="1497101" y="1571536"/>
                </a:lnTo>
                <a:lnTo>
                  <a:pt x="1497647" y="1569872"/>
                </a:lnTo>
                <a:lnTo>
                  <a:pt x="1509306" y="1575066"/>
                </a:lnTo>
                <a:lnTo>
                  <a:pt x="1513649" y="1578800"/>
                </a:lnTo>
                <a:lnTo>
                  <a:pt x="1513649" y="1570583"/>
                </a:lnTo>
                <a:lnTo>
                  <a:pt x="1511350" y="1568792"/>
                </a:lnTo>
                <a:lnTo>
                  <a:pt x="1502232" y="1555813"/>
                </a:lnTo>
                <a:lnTo>
                  <a:pt x="1511300" y="1528038"/>
                </a:lnTo>
                <a:lnTo>
                  <a:pt x="1500873" y="1519085"/>
                </a:lnTo>
                <a:lnTo>
                  <a:pt x="1501419" y="1517408"/>
                </a:lnTo>
                <a:lnTo>
                  <a:pt x="1491792" y="1505991"/>
                </a:lnTo>
                <a:lnTo>
                  <a:pt x="1496263" y="1492288"/>
                </a:lnTo>
                <a:lnTo>
                  <a:pt x="1486014" y="1482750"/>
                </a:lnTo>
                <a:lnTo>
                  <a:pt x="1500276" y="1480007"/>
                </a:lnTo>
                <a:lnTo>
                  <a:pt x="1505915" y="1462747"/>
                </a:lnTo>
                <a:lnTo>
                  <a:pt x="1517815" y="1467218"/>
                </a:lnTo>
                <a:lnTo>
                  <a:pt x="1507807" y="1456944"/>
                </a:lnTo>
                <a:lnTo>
                  <a:pt x="1497901" y="1446377"/>
                </a:lnTo>
                <a:lnTo>
                  <a:pt x="1500276" y="1439100"/>
                </a:lnTo>
                <a:lnTo>
                  <a:pt x="1490891" y="1426946"/>
                </a:lnTo>
                <a:lnTo>
                  <a:pt x="1493431" y="1419161"/>
                </a:lnTo>
                <a:lnTo>
                  <a:pt x="1510804" y="1406893"/>
                </a:lnTo>
                <a:lnTo>
                  <a:pt x="1516621" y="1389062"/>
                </a:lnTo>
                <a:lnTo>
                  <a:pt x="1506258" y="1379905"/>
                </a:lnTo>
                <a:lnTo>
                  <a:pt x="1509471" y="1370063"/>
                </a:lnTo>
                <a:lnTo>
                  <a:pt x="1498498" y="1362773"/>
                </a:lnTo>
                <a:lnTo>
                  <a:pt x="1487957" y="1354124"/>
                </a:lnTo>
                <a:lnTo>
                  <a:pt x="1503908" y="1305306"/>
                </a:lnTo>
                <a:lnTo>
                  <a:pt x="1514182" y="1314729"/>
                </a:lnTo>
                <a:lnTo>
                  <a:pt x="1528000" y="1272438"/>
                </a:lnTo>
                <a:lnTo>
                  <a:pt x="1522082" y="1249667"/>
                </a:lnTo>
                <a:lnTo>
                  <a:pt x="1528229" y="1230845"/>
                </a:lnTo>
                <a:lnTo>
                  <a:pt x="1522310" y="1208087"/>
                </a:lnTo>
                <a:lnTo>
                  <a:pt x="1514246" y="1232763"/>
                </a:lnTo>
                <a:lnTo>
                  <a:pt x="1502714" y="1227137"/>
                </a:lnTo>
                <a:lnTo>
                  <a:pt x="1506423" y="1215796"/>
                </a:lnTo>
                <a:lnTo>
                  <a:pt x="1496517" y="1205217"/>
                </a:lnTo>
                <a:lnTo>
                  <a:pt x="1525511" y="1116469"/>
                </a:lnTo>
                <a:lnTo>
                  <a:pt x="1517434" y="1141222"/>
                </a:lnTo>
                <a:lnTo>
                  <a:pt x="1527314" y="1151851"/>
                </a:lnTo>
                <a:lnTo>
                  <a:pt x="1531543" y="1138923"/>
                </a:lnTo>
                <a:lnTo>
                  <a:pt x="1526374" y="1113840"/>
                </a:lnTo>
                <a:lnTo>
                  <a:pt x="1541894" y="1066330"/>
                </a:lnTo>
                <a:lnTo>
                  <a:pt x="1531937" y="1055928"/>
                </a:lnTo>
                <a:lnTo>
                  <a:pt x="1545805" y="1013472"/>
                </a:lnTo>
                <a:lnTo>
                  <a:pt x="1532089" y="1014552"/>
                </a:lnTo>
                <a:lnTo>
                  <a:pt x="1531543" y="1016228"/>
                </a:lnTo>
                <a:lnTo>
                  <a:pt x="1518373" y="1015631"/>
                </a:lnTo>
                <a:lnTo>
                  <a:pt x="1526679" y="990219"/>
                </a:lnTo>
                <a:lnTo>
                  <a:pt x="1756664" y="286207"/>
                </a:lnTo>
                <a:close/>
              </a:path>
              <a:path w="2118994" h="2446654">
                <a:moveTo>
                  <a:pt x="1838693" y="518528"/>
                </a:moveTo>
                <a:lnTo>
                  <a:pt x="1837575" y="516305"/>
                </a:lnTo>
                <a:lnTo>
                  <a:pt x="1835899" y="515759"/>
                </a:lnTo>
                <a:lnTo>
                  <a:pt x="1837029" y="517982"/>
                </a:lnTo>
                <a:lnTo>
                  <a:pt x="1838693" y="518528"/>
                </a:lnTo>
                <a:close/>
              </a:path>
              <a:path w="2118994" h="2446654">
                <a:moveTo>
                  <a:pt x="2118753" y="1222692"/>
                </a:moveTo>
                <a:lnTo>
                  <a:pt x="2118182" y="406501"/>
                </a:lnTo>
                <a:lnTo>
                  <a:pt x="2118017" y="161632"/>
                </a:lnTo>
                <a:lnTo>
                  <a:pt x="2105901" y="198716"/>
                </a:lnTo>
                <a:lnTo>
                  <a:pt x="2105736" y="240118"/>
                </a:lnTo>
                <a:lnTo>
                  <a:pt x="2093442" y="277736"/>
                </a:lnTo>
                <a:lnTo>
                  <a:pt x="2089505" y="330682"/>
                </a:lnTo>
                <a:lnTo>
                  <a:pt x="2073579" y="379450"/>
                </a:lnTo>
                <a:lnTo>
                  <a:pt x="2069744" y="432092"/>
                </a:lnTo>
                <a:lnTo>
                  <a:pt x="2053805" y="480860"/>
                </a:lnTo>
                <a:lnTo>
                  <a:pt x="2049868" y="533819"/>
                </a:lnTo>
                <a:lnTo>
                  <a:pt x="2028215" y="600113"/>
                </a:lnTo>
                <a:lnTo>
                  <a:pt x="2018220" y="671601"/>
                </a:lnTo>
                <a:lnTo>
                  <a:pt x="1989302" y="801014"/>
                </a:lnTo>
                <a:lnTo>
                  <a:pt x="1988210" y="804367"/>
                </a:lnTo>
                <a:lnTo>
                  <a:pt x="1979739" y="789393"/>
                </a:lnTo>
                <a:lnTo>
                  <a:pt x="1971167" y="774725"/>
                </a:lnTo>
                <a:lnTo>
                  <a:pt x="1950529" y="756119"/>
                </a:lnTo>
                <a:lnTo>
                  <a:pt x="1942058" y="741146"/>
                </a:lnTo>
                <a:lnTo>
                  <a:pt x="1937753" y="754316"/>
                </a:lnTo>
                <a:lnTo>
                  <a:pt x="1948103" y="763524"/>
                </a:lnTo>
                <a:lnTo>
                  <a:pt x="1945932" y="770191"/>
                </a:lnTo>
                <a:lnTo>
                  <a:pt x="1934997" y="762762"/>
                </a:lnTo>
                <a:lnTo>
                  <a:pt x="1935975" y="759764"/>
                </a:lnTo>
                <a:lnTo>
                  <a:pt x="1924786" y="753122"/>
                </a:lnTo>
                <a:lnTo>
                  <a:pt x="1913534" y="746645"/>
                </a:lnTo>
                <a:lnTo>
                  <a:pt x="1926767" y="747026"/>
                </a:lnTo>
                <a:lnTo>
                  <a:pt x="1929307" y="739292"/>
                </a:lnTo>
                <a:lnTo>
                  <a:pt x="1943150" y="737806"/>
                </a:lnTo>
                <a:lnTo>
                  <a:pt x="1935086" y="721575"/>
                </a:lnTo>
                <a:lnTo>
                  <a:pt x="1926932" y="705650"/>
                </a:lnTo>
                <a:lnTo>
                  <a:pt x="1918766" y="689737"/>
                </a:lnTo>
                <a:lnTo>
                  <a:pt x="1908708" y="679653"/>
                </a:lnTo>
                <a:lnTo>
                  <a:pt x="1898637" y="669569"/>
                </a:lnTo>
                <a:lnTo>
                  <a:pt x="1894713" y="681558"/>
                </a:lnTo>
                <a:lnTo>
                  <a:pt x="1904898" y="691286"/>
                </a:lnTo>
                <a:lnTo>
                  <a:pt x="1900859" y="703643"/>
                </a:lnTo>
                <a:lnTo>
                  <a:pt x="1890369" y="694867"/>
                </a:lnTo>
                <a:lnTo>
                  <a:pt x="1893176" y="686295"/>
                </a:lnTo>
                <a:lnTo>
                  <a:pt x="1882686" y="677494"/>
                </a:lnTo>
                <a:lnTo>
                  <a:pt x="1889848" y="655586"/>
                </a:lnTo>
                <a:lnTo>
                  <a:pt x="1883244" y="634911"/>
                </a:lnTo>
                <a:lnTo>
                  <a:pt x="1882838" y="636143"/>
                </a:lnTo>
                <a:lnTo>
                  <a:pt x="1871649" y="629500"/>
                </a:lnTo>
                <a:lnTo>
                  <a:pt x="1876628" y="614235"/>
                </a:lnTo>
                <a:lnTo>
                  <a:pt x="1866201" y="605269"/>
                </a:lnTo>
                <a:lnTo>
                  <a:pt x="1868932" y="596912"/>
                </a:lnTo>
                <a:lnTo>
                  <a:pt x="1859051" y="586270"/>
                </a:lnTo>
                <a:lnTo>
                  <a:pt x="1857413" y="591286"/>
                </a:lnTo>
                <a:lnTo>
                  <a:pt x="1845424" y="587082"/>
                </a:lnTo>
                <a:lnTo>
                  <a:pt x="1833727" y="581990"/>
                </a:lnTo>
                <a:lnTo>
                  <a:pt x="1821738" y="577786"/>
                </a:lnTo>
                <a:lnTo>
                  <a:pt x="1824469" y="569429"/>
                </a:lnTo>
                <a:lnTo>
                  <a:pt x="1848612" y="577316"/>
                </a:lnTo>
                <a:lnTo>
                  <a:pt x="1851342" y="568947"/>
                </a:lnTo>
                <a:lnTo>
                  <a:pt x="1837042" y="530948"/>
                </a:lnTo>
                <a:lnTo>
                  <a:pt x="1829892" y="511949"/>
                </a:lnTo>
                <a:lnTo>
                  <a:pt x="1826602" y="521982"/>
                </a:lnTo>
                <a:lnTo>
                  <a:pt x="1817814" y="508000"/>
                </a:lnTo>
                <a:lnTo>
                  <a:pt x="1822183" y="494614"/>
                </a:lnTo>
                <a:lnTo>
                  <a:pt x="1815960" y="472795"/>
                </a:lnTo>
                <a:lnTo>
                  <a:pt x="1820773" y="458050"/>
                </a:lnTo>
                <a:lnTo>
                  <a:pt x="1813102" y="440613"/>
                </a:lnTo>
                <a:lnTo>
                  <a:pt x="1805647" y="422554"/>
                </a:lnTo>
                <a:lnTo>
                  <a:pt x="1797316" y="407162"/>
                </a:lnTo>
                <a:lnTo>
                  <a:pt x="1788464" y="393344"/>
                </a:lnTo>
                <a:lnTo>
                  <a:pt x="1779422" y="380136"/>
                </a:lnTo>
                <a:lnTo>
                  <a:pt x="1770468" y="366636"/>
                </a:lnTo>
                <a:lnTo>
                  <a:pt x="1776831" y="347154"/>
                </a:lnTo>
                <a:lnTo>
                  <a:pt x="1767344" y="335292"/>
                </a:lnTo>
                <a:lnTo>
                  <a:pt x="1772069" y="320865"/>
                </a:lnTo>
                <a:lnTo>
                  <a:pt x="1760537" y="315252"/>
                </a:lnTo>
                <a:lnTo>
                  <a:pt x="1759445" y="318592"/>
                </a:lnTo>
                <a:lnTo>
                  <a:pt x="1747380" y="314642"/>
                </a:lnTo>
                <a:lnTo>
                  <a:pt x="1526679" y="990219"/>
                </a:lnTo>
                <a:lnTo>
                  <a:pt x="1539735" y="991133"/>
                </a:lnTo>
                <a:lnTo>
                  <a:pt x="1556677" y="939279"/>
                </a:lnTo>
                <a:lnTo>
                  <a:pt x="1565986" y="951687"/>
                </a:lnTo>
                <a:lnTo>
                  <a:pt x="1575485" y="963472"/>
                </a:lnTo>
                <a:lnTo>
                  <a:pt x="1573136" y="970686"/>
                </a:lnTo>
                <a:lnTo>
                  <a:pt x="1583055" y="981214"/>
                </a:lnTo>
                <a:lnTo>
                  <a:pt x="1603108" y="1001623"/>
                </a:lnTo>
                <a:lnTo>
                  <a:pt x="1611147" y="1017930"/>
                </a:lnTo>
                <a:lnTo>
                  <a:pt x="1619288" y="1033919"/>
                </a:lnTo>
                <a:lnTo>
                  <a:pt x="1639646" y="1053388"/>
                </a:lnTo>
                <a:lnTo>
                  <a:pt x="1659204" y="1075321"/>
                </a:lnTo>
                <a:lnTo>
                  <a:pt x="1678711" y="1097394"/>
                </a:lnTo>
                <a:lnTo>
                  <a:pt x="1698320" y="1119162"/>
                </a:lnTo>
                <a:lnTo>
                  <a:pt x="1718183" y="1140155"/>
                </a:lnTo>
                <a:lnTo>
                  <a:pt x="1738922" y="1158468"/>
                </a:lnTo>
                <a:lnTo>
                  <a:pt x="1760118" y="1175372"/>
                </a:lnTo>
                <a:lnTo>
                  <a:pt x="1769554" y="1187399"/>
                </a:lnTo>
                <a:lnTo>
                  <a:pt x="1802333" y="1209763"/>
                </a:lnTo>
                <a:lnTo>
                  <a:pt x="1837321" y="1225359"/>
                </a:lnTo>
                <a:lnTo>
                  <a:pt x="1885607" y="1241132"/>
                </a:lnTo>
                <a:lnTo>
                  <a:pt x="1898218" y="1243406"/>
                </a:lnTo>
                <a:lnTo>
                  <a:pt x="1922437" y="1251077"/>
                </a:lnTo>
                <a:lnTo>
                  <a:pt x="1934984" y="1253566"/>
                </a:lnTo>
                <a:lnTo>
                  <a:pt x="1960422" y="1257477"/>
                </a:lnTo>
                <a:lnTo>
                  <a:pt x="1975027" y="1253680"/>
                </a:lnTo>
                <a:lnTo>
                  <a:pt x="1989886" y="1249108"/>
                </a:lnTo>
                <a:lnTo>
                  <a:pt x="2031466" y="1244523"/>
                </a:lnTo>
                <a:lnTo>
                  <a:pt x="2046325" y="1239939"/>
                </a:lnTo>
                <a:lnTo>
                  <a:pt x="2076284" y="1229995"/>
                </a:lnTo>
                <a:lnTo>
                  <a:pt x="2118753" y="1222692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332664" y="3402221"/>
            <a:ext cx="133350" cy="132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332664" y="3666984"/>
            <a:ext cx="133350" cy="132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6332664" y="3931747"/>
            <a:ext cx="133350" cy="1323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6332664" y="4196510"/>
            <a:ext cx="133350" cy="1323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6332664" y="4461273"/>
            <a:ext cx="133350" cy="1323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6332664" y="4726036"/>
            <a:ext cx="133350" cy="13238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6332664" y="4990799"/>
            <a:ext cx="133350" cy="1323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6332664" y="5255562"/>
            <a:ext cx="133350" cy="1323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6332664" y="5520326"/>
            <a:ext cx="133350" cy="13238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6332664" y="5785089"/>
            <a:ext cx="133350" cy="13238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6332664" y="6049852"/>
            <a:ext cx="133350" cy="13238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6332664" y="6314615"/>
            <a:ext cx="133350" cy="13238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6332664" y="6579378"/>
            <a:ext cx="133350" cy="13238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6332664" y="6844141"/>
            <a:ext cx="133350" cy="13238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6332664" y="7108904"/>
            <a:ext cx="133350" cy="13238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6332664" y="7373667"/>
            <a:ext cx="133350" cy="13238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6332664" y="7638430"/>
            <a:ext cx="133350" cy="13238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6332664" y="7903193"/>
            <a:ext cx="133350" cy="13238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6332664" y="8167957"/>
            <a:ext cx="133350" cy="13238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6332664" y="8432719"/>
            <a:ext cx="133350" cy="13238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6332664" y="8697483"/>
            <a:ext cx="133350" cy="13238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12053531" y="3402221"/>
            <a:ext cx="133350" cy="13238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12053531" y="3666984"/>
            <a:ext cx="133350" cy="13238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12053531" y="3931747"/>
            <a:ext cx="133350" cy="13238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12053531" y="4196510"/>
            <a:ext cx="133350" cy="13238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12053531" y="4461273"/>
            <a:ext cx="133350" cy="13238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12053531" y="4726036"/>
            <a:ext cx="133350" cy="13238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12053531" y="4990799"/>
            <a:ext cx="133350" cy="13238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12053531" y="5255562"/>
            <a:ext cx="133350" cy="13238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12053531" y="5520326"/>
            <a:ext cx="133350" cy="13238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12053531" y="5785089"/>
            <a:ext cx="133350" cy="13238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bg object 49"/>
          <p:cNvSpPr/>
          <p:nvPr/>
        </p:nvSpPr>
        <p:spPr>
          <a:xfrm>
            <a:off x="12053531" y="6049852"/>
            <a:ext cx="133350" cy="13238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bg object 50"/>
          <p:cNvSpPr/>
          <p:nvPr/>
        </p:nvSpPr>
        <p:spPr>
          <a:xfrm>
            <a:off x="12053531" y="6314615"/>
            <a:ext cx="133350" cy="13238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bg object 51"/>
          <p:cNvSpPr/>
          <p:nvPr/>
        </p:nvSpPr>
        <p:spPr>
          <a:xfrm>
            <a:off x="12053531" y="6579378"/>
            <a:ext cx="133350" cy="13238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bg object 52"/>
          <p:cNvSpPr/>
          <p:nvPr/>
        </p:nvSpPr>
        <p:spPr>
          <a:xfrm>
            <a:off x="12053531" y="6844141"/>
            <a:ext cx="133350" cy="13238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bg object 53"/>
          <p:cNvSpPr/>
          <p:nvPr/>
        </p:nvSpPr>
        <p:spPr>
          <a:xfrm>
            <a:off x="12053531" y="7108904"/>
            <a:ext cx="133350" cy="13238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bg object 54"/>
          <p:cNvSpPr/>
          <p:nvPr/>
        </p:nvSpPr>
        <p:spPr>
          <a:xfrm>
            <a:off x="12053531" y="7373667"/>
            <a:ext cx="133350" cy="13238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bg object 55"/>
          <p:cNvSpPr/>
          <p:nvPr/>
        </p:nvSpPr>
        <p:spPr>
          <a:xfrm>
            <a:off x="12053531" y="7638430"/>
            <a:ext cx="133350" cy="13238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bg object 56"/>
          <p:cNvSpPr/>
          <p:nvPr/>
        </p:nvSpPr>
        <p:spPr>
          <a:xfrm>
            <a:off x="12053531" y="7903193"/>
            <a:ext cx="133350" cy="13238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12053531" y="8167957"/>
            <a:ext cx="133350" cy="13238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bg object 58"/>
          <p:cNvSpPr/>
          <p:nvPr/>
        </p:nvSpPr>
        <p:spPr>
          <a:xfrm>
            <a:off x="12053531" y="8432719"/>
            <a:ext cx="133350" cy="13238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bg object 59"/>
          <p:cNvSpPr/>
          <p:nvPr/>
        </p:nvSpPr>
        <p:spPr>
          <a:xfrm>
            <a:off x="12053531" y="8697483"/>
            <a:ext cx="133350" cy="13238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45790" y="688481"/>
            <a:ext cx="12796418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2B122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2B122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B122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2B122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2B122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45063" y="902804"/>
            <a:ext cx="9797872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rgbClr val="2B122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05928" y="1892401"/>
            <a:ext cx="9674225" cy="602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2B122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image" Target="../media/image36.png"/><Relationship Id="rId17" Type="http://schemas.openxmlformats.org/officeDocument/2006/relationships/image" Target="../media/image37.png"/><Relationship Id="rId18" Type="http://schemas.openxmlformats.org/officeDocument/2006/relationships/image" Target="../media/image38.png"/><Relationship Id="rId19" Type="http://schemas.openxmlformats.org/officeDocument/2006/relationships/image" Target="../media/image39.png"/><Relationship Id="rId20" Type="http://schemas.openxmlformats.org/officeDocument/2006/relationships/image" Target="../media/image40.png"/><Relationship Id="rId21" Type="http://schemas.openxmlformats.org/officeDocument/2006/relationships/image" Target="../media/image41.png"/><Relationship Id="rId22" Type="http://schemas.openxmlformats.org/officeDocument/2006/relationships/image" Target="../media/image42.png"/><Relationship Id="rId23" Type="http://schemas.openxmlformats.org/officeDocument/2006/relationships/image" Target="../media/image43.png"/><Relationship Id="rId24" Type="http://schemas.openxmlformats.org/officeDocument/2006/relationships/image" Target="../media/image44.png"/><Relationship Id="rId25" Type="http://schemas.openxmlformats.org/officeDocument/2006/relationships/image" Target="../media/image45.png"/><Relationship Id="rId26" Type="http://schemas.openxmlformats.org/officeDocument/2006/relationships/image" Target="../media/image46.png"/><Relationship Id="rId27" Type="http://schemas.openxmlformats.org/officeDocument/2006/relationships/image" Target="../media/image47.png"/><Relationship Id="rId28" Type="http://schemas.openxmlformats.org/officeDocument/2006/relationships/image" Target="../media/image48.png"/><Relationship Id="rId29" Type="http://schemas.openxmlformats.org/officeDocument/2006/relationships/image" Target="../media/image49.png"/><Relationship Id="rId30" Type="http://schemas.openxmlformats.org/officeDocument/2006/relationships/image" Target="../media/image50.png"/><Relationship Id="rId31" Type="http://schemas.openxmlformats.org/officeDocument/2006/relationships/image" Target="../media/image51.png"/><Relationship Id="rId32" Type="http://schemas.openxmlformats.org/officeDocument/2006/relationships/image" Target="../media/image52.png"/><Relationship Id="rId33" Type="http://schemas.openxmlformats.org/officeDocument/2006/relationships/image" Target="../media/image53.png"/><Relationship Id="rId34" Type="http://schemas.openxmlformats.org/officeDocument/2006/relationships/image" Target="../media/image54.png"/><Relationship Id="rId35" Type="http://schemas.openxmlformats.org/officeDocument/2006/relationships/image" Target="../media/image55.png"/><Relationship Id="rId36" Type="http://schemas.openxmlformats.org/officeDocument/2006/relationships/image" Target="../media/image56.png"/><Relationship Id="rId37" Type="http://schemas.openxmlformats.org/officeDocument/2006/relationships/image" Target="../media/image57.png"/><Relationship Id="rId38" Type="http://schemas.openxmlformats.org/officeDocument/2006/relationships/image" Target="../media/image58.png"/><Relationship Id="rId39" Type="http://schemas.openxmlformats.org/officeDocument/2006/relationships/image" Target="../media/image59.png"/><Relationship Id="rId40" Type="http://schemas.openxmlformats.org/officeDocument/2006/relationships/image" Target="../media/image60.png"/><Relationship Id="rId41" Type="http://schemas.openxmlformats.org/officeDocument/2006/relationships/image" Target="../media/image61.png"/><Relationship Id="rId42" Type="http://schemas.openxmlformats.org/officeDocument/2006/relationships/image" Target="../media/image62.png"/><Relationship Id="rId43" Type="http://schemas.openxmlformats.org/officeDocument/2006/relationships/image" Target="../media/image63.png"/><Relationship Id="rId44" Type="http://schemas.openxmlformats.org/officeDocument/2006/relationships/image" Target="../media/image64.png"/><Relationship Id="rId45" Type="http://schemas.openxmlformats.org/officeDocument/2006/relationships/image" Target="../media/image65.png"/><Relationship Id="rId46" Type="http://schemas.openxmlformats.org/officeDocument/2006/relationships/image" Target="../media/image66.png"/><Relationship Id="rId47" Type="http://schemas.openxmlformats.org/officeDocument/2006/relationships/image" Target="../media/image67.png"/><Relationship Id="rId48" Type="http://schemas.openxmlformats.org/officeDocument/2006/relationships/image" Target="../media/image68.png"/><Relationship Id="rId49" Type="http://schemas.openxmlformats.org/officeDocument/2006/relationships/image" Target="../media/image69.png"/><Relationship Id="rId50" Type="http://schemas.openxmlformats.org/officeDocument/2006/relationships/image" Target="../media/image70.png"/><Relationship Id="rId51" Type="http://schemas.openxmlformats.org/officeDocument/2006/relationships/image" Target="../media/image71.png"/><Relationship Id="rId52" Type="http://schemas.openxmlformats.org/officeDocument/2006/relationships/image" Target="../media/image72.png"/><Relationship Id="rId53" Type="http://schemas.openxmlformats.org/officeDocument/2006/relationships/image" Target="../media/image73.png"/><Relationship Id="rId54" Type="http://schemas.openxmlformats.org/officeDocument/2006/relationships/image" Target="../media/image74.png"/><Relationship Id="rId55" Type="http://schemas.openxmlformats.org/officeDocument/2006/relationships/image" Target="../media/image75.png"/><Relationship Id="rId56" Type="http://schemas.openxmlformats.org/officeDocument/2006/relationships/image" Target="../media/image76.png"/><Relationship Id="rId57" Type="http://schemas.openxmlformats.org/officeDocument/2006/relationships/image" Target="../media/image77.png"/><Relationship Id="rId58" Type="http://schemas.openxmlformats.org/officeDocument/2006/relationships/image" Target="../media/image78.png"/><Relationship Id="rId59" Type="http://schemas.openxmlformats.org/officeDocument/2006/relationships/image" Target="../media/image79.png"/><Relationship Id="rId60" Type="http://schemas.openxmlformats.org/officeDocument/2006/relationships/image" Target="../media/image80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81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image" Target="../media/image36.png"/><Relationship Id="rId17" Type="http://schemas.openxmlformats.org/officeDocument/2006/relationships/image" Target="../media/image37.png"/><Relationship Id="rId18" Type="http://schemas.openxmlformats.org/officeDocument/2006/relationships/image" Target="../media/image38.png"/><Relationship Id="rId19" Type="http://schemas.openxmlformats.org/officeDocument/2006/relationships/image" Target="../media/image39.png"/><Relationship Id="rId20" Type="http://schemas.openxmlformats.org/officeDocument/2006/relationships/image" Target="../media/image40.png"/><Relationship Id="rId21" Type="http://schemas.openxmlformats.org/officeDocument/2006/relationships/image" Target="../media/image82.png"/><Relationship Id="rId22" Type="http://schemas.openxmlformats.org/officeDocument/2006/relationships/image" Target="../media/image42.png"/><Relationship Id="rId23" Type="http://schemas.openxmlformats.org/officeDocument/2006/relationships/image" Target="../media/image43.png"/><Relationship Id="rId24" Type="http://schemas.openxmlformats.org/officeDocument/2006/relationships/image" Target="../media/image44.png"/><Relationship Id="rId25" Type="http://schemas.openxmlformats.org/officeDocument/2006/relationships/image" Target="../media/image45.png"/><Relationship Id="rId26" Type="http://schemas.openxmlformats.org/officeDocument/2006/relationships/image" Target="../media/image46.png"/><Relationship Id="rId27" Type="http://schemas.openxmlformats.org/officeDocument/2006/relationships/image" Target="../media/image47.png"/><Relationship Id="rId28" Type="http://schemas.openxmlformats.org/officeDocument/2006/relationships/image" Target="../media/image48.png"/><Relationship Id="rId29" Type="http://schemas.openxmlformats.org/officeDocument/2006/relationships/image" Target="../media/image49.png"/><Relationship Id="rId30" Type="http://schemas.openxmlformats.org/officeDocument/2006/relationships/image" Target="../media/image50.png"/><Relationship Id="rId31" Type="http://schemas.openxmlformats.org/officeDocument/2006/relationships/image" Target="../media/image51.png"/><Relationship Id="rId32" Type="http://schemas.openxmlformats.org/officeDocument/2006/relationships/image" Target="../media/image52.png"/><Relationship Id="rId33" Type="http://schemas.openxmlformats.org/officeDocument/2006/relationships/image" Target="../media/image53.png"/><Relationship Id="rId34" Type="http://schemas.openxmlformats.org/officeDocument/2006/relationships/image" Target="../media/image83.png"/><Relationship Id="rId35" Type="http://schemas.openxmlformats.org/officeDocument/2006/relationships/image" Target="../media/image55.png"/><Relationship Id="rId36" Type="http://schemas.openxmlformats.org/officeDocument/2006/relationships/image" Target="../media/image56.png"/><Relationship Id="rId37" Type="http://schemas.openxmlformats.org/officeDocument/2006/relationships/image" Target="../media/image57.png"/><Relationship Id="rId38" Type="http://schemas.openxmlformats.org/officeDocument/2006/relationships/image" Target="../media/image84.png"/><Relationship Id="rId39" Type="http://schemas.openxmlformats.org/officeDocument/2006/relationships/image" Target="../media/image85.png"/><Relationship Id="rId40" Type="http://schemas.openxmlformats.org/officeDocument/2006/relationships/image" Target="../media/image60.png"/><Relationship Id="rId41" Type="http://schemas.openxmlformats.org/officeDocument/2006/relationships/image" Target="../media/image61.png"/><Relationship Id="rId42" Type="http://schemas.openxmlformats.org/officeDocument/2006/relationships/image" Target="../media/image62.png"/><Relationship Id="rId43" Type="http://schemas.openxmlformats.org/officeDocument/2006/relationships/image" Target="../media/image63.png"/><Relationship Id="rId44" Type="http://schemas.openxmlformats.org/officeDocument/2006/relationships/image" Target="../media/image86.png"/><Relationship Id="rId45" Type="http://schemas.openxmlformats.org/officeDocument/2006/relationships/image" Target="../media/image65.png"/><Relationship Id="rId46" Type="http://schemas.openxmlformats.org/officeDocument/2006/relationships/image" Target="../media/image66.png"/><Relationship Id="rId47" Type="http://schemas.openxmlformats.org/officeDocument/2006/relationships/image" Target="../media/image67.png"/><Relationship Id="rId48" Type="http://schemas.openxmlformats.org/officeDocument/2006/relationships/image" Target="../media/image68.png"/><Relationship Id="rId49" Type="http://schemas.openxmlformats.org/officeDocument/2006/relationships/image" Target="../media/image87.png"/><Relationship Id="rId50" Type="http://schemas.openxmlformats.org/officeDocument/2006/relationships/image" Target="../media/image70.png"/><Relationship Id="rId51" Type="http://schemas.openxmlformats.org/officeDocument/2006/relationships/image" Target="../media/image71.png"/><Relationship Id="rId52" Type="http://schemas.openxmlformats.org/officeDocument/2006/relationships/image" Target="../media/image72.png"/><Relationship Id="rId53" Type="http://schemas.openxmlformats.org/officeDocument/2006/relationships/image" Target="../media/image88.png"/><Relationship Id="rId54" Type="http://schemas.openxmlformats.org/officeDocument/2006/relationships/image" Target="../media/image74.png"/><Relationship Id="rId55" Type="http://schemas.openxmlformats.org/officeDocument/2006/relationships/image" Target="../media/image75.png"/><Relationship Id="rId56" Type="http://schemas.openxmlformats.org/officeDocument/2006/relationships/image" Target="../media/image76.png"/><Relationship Id="rId57" Type="http://schemas.openxmlformats.org/officeDocument/2006/relationships/image" Target="../media/image77.png"/><Relationship Id="rId58" Type="http://schemas.openxmlformats.org/officeDocument/2006/relationships/image" Target="../media/image78.png"/><Relationship Id="rId59" Type="http://schemas.openxmlformats.org/officeDocument/2006/relationships/image" Target="../media/image79.png"/><Relationship Id="rId60" Type="http://schemas.openxmlformats.org/officeDocument/2006/relationships/image" Target="../media/image80.png"/><Relationship Id="rId61" Type="http://schemas.openxmlformats.org/officeDocument/2006/relationships/image" Target="../media/image89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jp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Relationship Id="rId18" Type="http://schemas.openxmlformats.org/officeDocument/2006/relationships/image" Target="../media/image106.png"/><Relationship Id="rId19" Type="http://schemas.openxmlformats.org/officeDocument/2006/relationships/image" Target="../media/image107.png"/><Relationship Id="rId20" Type="http://schemas.openxmlformats.org/officeDocument/2006/relationships/image" Target="../media/image108.png"/><Relationship Id="rId21" Type="http://schemas.openxmlformats.org/officeDocument/2006/relationships/image" Target="../media/image109.png"/><Relationship Id="rId22" Type="http://schemas.openxmlformats.org/officeDocument/2006/relationships/image" Target="../media/image110.png"/><Relationship Id="rId23" Type="http://schemas.openxmlformats.org/officeDocument/2006/relationships/image" Target="../media/image111.png"/><Relationship Id="rId24" Type="http://schemas.openxmlformats.org/officeDocument/2006/relationships/image" Target="../media/image112.png"/><Relationship Id="rId25" Type="http://schemas.openxmlformats.org/officeDocument/2006/relationships/image" Target="../media/image113.png"/><Relationship Id="rId26" Type="http://schemas.openxmlformats.org/officeDocument/2006/relationships/image" Target="../media/image114.png"/><Relationship Id="rId27" Type="http://schemas.openxmlformats.org/officeDocument/2006/relationships/image" Target="../media/image115.png"/><Relationship Id="rId28" Type="http://schemas.openxmlformats.org/officeDocument/2006/relationships/image" Target="../media/image116.png"/><Relationship Id="rId29" Type="http://schemas.openxmlformats.org/officeDocument/2006/relationships/image" Target="../media/image117.png"/><Relationship Id="rId30" Type="http://schemas.openxmlformats.org/officeDocument/2006/relationships/image" Target="../media/image118.png"/><Relationship Id="rId31" Type="http://schemas.openxmlformats.org/officeDocument/2006/relationships/image" Target="../media/image119.png"/><Relationship Id="rId32" Type="http://schemas.openxmlformats.org/officeDocument/2006/relationships/image" Target="../media/image120.png"/><Relationship Id="rId33" Type="http://schemas.openxmlformats.org/officeDocument/2006/relationships/image" Target="../media/image121.png"/><Relationship Id="rId34" Type="http://schemas.openxmlformats.org/officeDocument/2006/relationships/image" Target="../media/image122.png"/><Relationship Id="rId35" Type="http://schemas.openxmlformats.org/officeDocument/2006/relationships/image" Target="../media/image123.png"/><Relationship Id="rId36" Type="http://schemas.openxmlformats.org/officeDocument/2006/relationships/image" Target="../media/image124.png"/><Relationship Id="rId37" Type="http://schemas.openxmlformats.org/officeDocument/2006/relationships/image" Target="../media/image125.png"/><Relationship Id="rId38" Type="http://schemas.openxmlformats.org/officeDocument/2006/relationships/image" Target="../media/image126.png"/><Relationship Id="rId39" Type="http://schemas.openxmlformats.org/officeDocument/2006/relationships/image" Target="../media/image127.png"/><Relationship Id="rId40" Type="http://schemas.openxmlformats.org/officeDocument/2006/relationships/image" Target="../media/image128.png"/><Relationship Id="rId41" Type="http://schemas.openxmlformats.org/officeDocument/2006/relationships/image" Target="../media/image129.png"/><Relationship Id="rId42" Type="http://schemas.openxmlformats.org/officeDocument/2006/relationships/image" Target="../media/image130.png"/><Relationship Id="rId43" Type="http://schemas.openxmlformats.org/officeDocument/2006/relationships/image" Target="../media/image131.png"/><Relationship Id="rId44" Type="http://schemas.openxmlformats.org/officeDocument/2006/relationships/image" Target="../media/image132.png"/><Relationship Id="rId45" Type="http://schemas.openxmlformats.org/officeDocument/2006/relationships/image" Target="../media/image133.png"/><Relationship Id="rId46" Type="http://schemas.openxmlformats.org/officeDocument/2006/relationships/image" Target="../media/image134.png"/><Relationship Id="rId47" Type="http://schemas.openxmlformats.org/officeDocument/2006/relationships/image" Target="../media/image135.png"/><Relationship Id="rId48" Type="http://schemas.openxmlformats.org/officeDocument/2006/relationships/image" Target="../media/image13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41.png"/><Relationship Id="rId7" Type="http://schemas.openxmlformats.org/officeDocument/2006/relationships/image" Target="../media/image142.png"/><Relationship Id="rId8" Type="http://schemas.openxmlformats.org/officeDocument/2006/relationships/image" Target="../media/image143.png"/><Relationship Id="rId9" Type="http://schemas.openxmlformats.org/officeDocument/2006/relationships/image" Target="../media/image144.png"/><Relationship Id="rId10" Type="http://schemas.openxmlformats.org/officeDocument/2006/relationships/image" Target="../media/image145.png"/><Relationship Id="rId11" Type="http://schemas.openxmlformats.org/officeDocument/2006/relationships/image" Target="../media/image14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7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8.jpg"/><Relationship Id="rId3" Type="http://schemas.openxmlformats.org/officeDocument/2006/relationships/image" Target="../media/image149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0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1.png"/><Relationship Id="rId3" Type="http://schemas.openxmlformats.org/officeDocument/2006/relationships/image" Target="../media/image152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3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4.jpg"/><Relationship Id="rId3" Type="http://schemas.openxmlformats.org/officeDocument/2006/relationships/image" Target="../media/image155.jpg"/><Relationship Id="rId4" Type="http://schemas.openxmlformats.org/officeDocument/2006/relationships/image" Target="../media/image156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7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8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9.jpg"/><Relationship Id="rId3" Type="http://schemas.openxmlformats.org/officeDocument/2006/relationships/image" Target="../media/image160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1.jpg"/><Relationship Id="rId3" Type="http://schemas.openxmlformats.org/officeDocument/2006/relationships/image" Target="../media/image162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3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4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5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6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7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8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9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Relationship Id="rId9" Type="http://schemas.openxmlformats.org/officeDocument/2006/relationships/image" Target="../media/image170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171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38.png"/><Relationship Id="rId20" Type="http://schemas.openxmlformats.org/officeDocument/2006/relationships/image" Target="../media/image39.png"/><Relationship Id="rId21" Type="http://schemas.openxmlformats.org/officeDocument/2006/relationships/image" Target="../media/image40.png"/><Relationship Id="rId22" Type="http://schemas.openxmlformats.org/officeDocument/2006/relationships/image" Target="../media/image172.png"/><Relationship Id="rId23" Type="http://schemas.openxmlformats.org/officeDocument/2006/relationships/image" Target="../media/image70.png"/><Relationship Id="rId24" Type="http://schemas.openxmlformats.org/officeDocument/2006/relationships/image" Target="../media/image44.png"/><Relationship Id="rId25" Type="http://schemas.openxmlformats.org/officeDocument/2006/relationships/image" Target="../media/image173.png"/><Relationship Id="rId26" Type="http://schemas.openxmlformats.org/officeDocument/2006/relationships/image" Target="../media/image45.png"/><Relationship Id="rId27" Type="http://schemas.openxmlformats.org/officeDocument/2006/relationships/image" Target="../media/image46.png"/><Relationship Id="rId28" Type="http://schemas.openxmlformats.org/officeDocument/2006/relationships/image" Target="../media/image47.png"/><Relationship Id="rId29" Type="http://schemas.openxmlformats.org/officeDocument/2006/relationships/image" Target="../media/image48.png"/><Relationship Id="rId30" Type="http://schemas.openxmlformats.org/officeDocument/2006/relationships/image" Target="../media/image49.png"/><Relationship Id="rId31" Type="http://schemas.openxmlformats.org/officeDocument/2006/relationships/image" Target="../media/image50.png"/><Relationship Id="rId32" Type="http://schemas.openxmlformats.org/officeDocument/2006/relationships/image" Target="../media/image51.png"/><Relationship Id="rId33" Type="http://schemas.openxmlformats.org/officeDocument/2006/relationships/image" Target="../media/image52.png"/><Relationship Id="rId34" Type="http://schemas.openxmlformats.org/officeDocument/2006/relationships/image" Target="../media/image53.png"/><Relationship Id="rId35" Type="http://schemas.openxmlformats.org/officeDocument/2006/relationships/image" Target="../media/image83.png"/><Relationship Id="rId36" Type="http://schemas.openxmlformats.org/officeDocument/2006/relationships/image" Target="../media/image55.png"/><Relationship Id="rId37" Type="http://schemas.openxmlformats.org/officeDocument/2006/relationships/image" Target="../media/image56.png"/><Relationship Id="rId38" Type="http://schemas.openxmlformats.org/officeDocument/2006/relationships/image" Target="../media/image57.png"/><Relationship Id="rId39" Type="http://schemas.openxmlformats.org/officeDocument/2006/relationships/image" Target="../media/image174.png"/><Relationship Id="rId40" Type="http://schemas.openxmlformats.org/officeDocument/2006/relationships/image" Target="../media/image85.png"/><Relationship Id="rId41" Type="http://schemas.openxmlformats.org/officeDocument/2006/relationships/image" Target="../media/image60.png"/><Relationship Id="rId42" Type="http://schemas.openxmlformats.org/officeDocument/2006/relationships/image" Target="../media/image61.png"/><Relationship Id="rId43" Type="http://schemas.openxmlformats.org/officeDocument/2006/relationships/image" Target="../media/image62.png"/><Relationship Id="rId44" Type="http://schemas.openxmlformats.org/officeDocument/2006/relationships/image" Target="../media/image63.png"/><Relationship Id="rId45" Type="http://schemas.openxmlformats.org/officeDocument/2006/relationships/image" Target="../media/image86.png"/><Relationship Id="rId46" Type="http://schemas.openxmlformats.org/officeDocument/2006/relationships/image" Target="../media/image65.png"/><Relationship Id="rId47" Type="http://schemas.openxmlformats.org/officeDocument/2006/relationships/image" Target="../media/image66.png"/><Relationship Id="rId48" Type="http://schemas.openxmlformats.org/officeDocument/2006/relationships/image" Target="../media/image67.png"/><Relationship Id="rId49" Type="http://schemas.openxmlformats.org/officeDocument/2006/relationships/image" Target="../media/image68.png"/><Relationship Id="rId50" Type="http://schemas.openxmlformats.org/officeDocument/2006/relationships/image" Target="../media/image175.png"/><Relationship Id="rId51" Type="http://schemas.openxmlformats.org/officeDocument/2006/relationships/image" Target="../media/image71.png"/><Relationship Id="rId52" Type="http://schemas.openxmlformats.org/officeDocument/2006/relationships/image" Target="../media/image72.png"/><Relationship Id="rId53" Type="http://schemas.openxmlformats.org/officeDocument/2006/relationships/image" Target="../media/image88.png"/><Relationship Id="rId54" Type="http://schemas.openxmlformats.org/officeDocument/2006/relationships/image" Target="../media/image74.png"/><Relationship Id="rId55" Type="http://schemas.openxmlformats.org/officeDocument/2006/relationships/image" Target="../media/image75.png"/><Relationship Id="rId56" Type="http://schemas.openxmlformats.org/officeDocument/2006/relationships/image" Target="../media/image76.png"/><Relationship Id="rId57" Type="http://schemas.openxmlformats.org/officeDocument/2006/relationships/image" Target="../media/image77.png"/><Relationship Id="rId58" Type="http://schemas.openxmlformats.org/officeDocument/2006/relationships/image" Target="../media/image78.png"/><Relationship Id="rId59" Type="http://schemas.openxmlformats.org/officeDocument/2006/relationships/image" Target="../media/image79.png"/><Relationship Id="rId60" Type="http://schemas.openxmlformats.org/officeDocument/2006/relationships/image" Target="../media/image8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591130" y="7155256"/>
            <a:ext cx="2690495" cy="3131820"/>
          </a:xfrm>
          <a:custGeom>
            <a:avLst/>
            <a:gdLst/>
            <a:ahLst/>
            <a:cxnLst/>
            <a:rect l="l" t="t" r="r" b="b"/>
            <a:pathLst>
              <a:path w="2690494" h="3131820">
                <a:moveTo>
                  <a:pt x="654646" y="1171321"/>
                </a:moveTo>
                <a:lnTo>
                  <a:pt x="643928" y="1163548"/>
                </a:lnTo>
                <a:lnTo>
                  <a:pt x="641273" y="1171028"/>
                </a:lnTo>
                <a:lnTo>
                  <a:pt x="654646" y="1171321"/>
                </a:lnTo>
                <a:close/>
              </a:path>
              <a:path w="2690494" h="3131820">
                <a:moveTo>
                  <a:pt x="1129461" y="2414447"/>
                </a:moveTo>
                <a:lnTo>
                  <a:pt x="1120317" y="2402281"/>
                </a:lnTo>
                <a:lnTo>
                  <a:pt x="1110462" y="2429992"/>
                </a:lnTo>
                <a:lnTo>
                  <a:pt x="1125245" y="2426322"/>
                </a:lnTo>
                <a:lnTo>
                  <a:pt x="1129461" y="2414447"/>
                </a:lnTo>
                <a:close/>
              </a:path>
              <a:path w="2690494" h="3131820">
                <a:moveTo>
                  <a:pt x="1164704" y="2406904"/>
                </a:moveTo>
                <a:lnTo>
                  <a:pt x="1147978" y="2378672"/>
                </a:lnTo>
                <a:lnTo>
                  <a:pt x="1146581" y="2382634"/>
                </a:lnTo>
                <a:lnTo>
                  <a:pt x="1140510" y="2387168"/>
                </a:lnTo>
                <a:lnTo>
                  <a:pt x="1136421" y="2392400"/>
                </a:lnTo>
                <a:lnTo>
                  <a:pt x="1135583" y="2401024"/>
                </a:lnTo>
                <a:lnTo>
                  <a:pt x="1133475" y="2406954"/>
                </a:lnTo>
                <a:lnTo>
                  <a:pt x="1132636" y="2415578"/>
                </a:lnTo>
                <a:lnTo>
                  <a:pt x="1164704" y="2406904"/>
                </a:lnTo>
                <a:close/>
              </a:path>
              <a:path w="2690494" h="3131820">
                <a:moveTo>
                  <a:pt x="1795399" y="2124976"/>
                </a:moveTo>
                <a:lnTo>
                  <a:pt x="1790738" y="2125548"/>
                </a:lnTo>
                <a:lnTo>
                  <a:pt x="1785378" y="2128101"/>
                </a:lnTo>
                <a:lnTo>
                  <a:pt x="1780705" y="2128672"/>
                </a:lnTo>
                <a:lnTo>
                  <a:pt x="1782686" y="2129371"/>
                </a:lnTo>
                <a:lnTo>
                  <a:pt x="1783969" y="2132050"/>
                </a:lnTo>
                <a:lnTo>
                  <a:pt x="1785950" y="2132761"/>
                </a:lnTo>
                <a:lnTo>
                  <a:pt x="1789328" y="2129498"/>
                </a:lnTo>
                <a:lnTo>
                  <a:pt x="1792008" y="2128228"/>
                </a:lnTo>
                <a:lnTo>
                  <a:pt x="1795399" y="2124976"/>
                </a:lnTo>
                <a:close/>
              </a:path>
              <a:path w="2690494" h="3131820">
                <a:moveTo>
                  <a:pt x="1802460" y="2492845"/>
                </a:moveTo>
                <a:lnTo>
                  <a:pt x="1802409" y="2490914"/>
                </a:lnTo>
                <a:lnTo>
                  <a:pt x="1801685" y="2495004"/>
                </a:lnTo>
                <a:lnTo>
                  <a:pt x="1802460" y="2492845"/>
                </a:lnTo>
                <a:close/>
              </a:path>
              <a:path w="2690494" h="3131820">
                <a:moveTo>
                  <a:pt x="1811210" y="1899183"/>
                </a:moveTo>
                <a:lnTo>
                  <a:pt x="1805355" y="1877733"/>
                </a:lnTo>
                <a:lnTo>
                  <a:pt x="1798472" y="1897087"/>
                </a:lnTo>
                <a:lnTo>
                  <a:pt x="1796567" y="1902472"/>
                </a:lnTo>
                <a:lnTo>
                  <a:pt x="1806613" y="1912099"/>
                </a:lnTo>
                <a:lnTo>
                  <a:pt x="1811210" y="1899183"/>
                </a:lnTo>
                <a:close/>
              </a:path>
              <a:path w="2690494" h="3131820">
                <a:moveTo>
                  <a:pt x="1812226" y="2046236"/>
                </a:moveTo>
                <a:lnTo>
                  <a:pt x="1811312" y="2011756"/>
                </a:lnTo>
                <a:lnTo>
                  <a:pt x="1810448" y="2001024"/>
                </a:lnTo>
                <a:lnTo>
                  <a:pt x="1799628" y="2021700"/>
                </a:lnTo>
                <a:lnTo>
                  <a:pt x="1796199" y="2033308"/>
                </a:lnTo>
                <a:lnTo>
                  <a:pt x="1800352" y="2040077"/>
                </a:lnTo>
                <a:lnTo>
                  <a:pt x="1812226" y="2046236"/>
                </a:lnTo>
                <a:close/>
              </a:path>
              <a:path w="2690494" h="3131820">
                <a:moveTo>
                  <a:pt x="1815973" y="1922741"/>
                </a:moveTo>
                <a:lnTo>
                  <a:pt x="1812023" y="1921332"/>
                </a:lnTo>
                <a:lnTo>
                  <a:pt x="1809330" y="1922614"/>
                </a:lnTo>
                <a:lnTo>
                  <a:pt x="1805381" y="1921205"/>
                </a:lnTo>
                <a:lnTo>
                  <a:pt x="1799678" y="1974913"/>
                </a:lnTo>
                <a:lnTo>
                  <a:pt x="1811528" y="1963483"/>
                </a:lnTo>
                <a:lnTo>
                  <a:pt x="1814029" y="1950199"/>
                </a:lnTo>
                <a:lnTo>
                  <a:pt x="1813420" y="1936216"/>
                </a:lnTo>
                <a:lnTo>
                  <a:pt x="1815973" y="1922741"/>
                </a:lnTo>
                <a:close/>
              </a:path>
              <a:path w="2690494" h="3131820">
                <a:moveTo>
                  <a:pt x="1821357" y="2359329"/>
                </a:moveTo>
                <a:lnTo>
                  <a:pt x="1819135" y="2343150"/>
                </a:lnTo>
                <a:lnTo>
                  <a:pt x="1817598" y="2326792"/>
                </a:lnTo>
                <a:lnTo>
                  <a:pt x="1815325" y="2294775"/>
                </a:lnTo>
                <a:lnTo>
                  <a:pt x="1813344" y="2294064"/>
                </a:lnTo>
                <a:lnTo>
                  <a:pt x="1808683" y="2294648"/>
                </a:lnTo>
                <a:lnTo>
                  <a:pt x="1805990" y="2295918"/>
                </a:lnTo>
                <a:lnTo>
                  <a:pt x="1808772" y="2312301"/>
                </a:lnTo>
                <a:lnTo>
                  <a:pt x="1806257" y="2328888"/>
                </a:lnTo>
                <a:lnTo>
                  <a:pt x="1805127" y="2345144"/>
                </a:lnTo>
                <a:lnTo>
                  <a:pt x="1812036" y="2360485"/>
                </a:lnTo>
                <a:lnTo>
                  <a:pt x="1816696" y="2359914"/>
                </a:lnTo>
                <a:lnTo>
                  <a:pt x="1818678" y="2360612"/>
                </a:lnTo>
                <a:lnTo>
                  <a:pt x="1821357" y="2359329"/>
                </a:lnTo>
                <a:close/>
              </a:path>
              <a:path w="2690494" h="3131820">
                <a:moveTo>
                  <a:pt x="2123452" y="678903"/>
                </a:moveTo>
                <a:lnTo>
                  <a:pt x="2111489" y="674662"/>
                </a:lnTo>
                <a:lnTo>
                  <a:pt x="2101799" y="663968"/>
                </a:lnTo>
                <a:lnTo>
                  <a:pt x="2105139" y="654570"/>
                </a:lnTo>
                <a:lnTo>
                  <a:pt x="2097049" y="639432"/>
                </a:lnTo>
                <a:lnTo>
                  <a:pt x="2086292" y="593813"/>
                </a:lnTo>
                <a:lnTo>
                  <a:pt x="2066404" y="573938"/>
                </a:lnTo>
                <a:lnTo>
                  <a:pt x="2055850" y="565721"/>
                </a:lnTo>
                <a:lnTo>
                  <a:pt x="2063584" y="543953"/>
                </a:lnTo>
                <a:lnTo>
                  <a:pt x="2050910" y="541680"/>
                </a:lnTo>
                <a:lnTo>
                  <a:pt x="2042934" y="526199"/>
                </a:lnTo>
                <a:lnTo>
                  <a:pt x="2053704" y="495858"/>
                </a:lnTo>
                <a:lnTo>
                  <a:pt x="2041740" y="491617"/>
                </a:lnTo>
                <a:lnTo>
                  <a:pt x="2026272" y="535152"/>
                </a:lnTo>
                <a:lnTo>
                  <a:pt x="2018639" y="518693"/>
                </a:lnTo>
                <a:lnTo>
                  <a:pt x="2011210" y="501662"/>
                </a:lnTo>
                <a:lnTo>
                  <a:pt x="2015883" y="488518"/>
                </a:lnTo>
                <a:lnTo>
                  <a:pt x="2008657" y="470941"/>
                </a:lnTo>
                <a:lnTo>
                  <a:pt x="1995627" y="469658"/>
                </a:lnTo>
                <a:lnTo>
                  <a:pt x="1970646" y="464121"/>
                </a:lnTo>
                <a:lnTo>
                  <a:pt x="1944598" y="461556"/>
                </a:lnTo>
                <a:lnTo>
                  <a:pt x="1932635" y="457301"/>
                </a:lnTo>
                <a:lnTo>
                  <a:pt x="1922068" y="449097"/>
                </a:lnTo>
                <a:lnTo>
                  <a:pt x="1923478" y="445135"/>
                </a:lnTo>
                <a:lnTo>
                  <a:pt x="1921598" y="412496"/>
                </a:lnTo>
                <a:lnTo>
                  <a:pt x="1902345" y="390817"/>
                </a:lnTo>
                <a:lnTo>
                  <a:pt x="1880450" y="376555"/>
                </a:lnTo>
                <a:lnTo>
                  <a:pt x="1858695" y="361937"/>
                </a:lnTo>
                <a:lnTo>
                  <a:pt x="1847176" y="356412"/>
                </a:lnTo>
                <a:lnTo>
                  <a:pt x="1834146" y="355155"/>
                </a:lnTo>
                <a:lnTo>
                  <a:pt x="1819986" y="357098"/>
                </a:lnTo>
                <a:lnTo>
                  <a:pt x="1797469" y="344576"/>
                </a:lnTo>
                <a:lnTo>
                  <a:pt x="1784426" y="343344"/>
                </a:lnTo>
                <a:lnTo>
                  <a:pt x="1758365" y="340842"/>
                </a:lnTo>
                <a:lnTo>
                  <a:pt x="1744662" y="341477"/>
                </a:lnTo>
                <a:lnTo>
                  <a:pt x="1693189" y="334619"/>
                </a:lnTo>
                <a:lnTo>
                  <a:pt x="1641182" y="329234"/>
                </a:lnTo>
                <a:lnTo>
                  <a:pt x="1588046" y="327075"/>
                </a:lnTo>
                <a:lnTo>
                  <a:pt x="1549501" y="321741"/>
                </a:lnTo>
                <a:lnTo>
                  <a:pt x="1522933" y="320662"/>
                </a:lnTo>
                <a:lnTo>
                  <a:pt x="1518094" y="334276"/>
                </a:lnTo>
                <a:lnTo>
                  <a:pt x="1503946" y="336169"/>
                </a:lnTo>
                <a:lnTo>
                  <a:pt x="1506753" y="328282"/>
                </a:lnTo>
                <a:lnTo>
                  <a:pt x="1494078" y="326009"/>
                </a:lnTo>
                <a:lnTo>
                  <a:pt x="1489913" y="337731"/>
                </a:lnTo>
                <a:lnTo>
                  <a:pt x="1474990" y="341807"/>
                </a:lnTo>
                <a:lnTo>
                  <a:pt x="1433588" y="458330"/>
                </a:lnTo>
                <a:lnTo>
                  <a:pt x="1405267" y="500126"/>
                </a:lnTo>
                <a:lnTo>
                  <a:pt x="1388833" y="546366"/>
                </a:lnTo>
                <a:lnTo>
                  <a:pt x="1384249" y="597204"/>
                </a:lnTo>
                <a:lnTo>
                  <a:pt x="1321777" y="773036"/>
                </a:lnTo>
                <a:lnTo>
                  <a:pt x="1317942" y="821791"/>
                </a:lnTo>
                <a:lnTo>
                  <a:pt x="1302194" y="866114"/>
                </a:lnTo>
                <a:lnTo>
                  <a:pt x="1295095" y="961948"/>
                </a:lnTo>
                <a:lnTo>
                  <a:pt x="1279385" y="1006170"/>
                </a:lnTo>
                <a:lnTo>
                  <a:pt x="1268412" y="1150861"/>
                </a:lnTo>
                <a:lnTo>
                  <a:pt x="1254696" y="1189456"/>
                </a:lnTo>
                <a:lnTo>
                  <a:pt x="1252956" y="1232306"/>
                </a:lnTo>
                <a:lnTo>
                  <a:pt x="1239240" y="1270901"/>
                </a:lnTo>
                <a:lnTo>
                  <a:pt x="1237500" y="1313751"/>
                </a:lnTo>
                <a:lnTo>
                  <a:pt x="1219962" y="1514830"/>
                </a:lnTo>
                <a:lnTo>
                  <a:pt x="1196149" y="1847418"/>
                </a:lnTo>
                <a:lnTo>
                  <a:pt x="1180807" y="2004415"/>
                </a:lnTo>
                <a:lnTo>
                  <a:pt x="1187792" y="2060600"/>
                </a:lnTo>
                <a:lnTo>
                  <a:pt x="1182865" y="2112416"/>
                </a:lnTo>
                <a:lnTo>
                  <a:pt x="1189913" y="2168436"/>
                </a:lnTo>
                <a:lnTo>
                  <a:pt x="1185125" y="2219845"/>
                </a:lnTo>
                <a:lnTo>
                  <a:pt x="1192504" y="2274951"/>
                </a:lnTo>
                <a:lnTo>
                  <a:pt x="1188046" y="2325446"/>
                </a:lnTo>
                <a:lnTo>
                  <a:pt x="1195616" y="2379992"/>
                </a:lnTo>
                <a:lnTo>
                  <a:pt x="1192123" y="2465692"/>
                </a:lnTo>
                <a:lnTo>
                  <a:pt x="1182560" y="2454694"/>
                </a:lnTo>
                <a:lnTo>
                  <a:pt x="1172591" y="2444813"/>
                </a:lnTo>
                <a:lnTo>
                  <a:pt x="1174330" y="2439924"/>
                </a:lnTo>
                <a:lnTo>
                  <a:pt x="1163967" y="2431161"/>
                </a:lnTo>
                <a:lnTo>
                  <a:pt x="1162558" y="2435123"/>
                </a:lnTo>
                <a:lnTo>
                  <a:pt x="1146365" y="2442743"/>
                </a:lnTo>
                <a:lnTo>
                  <a:pt x="1150023" y="2432443"/>
                </a:lnTo>
                <a:lnTo>
                  <a:pt x="1137831" y="2428849"/>
                </a:lnTo>
                <a:lnTo>
                  <a:pt x="1123924" y="2430068"/>
                </a:lnTo>
                <a:lnTo>
                  <a:pt x="1110462" y="2429992"/>
                </a:lnTo>
                <a:lnTo>
                  <a:pt x="1129969" y="2375090"/>
                </a:lnTo>
                <a:lnTo>
                  <a:pt x="1122680" y="2357704"/>
                </a:lnTo>
                <a:lnTo>
                  <a:pt x="1115250" y="2340673"/>
                </a:lnTo>
                <a:lnTo>
                  <a:pt x="1119581" y="2328456"/>
                </a:lnTo>
                <a:lnTo>
                  <a:pt x="1109916" y="2317750"/>
                </a:lnTo>
                <a:lnTo>
                  <a:pt x="1111745" y="2312581"/>
                </a:lnTo>
                <a:lnTo>
                  <a:pt x="1101483" y="2303538"/>
                </a:lnTo>
                <a:lnTo>
                  <a:pt x="1091412" y="2293937"/>
                </a:lnTo>
                <a:lnTo>
                  <a:pt x="1086180" y="2270760"/>
                </a:lnTo>
                <a:lnTo>
                  <a:pt x="1081722" y="2245347"/>
                </a:lnTo>
                <a:lnTo>
                  <a:pt x="1064514" y="2217915"/>
                </a:lnTo>
                <a:lnTo>
                  <a:pt x="1056894" y="2201418"/>
                </a:lnTo>
                <a:lnTo>
                  <a:pt x="1044930" y="2197163"/>
                </a:lnTo>
                <a:lnTo>
                  <a:pt x="1047038" y="2191232"/>
                </a:lnTo>
                <a:lnTo>
                  <a:pt x="1042454" y="2166201"/>
                </a:lnTo>
                <a:lnTo>
                  <a:pt x="1025906" y="2136914"/>
                </a:lnTo>
                <a:lnTo>
                  <a:pt x="1021321" y="2111870"/>
                </a:lnTo>
                <a:lnTo>
                  <a:pt x="1014641" y="2100059"/>
                </a:lnTo>
                <a:lnTo>
                  <a:pt x="1014641" y="2130679"/>
                </a:lnTo>
                <a:lnTo>
                  <a:pt x="1011605" y="2139251"/>
                </a:lnTo>
                <a:lnTo>
                  <a:pt x="982103" y="2146389"/>
                </a:lnTo>
                <a:lnTo>
                  <a:pt x="979462" y="2153843"/>
                </a:lnTo>
                <a:lnTo>
                  <a:pt x="969479" y="2143988"/>
                </a:lnTo>
                <a:lnTo>
                  <a:pt x="972934" y="2134285"/>
                </a:lnTo>
                <a:lnTo>
                  <a:pt x="962558" y="2125548"/>
                </a:lnTo>
                <a:lnTo>
                  <a:pt x="975474" y="2127110"/>
                </a:lnTo>
                <a:lnTo>
                  <a:pt x="988339" y="2128850"/>
                </a:lnTo>
                <a:lnTo>
                  <a:pt x="1001318" y="2130234"/>
                </a:lnTo>
                <a:lnTo>
                  <a:pt x="1014641" y="2130679"/>
                </a:lnTo>
                <a:lnTo>
                  <a:pt x="1014641" y="2100059"/>
                </a:lnTo>
                <a:lnTo>
                  <a:pt x="1004773" y="2082584"/>
                </a:lnTo>
                <a:lnTo>
                  <a:pt x="990701" y="2084273"/>
                </a:lnTo>
                <a:lnTo>
                  <a:pt x="981557" y="2110003"/>
                </a:lnTo>
                <a:lnTo>
                  <a:pt x="969759" y="2105266"/>
                </a:lnTo>
                <a:lnTo>
                  <a:pt x="959027" y="2097544"/>
                </a:lnTo>
                <a:lnTo>
                  <a:pt x="970241" y="2065972"/>
                </a:lnTo>
                <a:lnTo>
                  <a:pt x="971956" y="2068487"/>
                </a:lnTo>
                <a:lnTo>
                  <a:pt x="975245" y="2074329"/>
                </a:lnTo>
                <a:lnTo>
                  <a:pt x="984440" y="2075573"/>
                </a:lnTo>
                <a:lnTo>
                  <a:pt x="1009726" y="2077656"/>
                </a:lnTo>
                <a:lnTo>
                  <a:pt x="999642" y="2049564"/>
                </a:lnTo>
                <a:lnTo>
                  <a:pt x="986231" y="2055939"/>
                </a:lnTo>
                <a:lnTo>
                  <a:pt x="984961" y="2053259"/>
                </a:lnTo>
                <a:lnTo>
                  <a:pt x="980998" y="2051850"/>
                </a:lnTo>
                <a:lnTo>
                  <a:pt x="979728" y="2049170"/>
                </a:lnTo>
                <a:lnTo>
                  <a:pt x="974356" y="2051723"/>
                </a:lnTo>
                <a:lnTo>
                  <a:pt x="961072" y="2051456"/>
                </a:lnTo>
                <a:lnTo>
                  <a:pt x="964361" y="2057298"/>
                </a:lnTo>
                <a:lnTo>
                  <a:pt x="968273" y="2063076"/>
                </a:lnTo>
                <a:lnTo>
                  <a:pt x="961059" y="2053894"/>
                </a:lnTo>
                <a:lnTo>
                  <a:pt x="950556" y="2045500"/>
                </a:lnTo>
                <a:lnTo>
                  <a:pt x="952144" y="2041042"/>
                </a:lnTo>
                <a:lnTo>
                  <a:pt x="941755" y="2032342"/>
                </a:lnTo>
                <a:lnTo>
                  <a:pt x="943343" y="2027885"/>
                </a:lnTo>
                <a:lnTo>
                  <a:pt x="932954" y="2019185"/>
                </a:lnTo>
                <a:lnTo>
                  <a:pt x="946823" y="2018080"/>
                </a:lnTo>
                <a:lnTo>
                  <a:pt x="948524" y="2013292"/>
                </a:lnTo>
                <a:lnTo>
                  <a:pt x="962329" y="2012378"/>
                </a:lnTo>
                <a:lnTo>
                  <a:pt x="964628" y="2005914"/>
                </a:lnTo>
                <a:lnTo>
                  <a:pt x="975525" y="2013165"/>
                </a:lnTo>
                <a:lnTo>
                  <a:pt x="972820" y="2020798"/>
                </a:lnTo>
                <a:lnTo>
                  <a:pt x="981138" y="2035289"/>
                </a:lnTo>
                <a:lnTo>
                  <a:pt x="975906" y="2050046"/>
                </a:lnTo>
                <a:lnTo>
                  <a:pt x="995349" y="2033231"/>
                </a:lnTo>
                <a:lnTo>
                  <a:pt x="988822" y="2013673"/>
                </a:lnTo>
                <a:lnTo>
                  <a:pt x="981633" y="1995970"/>
                </a:lnTo>
                <a:lnTo>
                  <a:pt x="975169" y="1976221"/>
                </a:lnTo>
                <a:lnTo>
                  <a:pt x="965733" y="1964867"/>
                </a:lnTo>
                <a:lnTo>
                  <a:pt x="968133" y="1958111"/>
                </a:lnTo>
                <a:lnTo>
                  <a:pt x="958557" y="1947138"/>
                </a:lnTo>
                <a:lnTo>
                  <a:pt x="960386" y="1941982"/>
                </a:lnTo>
                <a:lnTo>
                  <a:pt x="947712" y="1939709"/>
                </a:lnTo>
                <a:lnTo>
                  <a:pt x="933653" y="1979295"/>
                </a:lnTo>
                <a:lnTo>
                  <a:pt x="925449" y="1964436"/>
                </a:lnTo>
                <a:lnTo>
                  <a:pt x="935621" y="1935797"/>
                </a:lnTo>
                <a:lnTo>
                  <a:pt x="953338" y="1923884"/>
                </a:lnTo>
                <a:lnTo>
                  <a:pt x="942771" y="1915668"/>
                </a:lnTo>
                <a:lnTo>
                  <a:pt x="933627" y="1903501"/>
                </a:lnTo>
                <a:lnTo>
                  <a:pt x="924483" y="1929231"/>
                </a:lnTo>
                <a:lnTo>
                  <a:pt x="898436" y="1926666"/>
                </a:lnTo>
                <a:lnTo>
                  <a:pt x="899845" y="1922703"/>
                </a:lnTo>
                <a:lnTo>
                  <a:pt x="888580" y="1916480"/>
                </a:lnTo>
                <a:lnTo>
                  <a:pt x="902017" y="1916582"/>
                </a:lnTo>
                <a:lnTo>
                  <a:pt x="903363" y="1912810"/>
                </a:lnTo>
                <a:lnTo>
                  <a:pt x="916673" y="1913293"/>
                </a:lnTo>
                <a:lnTo>
                  <a:pt x="922540" y="1896770"/>
                </a:lnTo>
                <a:lnTo>
                  <a:pt x="937221" y="1893354"/>
                </a:lnTo>
                <a:lnTo>
                  <a:pt x="939952" y="1885683"/>
                </a:lnTo>
                <a:lnTo>
                  <a:pt x="925017" y="1851850"/>
                </a:lnTo>
                <a:lnTo>
                  <a:pt x="917651" y="1834667"/>
                </a:lnTo>
                <a:lnTo>
                  <a:pt x="910272" y="1817471"/>
                </a:lnTo>
                <a:lnTo>
                  <a:pt x="895934" y="1781962"/>
                </a:lnTo>
                <a:lnTo>
                  <a:pt x="882192" y="1744789"/>
                </a:lnTo>
                <a:lnTo>
                  <a:pt x="866013" y="1790319"/>
                </a:lnTo>
                <a:lnTo>
                  <a:pt x="856678" y="1778647"/>
                </a:lnTo>
                <a:lnTo>
                  <a:pt x="859320" y="1771218"/>
                </a:lnTo>
                <a:lnTo>
                  <a:pt x="849985" y="1759546"/>
                </a:lnTo>
                <a:lnTo>
                  <a:pt x="852627" y="1752130"/>
                </a:lnTo>
                <a:lnTo>
                  <a:pt x="843851" y="1738909"/>
                </a:lnTo>
                <a:lnTo>
                  <a:pt x="850747" y="1719478"/>
                </a:lnTo>
                <a:lnTo>
                  <a:pt x="842759" y="1704035"/>
                </a:lnTo>
                <a:lnTo>
                  <a:pt x="838822" y="1715109"/>
                </a:lnTo>
                <a:lnTo>
                  <a:pt x="828154" y="1707210"/>
                </a:lnTo>
                <a:lnTo>
                  <a:pt x="827608" y="1708746"/>
                </a:lnTo>
                <a:lnTo>
                  <a:pt x="813904" y="1709381"/>
                </a:lnTo>
                <a:lnTo>
                  <a:pt x="831469" y="1697863"/>
                </a:lnTo>
                <a:lnTo>
                  <a:pt x="849071" y="1648320"/>
                </a:lnTo>
                <a:lnTo>
                  <a:pt x="832497" y="1657057"/>
                </a:lnTo>
                <a:lnTo>
                  <a:pt x="820229" y="1691576"/>
                </a:lnTo>
                <a:lnTo>
                  <a:pt x="808266" y="1687322"/>
                </a:lnTo>
                <a:lnTo>
                  <a:pt x="826541" y="1635874"/>
                </a:lnTo>
                <a:lnTo>
                  <a:pt x="838517" y="1640116"/>
                </a:lnTo>
                <a:lnTo>
                  <a:pt x="832573" y="1618881"/>
                </a:lnTo>
                <a:lnTo>
                  <a:pt x="826643" y="1597647"/>
                </a:lnTo>
                <a:lnTo>
                  <a:pt x="814374" y="1556308"/>
                </a:lnTo>
                <a:lnTo>
                  <a:pt x="804697" y="1539532"/>
                </a:lnTo>
                <a:lnTo>
                  <a:pt x="804697" y="1583524"/>
                </a:lnTo>
                <a:lnTo>
                  <a:pt x="796975" y="1605292"/>
                </a:lnTo>
                <a:lnTo>
                  <a:pt x="785012" y="1601038"/>
                </a:lnTo>
                <a:lnTo>
                  <a:pt x="786409" y="1597075"/>
                </a:lnTo>
                <a:lnTo>
                  <a:pt x="776693" y="1586484"/>
                </a:lnTo>
                <a:lnTo>
                  <a:pt x="779284" y="1579219"/>
                </a:lnTo>
                <a:lnTo>
                  <a:pt x="770293" y="1566583"/>
                </a:lnTo>
                <a:lnTo>
                  <a:pt x="773734" y="1556905"/>
                </a:lnTo>
                <a:lnTo>
                  <a:pt x="783234" y="1568081"/>
                </a:lnTo>
                <a:lnTo>
                  <a:pt x="794105" y="1575435"/>
                </a:lnTo>
                <a:lnTo>
                  <a:pt x="804697" y="1583524"/>
                </a:lnTo>
                <a:lnTo>
                  <a:pt x="804697" y="1539532"/>
                </a:lnTo>
                <a:lnTo>
                  <a:pt x="789355" y="1512925"/>
                </a:lnTo>
                <a:lnTo>
                  <a:pt x="775106" y="1477149"/>
                </a:lnTo>
                <a:lnTo>
                  <a:pt x="761009" y="1478902"/>
                </a:lnTo>
                <a:lnTo>
                  <a:pt x="758748" y="1485265"/>
                </a:lnTo>
                <a:lnTo>
                  <a:pt x="744258" y="1488135"/>
                </a:lnTo>
                <a:lnTo>
                  <a:pt x="741337" y="1496352"/>
                </a:lnTo>
                <a:lnTo>
                  <a:pt x="733018" y="1481810"/>
                </a:lnTo>
                <a:lnTo>
                  <a:pt x="742022" y="1456474"/>
                </a:lnTo>
                <a:lnTo>
                  <a:pt x="758024" y="1449374"/>
                </a:lnTo>
                <a:lnTo>
                  <a:pt x="748969" y="1436928"/>
                </a:lnTo>
                <a:lnTo>
                  <a:pt x="751217" y="1430591"/>
                </a:lnTo>
                <a:lnTo>
                  <a:pt x="741311" y="1420558"/>
                </a:lnTo>
                <a:lnTo>
                  <a:pt x="746937" y="1404721"/>
                </a:lnTo>
                <a:lnTo>
                  <a:pt x="714197" y="1383068"/>
                </a:lnTo>
                <a:lnTo>
                  <a:pt x="703287" y="1375841"/>
                </a:lnTo>
                <a:lnTo>
                  <a:pt x="712419" y="1350111"/>
                </a:lnTo>
                <a:lnTo>
                  <a:pt x="699046" y="1349819"/>
                </a:lnTo>
                <a:lnTo>
                  <a:pt x="704672" y="1333982"/>
                </a:lnTo>
                <a:lnTo>
                  <a:pt x="691299" y="1333690"/>
                </a:lnTo>
                <a:lnTo>
                  <a:pt x="704659" y="1296085"/>
                </a:lnTo>
                <a:lnTo>
                  <a:pt x="691108" y="1296314"/>
                </a:lnTo>
                <a:lnTo>
                  <a:pt x="687654" y="1306029"/>
                </a:lnTo>
                <a:lnTo>
                  <a:pt x="673696" y="1307376"/>
                </a:lnTo>
                <a:lnTo>
                  <a:pt x="683018" y="1281150"/>
                </a:lnTo>
                <a:lnTo>
                  <a:pt x="675182" y="1265262"/>
                </a:lnTo>
                <a:lnTo>
                  <a:pt x="676579" y="1261313"/>
                </a:lnTo>
                <a:lnTo>
                  <a:pt x="662698" y="1262468"/>
                </a:lnTo>
                <a:lnTo>
                  <a:pt x="648347" y="1264932"/>
                </a:lnTo>
                <a:lnTo>
                  <a:pt x="651675" y="1255560"/>
                </a:lnTo>
                <a:lnTo>
                  <a:pt x="666381" y="1252105"/>
                </a:lnTo>
                <a:lnTo>
                  <a:pt x="670864" y="1239494"/>
                </a:lnTo>
                <a:lnTo>
                  <a:pt x="663117" y="1223365"/>
                </a:lnTo>
                <a:lnTo>
                  <a:pt x="655358" y="1207236"/>
                </a:lnTo>
                <a:lnTo>
                  <a:pt x="645401" y="1197356"/>
                </a:lnTo>
                <a:lnTo>
                  <a:pt x="637159" y="1182585"/>
                </a:lnTo>
                <a:lnTo>
                  <a:pt x="643928" y="1163548"/>
                </a:lnTo>
                <a:lnTo>
                  <a:pt x="622490" y="1148016"/>
                </a:lnTo>
                <a:lnTo>
                  <a:pt x="604215" y="1123581"/>
                </a:lnTo>
                <a:lnTo>
                  <a:pt x="587387" y="1095070"/>
                </a:lnTo>
                <a:lnTo>
                  <a:pt x="583526" y="1068031"/>
                </a:lnTo>
                <a:lnTo>
                  <a:pt x="575906" y="1051534"/>
                </a:lnTo>
                <a:lnTo>
                  <a:pt x="565912" y="1041704"/>
                </a:lnTo>
                <a:lnTo>
                  <a:pt x="554342" y="1036345"/>
                </a:lnTo>
                <a:lnTo>
                  <a:pt x="541985" y="1033208"/>
                </a:lnTo>
                <a:lnTo>
                  <a:pt x="529551" y="1030249"/>
                </a:lnTo>
                <a:lnTo>
                  <a:pt x="518579" y="1023213"/>
                </a:lnTo>
                <a:lnTo>
                  <a:pt x="509447" y="1010983"/>
                </a:lnTo>
                <a:lnTo>
                  <a:pt x="502551" y="992454"/>
                </a:lnTo>
                <a:lnTo>
                  <a:pt x="503250" y="990485"/>
                </a:lnTo>
                <a:lnTo>
                  <a:pt x="515226" y="994714"/>
                </a:lnTo>
                <a:lnTo>
                  <a:pt x="516636" y="990765"/>
                </a:lnTo>
                <a:lnTo>
                  <a:pt x="505498" y="984161"/>
                </a:lnTo>
                <a:lnTo>
                  <a:pt x="494106" y="978306"/>
                </a:lnTo>
                <a:lnTo>
                  <a:pt x="494677" y="976693"/>
                </a:lnTo>
                <a:lnTo>
                  <a:pt x="483539" y="970089"/>
                </a:lnTo>
                <a:lnTo>
                  <a:pt x="462813" y="952550"/>
                </a:lnTo>
                <a:lnTo>
                  <a:pt x="428282" y="935964"/>
                </a:lnTo>
                <a:lnTo>
                  <a:pt x="404126" y="928077"/>
                </a:lnTo>
                <a:lnTo>
                  <a:pt x="378650" y="923912"/>
                </a:lnTo>
                <a:lnTo>
                  <a:pt x="352907" y="920470"/>
                </a:lnTo>
                <a:lnTo>
                  <a:pt x="300913" y="915098"/>
                </a:lnTo>
                <a:lnTo>
                  <a:pt x="275170" y="911669"/>
                </a:lnTo>
                <a:lnTo>
                  <a:pt x="236753" y="905992"/>
                </a:lnTo>
                <a:lnTo>
                  <a:pt x="210502" y="904011"/>
                </a:lnTo>
                <a:lnTo>
                  <a:pt x="172415" y="897407"/>
                </a:lnTo>
                <a:lnTo>
                  <a:pt x="146367" y="894880"/>
                </a:lnTo>
                <a:lnTo>
                  <a:pt x="133159" y="894118"/>
                </a:lnTo>
                <a:lnTo>
                  <a:pt x="119354" y="895032"/>
                </a:lnTo>
                <a:lnTo>
                  <a:pt x="104622" y="898550"/>
                </a:lnTo>
                <a:lnTo>
                  <a:pt x="88646" y="905586"/>
                </a:lnTo>
                <a:lnTo>
                  <a:pt x="46456" y="1024343"/>
                </a:lnTo>
                <a:lnTo>
                  <a:pt x="40360" y="1079436"/>
                </a:lnTo>
                <a:lnTo>
                  <a:pt x="22428" y="1129893"/>
                </a:lnTo>
                <a:lnTo>
                  <a:pt x="5016" y="1292720"/>
                </a:lnTo>
                <a:lnTo>
                  <a:pt x="12534" y="1347431"/>
                </a:lnTo>
                <a:lnTo>
                  <a:pt x="0" y="1496504"/>
                </a:lnTo>
                <a:lnTo>
                  <a:pt x="7874" y="1550225"/>
                </a:lnTo>
                <a:lnTo>
                  <a:pt x="3708" y="1599869"/>
                </a:lnTo>
                <a:lnTo>
                  <a:pt x="12585" y="1650758"/>
                </a:lnTo>
                <a:lnTo>
                  <a:pt x="6299" y="1744319"/>
                </a:lnTo>
                <a:lnTo>
                  <a:pt x="15125" y="1795348"/>
                </a:lnTo>
                <a:lnTo>
                  <a:pt x="8966" y="1888566"/>
                </a:lnTo>
                <a:lnTo>
                  <a:pt x="17970" y="1939099"/>
                </a:lnTo>
                <a:lnTo>
                  <a:pt x="15100" y="1985098"/>
                </a:lnTo>
                <a:lnTo>
                  <a:pt x="24041" y="2035822"/>
                </a:lnTo>
                <a:lnTo>
                  <a:pt x="21069" y="2082126"/>
                </a:lnTo>
                <a:lnTo>
                  <a:pt x="30111" y="2132546"/>
                </a:lnTo>
                <a:lnTo>
                  <a:pt x="27216" y="2178596"/>
                </a:lnTo>
                <a:lnTo>
                  <a:pt x="45478" y="2278951"/>
                </a:lnTo>
                <a:lnTo>
                  <a:pt x="42672" y="2324798"/>
                </a:lnTo>
                <a:lnTo>
                  <a:pt x="51828" y="2374862"/>
                </a:lnTo>
                <a:lnTo>
                  <a:pt x="89230" y="2648966"/>
                </a:lnTo>
                <a:lnTo>
                  <a:pt x="100291" y="2693708"/>
                </a:lnTo>
                <a:lnTo>
                  <a:pt x="99110" y="2734945"/>
                </a:lnTo>
                <a:lnTo>
                  <a:pt x="109905" y="2780436"/>
                </a:lnTo>
                <a:lnTo>
                  <a:pt x="120967" y="2825191"/>
                </a:lnTo>
                <a:lnTo>
                  <a:pt x="177838" y="3120313"/>
                </a:lnTo>
                <a:lnTo>
                  <a:pt x="187502" y="3131058"/>
                </a:lnTo>
                <a:lnTo>
                  <a:pt x="605142" y="3131553"/>
                </a:lnTo>
                <a:lnTo>
                  <a:pt x="596519" y="3117862"/>
                </a:lnTo>
                <a:lnTo>
                  <a:pt x="601802" y="3103016"/>
                </a:lnTo>
                <a:lnTo>
                  <a:pt x="594461" y="3085744"/>
                </a:lnTo>
                <a:lnTo>
                  <a:pt x="586917" y="3069031"/>
                </a:lnTo>
                <a:lnTo>
                  <a:pt x="591210" y="3056940"/>
                </a:lnTo>
                <a:lnTo>
                  <a:pt x="583476" y="3040786"/>
                </a:lnTo>
                <a:lnTo>
                  <a:pt x="562229" y="3100590"/>
                </a:lnTo>
                <a:lnTo>
                  <a:pt x="577850" y="3094532"/>
                </a:lnTo>
                <a:lnTo>
                  <a:pt x="576453" y="3098469"/>
                </a:lnTo>
                <a:lnTo>
                  <a:pt x="587006" y="3106686"/>
                </a:lnTo>
                <a:lnTo>
                  <a:pt x="578485" y="3130689"/>
                </a:lnTo>
                <a:lnTo>
                  <a:pt x="565619" y="3128988"/>
                </a:lnTo>
                <a:lnTo>
                  <a:pt x="555409" y="3119767"/>
                </a:lnTo>
                <a:lnTo>
                  <a:pt x="583476" y="3040786"/>
                </a:lnTo>
                <a:lnTo>
                  <a:pt x="571677" y="2998139"/>
                </a:lnTo>
                <a:lnTo>
                  <a:pt x="560031" y="2917101"/>
                </a:lnTo>
                <a:lnTo>
                  <a:pt x="548220" y="2874454"/>
                </a:lnTo>
                <a:lnTo>
                  <a:pt x="547344" y="2838996"/>
                </a:lnTo>
                <a:lnTo>
                  <a:pt x="534568" y="2799105"/>
                </a:lnTo>
                <a:lnTo>
                  <a:pt x="533882" y="2763088"/>
                </a:lnTo>
                <a:lnTo>
                  <a:pt x="521423" y="2722270"/>
                </a:lnTo>
                <a:lnTo>
                  <a:pt x="520534" y="2686837"/>
                </a:lnTo>
                <a:lnTo>
                  <a:pt x="506793" y="2611742"/>
                </a:lnTo>
                <a:lnTo>
                  <a:pt x="505891" y="2576309"/>
                </a:lnTo>
                <a:lnTo>
                  <a:pt x="505421" y="2539708"/>
                </a:lnTo>
                <a:lnTo>
                  <a:pt x="492239" y="2463000"/>
                </a:lnTo>
                <a:lnTo>
                  <a:pt x="479806" y="2422144"/>
                </a:lnTo>
                <a:lnTo>
                  <a:pt x="473100" y="2365146"/>
                </a:lnTo>
                <a:lnTo>
                  <a:pt x="478358" y="2312403"/>
                </a:lnTo>
                <a:lnTo>
                  <a:pt x="462127" y="2206333"/>
                </a:lnTo>
                <a:lnTo>
                  <a:pt x="457022" y="2182787"/>
                </a:lnTo>
                <a:lnTo>
                  <a:pt x="458762" y="2139937"/>
                </a:lnTo>
                <a:lnTo>
                  <a:pt x="453656" y="2116391"/>
                </a:lnTo>
                <a:lnTo>
                  <a:pt x="470217" y="2145639"/>
                </a:lnTo>
                <a:lnTo>
                  <a:pt x="474878" y="2170455"/>
                </a:lnTo>
                <a:lnTo>
                  <a:pt x="491642" y="2199157"/>
                </a:lnTo>
                <a:lnTo>
                  <a:pt x="496633" y="2223046"/>
                </a:lnTo>
                <a:lnTo>
                  <a:pt x="500583" y="2249843"/>
                </a:lnTo>
                <a:lnTo>
                  <a:pt x="516445" y="2281072"/>
                </a:lnTo>
                <a:lnTo>
                  <a:pt x="532434" y="2311946"/>
                </a:lnTo>
                <a:lnTo>
                  <a:pt x="536790" y="2337625"/>
                </a:lnTo>
                <a:lnTo>
                  <a:pt x="560959" y="2383409"/>
                </a:lnTo>
                <a:lnTo>
                  <a:pt x="585254" y="2428811"/>
                </a:lnTo>
                <a:lnTo>
                  <a:pt x="597687" y="2469680"/>
                </a:lnTo>
                <a:lnTo>
                  <a:pt x="646658" y="2559456"/>
                </a:lnTo>
                <a:lnTo>
                  <a:pt x="674573" y="2632621"/>
                </a:lnTo>
                <a:lnTo>
                  <a:pt x="700671" y="2672994"/>
                </a:lnTo>
                <a:lnTo>
                  <a:pt x="714984" y="2708554"/>
                </a:lnTo>
                <a:lnTo>
                  <a:pt x="740994" y="2749181"/>
                </a:lnTo>
                <a:lnTo>
                  <a:pt x="767194" y="2789237"/>
                </a:lnTo>
                <a:lnTo>
                  <a:pt x="819912" y="2868434"/>
                </a:lnTo>
                <a:lnTo>
                  <a:pt x="839114" y="2890266"/>
                </a:lnTo>
                <a:lnTo>
                  <a:pt x="846416" y="2907665"/>
                </a:lnTo>
                <a:lnTo>
                  <a:pt x="853846" y="2924695"/>
                </a:lnTo>
                <a:lnTo>
                  <a:pt x="873442" y="2945409"/>
                </a:lnTo>
                <a:lnTo>
                  <a:pt x="890231" y="2974009"/>
                </a:lnTo>
                <a:lnTo>
                  <a:pt x="919378" y="3005759"/>
                </a:lnTo>
                <a:lnTo>
                  <a:pt x="936840" y="3032506"/>
                </a:lnTo>
                <a:lnTo>
                  <a:pt x="966381" y="3063138"/>
                </a:lnTo>
                <a:lnTo>
                  <a:pt x="986675" y="3081909"/>
                </a:lnTo>
                <a:lnTo>
                  <a:pt x="1007224" y="3099943"/>
                </a:lnTo>
                <a:lnTo>
                  <a:pt x="1016330" y="3112236"/>
                </a:lnTo>
                <a:lnTo>
                  <a:pt x="1038199" y="3126549"/>
                </a:lnTo>
                <a:lnTo>
                  <a:pt x="1049934" y="3131477"/>
                </a:lnTo>
                <a:lnTo>
                  <a:pt x="1306131" y="3131121"/>
                </a:lnTo>
                <a:lnTo>
                  <a:pt x="1335405" y="3124593"/>
                </a:lnTo>
                <a:lnTo>
                  <a:pt x="1382407" y="3106102"/>
                </a:lnTo>
                <a:lnTo>
                  <a:pt x="1429537" y="3087255"/>
                </a:lnTo>
                <a:lnTo>
                  <a:pt x="1441831" y="3090608"/>
                </a:lnTo>
                <a:lnTo>
                  <a:pt x="1453908" y="3094520"/>
                </a:lnTo>
                <a:lnTo>
                  <a:pt x="1466138" y="3098063"/>
                </a:lnTo>
                <a:lnTo>
                  <a:pt x="1466850" y="3096056"/>
                </a:lnTo>
                <a:lnTo>
                  <a:pt x="1480642" y="3095167"/>
                </a:lnTo>
                <a:lnTo>
                  <a:pt x="1494828" y="3093174"/>
                </a:lnTo>
                <a:lnTo>
                  <a:pt x="1497304" y="3086189"/>
                </a:lnTo>
                <a:lnTo>
                  <a:pt x="1511884" y="3083077"/>
                </a:lnTo>
                <a:lnTo>
                  <a:pt x="1543431" y="3070174"/>
                </a:lnTo>
                <a:lnTo>
                  <a:pt x="1595069" y="3038652"/>
                </a:lnTo>
                <a:lnTo>
                  <a:pt x="1626603" y="3025749"/>
                </a:lnTo>
                <a:lnTo>
                  <a:pt x="1646897" y="3006560"/>
                </a:lnTo>
                <a:lnTo>
                  <a:pt x="1679549" y="2990507"/>
                </a:lnTo>
                <a:lnTo>
                  <a:pt x="1701571" y="2966491"/>
                </a:lnTo>
                <a:lnTo>
                  <a:pt x="1725815" y="2936163"/>
                </a:lnTo>
                <a:lnTo>
                  <a:pt x="1721231" y="2911132"/>
                </a:lnTo>
                <a:lnTo>
                  <a:pt x="1768106" y="2779204"/>
                </a:lnTo>
                <a:lnTo>
                  <a:pt x="1763763" y="2753487"/>
                </a:lnTo>
                <a:lnTo>
                  <a:pt x="1773605" y="2725788"/>
                </a:lnTo>
                <a:lnTo>
                  <a:pt x="1786978" y="2726067"/>
                </a:lnTo>
                <a:lnTo>
                  <a:pt x="1788388" y="2722118"/>
                </a:lnTo>
                <a:lnTo>
                  <a:pt x="1777733" y="2714180"/>
                </a:lnTo>
                <a:lnTo>
                  <a:pt x="1768589" y="2701988"/>
                </a:lnTo>
                <a:lnTo>
                  <a:pt x="1784845" y="2656205"/>
                </a:lnTo>
                <a:lnTo>
                  <a:pt x="1781441" y="2627871"/>
                </a:lnTo>
                <a:lnTo>
                  <a:pt x="1772145" y="2540241"/>
                </a:lnTo>
                <a:lnTo>
                  <a:pt x="1776793" y="2527122"/>
                </a:lnTo>
                <a:lnTo>
                  <a:pt x="1791322" y="2524175"/>
                </a:lnTo>
                <a:lnTo>
                  <a:pt x="1791843" y="2522715"/>
                </a:lnTo>
                <a:lnTo>
                  <a:pt x="1799590" y="2538844"/>
                </a:lnTo>
                <a:lnTo>
                  <a:pt x="1800999" y="2534894"/>
                </a:lnTo>
                <a:lnTo>
                  <a:pt x="1801685" y="2495004"/>
                </a:lnTo>
                <a:lnTo>
                  <a:pt x="1793951" y="2516784"/>
                </a:lnTo>
                <a:lnTo>
                  <a:pt x="1788947" y="2492921"/>
                </a:lnTo>
                <a:lnTo>
                  <a:pt x="1791182" y="2448712"/>
                </a:lnTo>
                <a:lnTo>
                  <a:pt x="1786178" y="2424861"/>
                </a:lnTo>
                <a:lnTo>
                  <a:pt x="1787588" y="2420899"/>
                </a:lnTo>
                <a:lnTo>
                  <a:pt x="1796745" y="2433066"/>
                </a:lnTo>
                <a:lnTo>
                  <a:pt x="1795335" y="2437028"/>
                </a:lnTo>
                <a:lnTo>
                  <a:pt x="1801609" y="2457297"/>
                </a:lnTo>
                <a:lnTo>
                  <a:pt x="1802409" y="2490914"/>
                </a:lnTo>
                <a:lnTo>
                  <a:pt x="1815033" y="2419502"/>
                </a:lnTo>
                <a:lnTo>
                  <a:pt x="1815731" y="2379624"/>
                </a:lnTo>
                <a:lnTo>
                  <a:pt x="1803755" y="2375370"/>
                </a:lnTo>
                <a:lnTo>
                  <a:pt x="1798828" y="2389225"/>
                </a:lnTo>
                <a:lnTo>
                  <a:pt x="1784235" y="2354440"/>
                </a:lnTo>
                <a:lnTo>
                  <a:pt x="1770837" y="2316315"/>
                </a:lnTo>
                <a:lnTo>
                  <a:pt x="1785429" y="2275243"/>
                </a:lnTo>
                <a:lnTo>
                  <a:pt x="1796694" y="2281466"/>
                </a:lnTo>
                <a:lnTo>
                  <a:pt x="1805838" y="2293632"/>
                </a:lnTo>
                <a:lnTo>
                  <a:pt x="1803996" y="2260904"/>
                </a:lnTo>
                <a:lnTo>
                  <a:pt x="1813128" y="2235200"/>
                </a:lnTo>
                <a:lnTo>
                  <a:pt x="1800110" y="2215654"/>
                </a:lnTo>
                <a:lnTo>
                  <a:pt x="1800110" y="2233917"/>
                </a:lnTo>
                <a:lnTo>
                  <a:pt x="1791055" y="2259406"/>
                </a:lnTo>
                <a:lnTo>
                  <a:pt x="1778381" y="2257133"/>
                </a:lnTo>
                <a:lnTo>
                  <a:pt x="1792617" y="2217051"/>
                </a:lnTo>
                <a:lnTo>
                  <a:pt x="1800110" y="2233917"/>
                </a:lnTo>
                <a:lnTo>
                  <a:pt x="1800110" y="2215654"/>
                </a:lnTo>
                <a:lnTo>
                  <a:pt x="1795551" y="2208796"/>
                </a:lnTo>
                <a:lnTo>
                  <a:pt x="1786864" y="2203462"/>
                </a:lnTo>
                <a:lnTo>
                  <a:pt x="1786864" y="2211108"/>
                </a:lnTo>
                <a:lnTo>
                  <a:pt x="1781886" y="2209330"/>
                </a:lnTo>
                <a:lnTo>
                  <a:pt x="1780476" y="2213292"/>
                </a:lnTo>
                <a:lnTo>
                  <a:pt x="1769211" y="2207056"/>
                </a:lnTo>
                <a:lnTo>
                  <a:pt x="1771319" y="2201126"/>
                </a:lnTo>
                <a:lnTo>
                  <a:pt x="1782762" y="2206853"/>
                </a:lnTo>
                <a:lnTo>
                  <a:pt x="1786864" y="2211108"/>
                </a:lnTo>
                <a:lnTo>
                  <a:pt x="1786864" y="2203462"/>
                </a:lnTo>
                <a:lnTo>
                  <a:pt x="1773428" y="2195195"/>
                </a:lnTo>
                <a:lnTo>
                  <a:pt x="1785099" y="2162340"/>
                </a:lnTo>
                <a:lnTo>
                  <a:pt x="1776933" y="2147392"/>
                </a:lnTo>
                <a:lnTo>
                  <a:pt x="1779752" y="2139467"/>
                </a:lnTo>
                <a:lnTo>
                  <a:pt x="1767776" y="2135225"/>
                </a:lnTo>
                <a:lnTo>
                  <a:pt x="1770926" y="2126373"/>
                </a:lnTo>
                <a:lnTo>
                  <a:pt x="1761972" y="2113648"/>
                </a:lnTo>
                <a:lnTo>
                  <a:pt x="1764715" y="2105914"/>
                </a:lnTo>
                <a:lnTo>
                  <a:pt x="1755101" y="2095042"/>
                </a:lnTo>
                <a:lnTo>
                  <a:pt x="1769884" y="2091385"/>
                </a:lnTo>
                <a:lnTo>
                  <a:pt x="1776031" y="2074062"/>
                </a:lnTo>
                <a:lnTo>
                  <a:pt x="1789099" y="2075218"/>
                </a:lnTo>
                <a:lnTo>
                  <a:pt x="1791538" y="2068360"/>
                </a:lnTo>
                <a:lnTo>
                  <a:pt x="1782356" y="2056257"/>
                </a:lnTo>
                <a:lnTo>
                  <a:pt x="1773453" y="2043404"/>
                </a:lnTo>
                <a:lnTo>
                  <a:pt x="1764931" y="2029434"/>
                </a:lnTo>
                <a:lnTo>
                  <a:pt x="1768208" y="2020227"/>
                </a:lnTo>
                <a:lnTo>
                  <a:pt x="1786978" y="2005304"/>
                </a:lnTo>
                <a:lnTo>
                  <a:pt x="1794484" y="1984209"/>
                </a:lnTo>
                <a:lnTo>
                  <a:pt x="1784705" y="1973783"/>
                </a:lnTo>
                <a:lnTo>
                  <a:pt x="1788845" y="1962150"/>
                </a:lnTo>
                <a:lnTo>
                  <a:pt x="1778279" y="1953933"/>
                </a:lnTo>
                <a:lnTo>
                  <a:pt x="1768284" y="1944116"/>
                </a:lnTo>
                <a:lnTo>
                  <a:pt x="1809978" y="1826768"/>
                </a:lnTo>
                <a:lnTo>
                  <a:pt x="1788820" y="1886343"/>
                </a:lnTo>
                <a:lnTo>
                  <a:pt x="1798472" y="1897087"/>
                </a:lnTo>
                <a:lnTo>
                  <a:pt x="1816252" y="1847049"/>
                </a:lnTo>
                <a:lnTo>
                  <a:pt x="1812201" y="1820545"/>
                </a:lnTo>
                <a:lnTo>
                  <a:pt x="1820113" y="1798269"/>
                </a:lnTo>
                <a:lnTo>
                  <a:pt x="1816049" y="1771751"/>
                </a:lnTo>
                <a:lnTo>
                  <a:pt x="1811997" y="1745234"/>
                </a:lnTo>
                <a:lnTo>
                  <a:pt x="1800098" y="1778723"/>
                </a:lnTo>
                <a:lnTo>
                  <a:pt x="1804276" y="1804898"/>
                </a:lnTo>
                <a:lnTo>
                  <a:pt x="1793709" y="1796694"/>
                </a:lnTo>
                <a:lnTo>
                  <a:pt x="1794421" y="1794713"/>
                </a:lnTo>
                <a:lnTo>
                  <a:pt x="1784553" y="1784527"/>
                </a:lnTo>
                <a:lnTo>
                  <a:pt x="1790014" y="1769186"/>
                </a:lnTo>
                <a:lnTo>
                  <a:pt x="1781098" y="1756333"/>
                </a:lnTo>
                <a:lnTo>
                  <a:pt x="1802955" y="1694802"/>
                </a:lnTo>
                <a:lnTo>
                  <a:pt x="1813204" y="1703870"/>
                </a:lnTo>
                <a:lnTo>
                  <a:pt x="1811769" y="1707946"/>
                </a:lnTo>
                <a:lnTo>
                  <a:pt x="1822538" y="1715541"/>
                </a:lnTo>
                <a:lnTo>
                  <a:pt x="1819529" y="1686102"/>
                </a:lnTo>
                <a:lnTo>
                  <a:pt x="1828419" y="1661058"/>
                </a:lnTo>
                <a:lnTo>
                  <a:pt x="1825205" y="1632191"/>
                </a:lnTo>
                <a:lnTo>
                  <a:pt x="1836420" y="1600619"/>
                </a:lnTo>
                <a:lnTo>
                  <a:pt x="1827161" y="1588731"/>
                </a:lnTo>
                <a:lnTo>
                  <a:pt x="1835416" y="1565503"/>
                </a:lnTo>
                <a:lnTo>
                  <a:pt x="1826272" y="1553298"/>
                </a:lnTo>
                <a:lnTo>
                  <a:pt x="1830933" y="1540192"/>
                </a:lnTo>
                <a:lnTo>
                  <a:pt x="1818259" y="1537919"/>
                </a:lnTo>
                <a:lnTo>
                  <a:pt x="1816849" y="1541881"/>
                </a:lnTo>
                <a:lnTo>
                  <a:pt x="1809330" y="1525130"/>
                </a:lnTo>
                <a:lnTo>
                  <a:pt x="1812975" y="1514868"/>
                </a:lnTo>
                <a:lnTo>
                  <a:pt x="1827530" y="1511820"/>
                </a:lnTo>
                <a:lnTo>
                  <a:pt x="1850605" y="1446872"/>
                </a:lnTo>
                <a:lnTo>
                  <a:pt x="2111705" y="711974"/>
                </a:lnTo>
                <a:lnTo>
                  <a:pt x="2099525" y="708317"/>
                </a:lnTo>
                <a:lnTo>
                  <a:pt x="2112911" y="708596"/>
                </a:lnTo>
                <a:lnTo>
                  <a:pt x="2123452" y="678903"/>
                </a:lnTo>
                <a:close/>
              </a:path>
              <a:path w="2690494" h="3131820">
                <a:moveTo>
                  <a:pt x="2198154" y="961796"/>
                </a:moveTo>
                <a:lnTo>
                  <a:pt x="2196490" y="960501"/>
                </a:lnTo>
                <a:lnTo>
                  <a:pt x="2197633" y="963282"/>
                </a:lnTo>
                <a:lnTo>
                  <a:pt x="2198154" y="961796"/>
                </a:lnTo>
                <a:close/>
              </a:path>
              <a:path w="2690494" h="3131820">
                <a:moveTo>
                  <a:pt x="2206333" y="955789"/>
                </a:moveTo>
                <a:lnTo>
                  <a:pt x="2205063" y="953109"/>
                </a:lnTo>
                <a:lnTo>
                  <a:pt x="2203081" y="952398"/>
                </a:lnTo>
                <a:lnTo>
                  <a:pt x="2204351" y="955090"/>
                </a:lnTo>
                <a:lnTo>
                  <a:pt x="2206333" y="955789"/>
                </a:lnTo>
                <a:close/>
              </a:path>
              <a:path w="2690494" h="3131820">
                <a:moveTo>
                  <a:pt x="2690418" y="1776488"/>
                </a:moveTo>
                <a:lnTo>
                  <a:pt x="2688717" y="453567"/>
                </a:lnTo>
                <a:lnTo>
                  <a:pt x="2688120" y="0"/>
                </a:lnTo>
                <a:lnTo>
                  <a:pt x="2687015" y="3098"/>
                </a:lnTo>
                <a:lnTo>
                  <a:pt x="2674353" y="825"/>
                </a:lnTo>
                <a:lnTo>
                  <a:pt x="2670835" y="10718"/>
                </a:lnTo>
                <a:lnTo>
                  <a:pt x="2636723" y="68808"/>
                </a:lnTo>
                <a:lnTo>
                  <a:pt x="2602039" y="166446"/>
                </a:lnTo>
                <a:lnTo>
                  <a:pt x="2601417" y="244043"/>
                </a:lnTo>
                <a:lnTo>
                  <a:pt x="2589276" y="278218"/>
                </a:lnTo>
                <a:lnTo>
                  <a:pt x="2566124" y="495122"/>
                </a:lnTo>
                <a:lnTo>
                  <a:pt x="2550706" y="538518"/>
                </a:lnTo>
                <a:lnTo>
                  <a:pt x="2547061" y="586714"/>
                </a:lnTo>
                <a:lnTo>
                  <a:pt x="2515501" y="675538"/>
                </a:lnTo>
                <a:lnTo>
                  <a:pt x="2505164" y="780516"/>
                </a:lnTo>
                <a:lnTo>
                  <a:pt x="2483015" y="880795"/>
                </a:lnTo>
                <a:lnTo>
                  <a:pt x="2465921" y="928916"/>
                </a:lnTo>
                <a:lnTo>
                  <a:pt x="2460701" y="981519"/>
                </a:lnTo>
                <a:lnTo>
                  <a:pt x="2432837" y="1059942"/>
                </a:lnTo>
                <a:lnTo>
                  <a:pt x="2416416" y="1144117"/>
                </a:lnTo>
                <a:lnTo>
                  <a:pt x="2387612" y="1301064"/>
                </a:lnTo>
                <a:lnTo>
                  <a:pt x="2374239" y="1300772"/>
                </a:lnTo>
                <a:lnTo>
                  <a:pt x="2366911" y="1283462"/>
                </a:lnTo>
                <a:lnTo>
                  <a:pt x="2347480" y="1262278"/>
                </a:lnTo>
                <a:lnTo>
                  <a:pt x="2340013" y="1245349"/>
                </a:lnTo>
                <a:lnTo>
                  <a:pt x="2330361" y="1234579"/>
                </a:lnTo>
                <a:lnTo>
                  <a:pt x="2320721" y="1223797"/>
                </a:lnTo>
                <a:lnTo>
                  <a:pt x="2316988" y="1234287"/>
                </a:lnTo>
                <a:lnTo>
                  <a:pt x="2327135" y="1243634"/>
                </a:lnTo>
                <a:lnTo>
                  <a:pt x="2323592" y="1253629"/>
                </a:lnTo>
                <a:lnTo>
                  <a:pt x="2312898" y="1245819"/>
                </a:lnTo>
                <a:lnTo>
                  <a:pt x="2302065" y="1238377"/>
                </a:lnTo>
                <a:lnTo>
                  <a:pt x="2291156" y="1231125"/>
                </a:lnTo>
                <a:lnTo>
                  <a:pt x="2292654" y="1226921"/>
                </a:lnTo>
                <a:lnTo>
                  <a:pt x="2306116" y="1226972"/>
                </a:lnTo>
                <a:lnTo>
                  <a:pt x="2307869" y="1222019"/>
                </a:lnTo>
                <a:lnTo>
                  <a:pt x="2322118" y="1219835"/>
                </a:lnTo>
                <a:lnTo>
                  <a:pt x="2315324" y="1201051"/>
                </a:lnTo>
                <a:lnTo>
                  <a:pt x="2306713" y="1187361"/>
                </a:lnTo>
                <a:lnTo>
                  <a:pt x="2289479" y="1159967"/>
                </a:lnTo>
                <a:lnTo>
                  <a:pt x="2282685" y="1141183"/>
                </a:lnTo>
                <a:lnTo>
                  <a:pt x="2267902" y="1144841"/>
                </a:lnTo>
                <a:lnTo>
                  <a:pt x="2277643" y="1155369"/>
                </a:lnTo>
                <a:lnTo>
                  <a:pt x="2275205" y="1162215"/>
                </a:lnTo>
                <a:lnTo>
                  <a:pt x="2284603" y="1173670"/>
                </a:lnTo>
                <a:lnTo>
                  <a:pt x="2279878" y="1186992"/>
                </a:lnTo>
                <a:lnTo>
                  <a:pt x="2270010" y="1176832"/>
                </a:lnTo>
                <a:lnTo>
                  <a:pt x="2272042" y="1171117"/>
                </a:lnTo>
                <a:lnTo>
                  <a:pt x="2261984" y="1161516"/>
                </a:lnTo>
                <a:lnTo>
                  <a:pt x="2263686" y="1156716"/>
                </a:lnTo>
                <a:lnTo>
                  <a:pt x="2253754" y="1146721"/>
                </a:lnTo>
                <a:lnTo>
                  <a:pt x="2266391" y="1111148"/>
                </a:lnTo>
                <a:lnTo>
                  <a:pt x="2256917" y="1099883"/>
                </a:lnTo>
                <a:lnTo>
                  <a:pt x="2258034" y="1096759"/>
                </a:lnTo>
                <a:lnTo>
                  <a:pt x="2245550" y="1093952"/>
                </a:lnTo>
                <a:lnTo>
                  <a:pt x="2253094" y="1072718"/>
                </a:lnTo>
                <a:lnTo>
                  <a:pt x="2243239" y="1062520"/>
                </a:lnTo>
                <a:lnTo>
                  <a:pt x="2244648" y="1058570"/>
                </a:lnTo>
                <a:lnTo>
                  <a:pt x="2234133" y="1050201"/>
                </a:lnTo>
                <a:lnTo>
                  <a:pt x="2235403" y="1046645"/>
                </a:lnTo>
                <a:lnTo>
                  <a:pt x="2224570" y="1039202"/>
                </a:lnTo>
                <a:lnTo>
                  <a:pt x="2223528" y="1042149"/>
                </a:lnTo>
                <a:lnTo>
                  <a:pt x="2211667" y="1037577"/>
                </a:lnTo>
                <a:lnTo>
                  <a:pt x="2200186" y="1031976"/>
                </a:lnTo>
                <a:lnTo>
                  <a:pt x="2188324" y="1027404"/>
                </a:lnTo>
                <a:lnTo>
                  <a:pt x="2191842" y="1017511"/>
                </a:lnTo>
                <a:lnTo>
                  <a:pt x="2215781" y="1026020"/>
                </a:lnTo>
                <a:lnTo>
                  <a:pt x="2219287" y="1016114"/>
                </a:lnTo>
                <a:lnTo>
                  <a:pt x="2204847" y="980897"/>
                </a:lnTo>
                <a:lnTo>
                  <a:pt x="2197633" y="963282"/>
                </a:lnTo>
                <a:lnTo>
                  <a:pt x="2197455" y="963777"/>
                </a:lnTo>
                <a:lnTo>
                  <a:pt x="2184082" y="963485"/>
                </a:lnTo>
                <a:lnTo>
                  <a:pt x="2187600" y="953592"/>
                </a:lnTo>
                <a:lnTo>
                  <a:pt x="2196490" y="960501"/>
                </a:lnTo>
                <a:lnTo>
                  <a:pt x="2190407" y="945667"/>
                </a:lnTo>
                <a:lnTo>
                  <a:pt x="2189708" y="947648"/>
                </a:lnTo>
                <a:lnTo>
                  <a:pt x="2179853" y="937463"/>
                </a:lnTo>
                <a:lnTo>
                  <a:pt x="2191588" y="904430"/>
                </a:lnTo>
                <a:lnTo>
                  <a:pt x="2185809" y="882738"/>
                </a:lnTo>
                <a:lnTo>
                  <a:pt x="2179510" y="862533"/>
                </a:lnTo>
                <a:lnTo>
                  <a:pt x="2173478" y="841578"/>
                </a:lnTo>
                <a:lnTo>
                  <a:pt x="2166328" y="823785"/>
                </a:lnTo>
                <a:lnTo>
                  <a:pt x="2158517" y="807834"/>
                </a:lnTo>
                <a:lnTo>
                  <a:pt x="2150440" y="792632"/>
                </a:lnTo>
                <a:lnTo>
                  <a:pt x="2142490" y="777062"/>
                </a:lnTo>
                <a:lnTo>
                  <a:pt x="2131225" y="770839"/>
                </a:lnTo>
                <a:lnTo>
                  <a:pt x="2146008" y="767168"/>
                </a:lnTo>
                <a:lnTo>
                  <a:pt x="2135441" y="758964"/>
                </a:lnTo>
                <a:lnTo>
                  <a:pt x="2138705" y="749769"/>
                </a:lnTo>
                <a:lnTo>
                  <a:pt x="2130069" y="736155"/>
                </a:lnTo>
                <a:lnTo>
                  <a:pt x="2133269" y="727151"/>
                </a:lnTo>
                <a:lnTo>
                  <a:pt x="2124164" y="714832"/>
                </a:lnTo>
                <a:lnTo>
                  <a:pt x="1859013" y="1461147"/>
                </a:lnTo>
                <a:lnTo>
                  <a:pt x="1879650" y="1478927"/>
                </a:lnTo>
                <a:lnTo>
                  <a:pt x="1888591" y="1491716"/>
                </a:lnTo>
                <a:lnTo>
                  <a:pt x="1897786" y="1503756"/>
                </a:lnTo>
                <a:lnTo>
                  <a:pt x="1904492" y="1522818"/>
                </a:lnTo>
                <a:lnTo>
                  <a:pt x="1923224" y="1545958"/>
                </a:lnTo>
                <a:lnTo>
                  <a:pt x="1942096" y="1568716"/>
                </a:lnTo>
                <a:lnTo>
                  <a:pt x="1949196" y="1586661"/>
                </a:lnTo>
                <a:lnTo>
                  <a:pt x="1979193" y="1616024"/>
                </a:lnTo>
                <a:lnTo>
                  <a:pt x="1997163" y="1641322"/>
                </a:lnTo>
                <a:lnTo>
                  <a:pt x="2015261" y="1666252"/>
                </a:lnTo>
                <a:lnTo>
                  <a:pt x="2045665" y="1694497"/>
                </a:lnTo>
                <a:lnTo>
                  <a:pt x="2065210" y="1715338"/>
                </a:lnTo>
                <a:lnTo>
                  <a:pt x="2085352" y="1734515"/>
                </a:lnTo>
                <a:lnTo>
                  <a:pt x="2105901" y="1752574"/>
                </a:lnTo>
                <a:lnTo>
                  <a:pt x="2138603" y="1774329"/>
                </a:lnTo>
                <a:lnTo>
                  <a:pt x="2149335" y="1782051"/>
                </a:lnTo>
                <a:lnTo>
                  <a:pt x="2160600" y="1788274"/>
                </a:lnTo>
                <a:lnTo>
                  <a:pt x="2183650" y="1799259"/>
                </a:lnTo>
                <a:lnTo>
                  <a:pt x="2243493" y="1820519"/>
                </a:lnTo>
                <a:lnTo>
                  <a:pt x="2256167" y="1822780"/>
                </a:lnTo>
                <a:lnTo>
                  <a:pt x="2280183" y="1831047"/>
                </a:lnTo>
                <a:lnTo>
                  <a:pt x="2304732" y="1837817"/>
                </a:lnTo>
                <a:lnTo>
                  <a:pt x="2330335" y="1841614"/>
                </a:lnTo>
                <a:lnTo>
                  <a:pt x="2345563" y="1836712"/>
                </a:lnTo>
                <a:lnTo>
                  <a:pt x="2373071" y="1835137"/>
                </a:lnTo>
                <a:lnTo>
                  <a:pt x="2403906" y="1824215"/>
                </a:lnTo>
                <a:lnTo>
                  <a:pt x="2431427" y="1822640"/>
                </a:lnTo>
                <a:lnTo>
                  <a:pt x="2474823" y="1814296"/>
                </a:lnTo>
                <a:lnTo>
                  <a:pt x="2561869" y="1796884"/>
                </a:lnTo>
                <a:lnTo>
                  <a:pt x="2605265" y="1788553"/>
                </a:lnTo>
                <a:lnTo>
                  <a:pt x="2607373" y="1782610"/>
                </a:lnTo>
                <a:lnTo>
                  <a:pt x="2621445" y="1780933"/>
                </a:lnTo>
                <a:lnTo>
                  <a:pt x="2620048" y="1784883"/>
                </a:lnTo>
                <a:lnTo>
                  <a:pt x="2632164" y="1788706"/>
                </a:lnTo>
                <a:lnTo>
                  <a:pt x="2634831" y="1781225"/>
                </a:lnTo>
                <a:lnTo>
                  <a:pt x="2622156" y="1778952"/>
                </a:lnTo>
                <a:lnTo>
                  <a:pt x="2624264" y="1773008"/>
                </a:lnTo>
                <a:lnTo>
                  <a:pt x="2636240" y="1777263"/>
                </a:lnTo>
                <a:lnTo>
                  <a:pt x="2634831" y="1781225"/>
                </a:lnTo>
                <a:lnTo>
                  <a:pt x="2632722" y="1787156"/>
                </a:lnTo>
                <a:lnTo>
                  <a:pt x="2645765" y="1788375"/>
                </a:lnTo>
                <a:lnTo>
                  <a:pt x="2659469" y="1787740"/>
                </a:lnTo>
                <a:lnTo>
                  <a:pt x="2688806" y="1781035"/>
                </a:lnTo>
                <a:lnTo>
                  <a:pt x="2690418" y="17764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9" y="0"/>
            <a:ext cx="3282476" cy="2924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0610" y="9838080"/>
            <a:ext cx="263525" cy="219075"/>
          </a:xfrm>
          <a:custGeom>
            <a:avLst/>
            <a:gdLst/>
            <a:ahLst/>
            <a:cxnLst/>
            <a:rect l="l" t="t" r="r" b="b"/>
            <a:pathLst>
              <a:path w="263525" h="219075">
                <a:moveTo>
                  <a:pt x="139557" y="219036"/>
                </a:moveTo>
                <a:lnTo>
                  <a:pt x="98047" y="210785"/>
                </a:lnTo>
                <a:lnTo>
                  <a:pt x="60101" y="193857"/>
                </a:lnTo>
                <a:lnTo>
                  <a:pt x="27249" y="167743"/>
                </a:lnTo>
                <a:lnTo>
                  <a:pt x="1018" y="131932"/>
                </a:lnTo>
                <a:lnTo>
                  <a:pt x="0" y="115855"/>
                </a:lnTo>
                <a:lnTo>
                  <a:pt x="7130" y="95185"/>
                </a:lnTo>
                <a:lnTo>
                  <a:pt x="33616" y="58438"/>
                </a:lnTo>
                <a:lnTo>
                  <a:pt x="83530" y="26114"/>
                </a:lnTo>
                <a:lnTo>
                  <a:pt x="139557" y="3997"/>
                </a:lnTo>
                <a:lnTo>
                  <a:pt x="169481" y="0"/>
                </a:lnTo>
                <a:lnTo>
                  <a:pt x="197622" y="4678"/>
                </a:lnTo>
                <a:lnTo>
                  <a:pt x="223216" y="18543"/>
                </a:lnTo>
                <a:lnTo>
                  <a:pt x="245499" y="42105"/>
                </a:lnTo>
                <a:lnTo>
                  <a:pt x="256917" y="58012"/>
                </a:lnTo>
                <a:lnTo>
                  <a:pt x="263496" y="73409"/>
                </a:lnTo>
                <a:lnTo>
                  <a:pt x="260397" y="88805"/>
                </a:lnTo>
                <a:lnTo>
                  <a:pt x="242783" y="104712"/>
                </a:lnTo>
                <a:lnTo>
                  <a:pt x="239642" y="108582"/>
                </a:lnTo>
                <a:lnTo>
                  <a:pt x="238029" y="115259"/>
                </a:lnTo>
                <a:lnTo>
                  <a:pt x="237435" y="123468"/>
                </a:lnTo>
                <a:lnTo>
                  <a:pt x="237350" y="131932"/>
                </a:lnTo>
                <a:lnTo>
                  <a:pt x="227036" y="164681"/>
                </a:lnTo>
                <a:lnTo>
                  <a:pt x="205771" y="191816"/>
                </a:lnTo>
                <a:lnTo>
                  <a:pt x="175847" y="210785"/>
                </a:lnTo>
                <a:lnTo>
                  <a:pt x="139557" y="219036"/>
                </a:lnTo>
                <a:close/>
              </a:path>
            </a:pathLst>
          </a:custGeom>
          <a:solidFill>
            <a:srgbClr val="E8ED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5277" y="9417445"/>
            <a:ext cx="225465" cy="234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68855" y="9686625"/>
            <a:ext cx="224357" cy="2088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48732" y="9058140"/>
            <a:ext cx="217316" cy="2123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73525" y="9161576"/>
            <a:ext cx="206450" cy="206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45851" y="9773644"/>
            <a:ext cx="206790" cy="1861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82912" y="10201381"/>
            <a:ext cx="171252" cy="8561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68092" y="8739666"/>
            <a:ext cx="195584" cy="19870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28871" y="8380100"/>
            <a:ext cx="203988" cy="2098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72498" y="9022967"/>
            <a:ext cx="215278" cy="1739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36167" y="10035340"/>
            <a:ext cx="187435" cy="17148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087952" y="9289511"/>
            <a:ext cx="179285" cy="1932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0525" y="8546403"/>
            <a:ext cx="199701" cy="16332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30743" y="9022754"/>
            <a:ext cx="171136" cy="19054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40254" y="9319793"/>
            <a:ext cx="168420" cy="17761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049922" y="9779471"/>
            <a:ext cx="176569" cy="15515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852979" y="8938372"/>
            <a:ext cx="175211" cy="18781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710025" y="9541721"/>
            <a:ext cx="187774" cy="15983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51284" y="8413026"/>
            <a:ext cx="162987" cy="17693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56841" y="10057116"/>
            <a:ext cx="155729" cy="16332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22084" y="10040784"/>
            <a:ext cx="162987" cy="16604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27698" y="10220734"/>
            <a:ext cx="155271" cy="6626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8080" y="8968314"/>
            <a:ext cx="154837" cy="16332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384045" y="8690670"/>
            <a:ext cx="173853" cy="14583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824111" y="9749529"/>
            <a:ext cx="162987" cy="13882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49886" y="8658006"/>
            <a:ext cx="158021" cy="145201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011806" y="8630786"/>
            <a:ext cx="163072" cy="13644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15634" y="8391249"/>
            <a:ext cx="138751" cy="14154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541945" y="10127888"/>
            <a:ext cx="141255" cy="12521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633959" y="9438710"/>
            <a:ext cx="149404" cy="10679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992531" y="9406556"/>
            <a:ext cx="119523" cy="10343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6757567" y="1570108"/>
            <a:ext cx="222749" cy="22864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881850" y="1073427"/>
            <a:ext cx="263525" cy="219075"/>
          </a:xfrm>
          <a:custGeom>
            <a:avLst/>
            <a:gdLst/>
            <a:ahLst/>
            <a:cxnLst/>
            <a:rect l="l" t="t" r="r" b="b"/>
            <a:pathLst>
              <a:path w="263525" h="219075">
                <a:moveTo>
                  <a:pt x="139557" y="219036"/>
                </a:moveTo>
                <a:lnTo>
                  <a:pt x="98047" y="210785"/>
                </a:lnTo>
                <a:lnTo>
                  <a:pt x="60101" y="193857"/>
                </a:lnTo>
                <a:lnTo>
                  <a:pt x="27249" y="167743"/>
                </a:lnTo>
                <a:lnTo>
                  <a:pt x="1018" y="131932"/>
                </a:lnTo>
                <a:lnTo>
                  <a:pt x="0" y="115855"/>
                </a:lnTo>
                <a:lnTo>
                  <a:pt x="7130" y="95185"/>
                </a:lnTo>
                <a:lnTo>
                  <a:pt x="33616" y="58438"/>
                </a:lnTo>
                <a:lnTo>
                  <a:pt x="83530" y="26114"/>
                </a:lnTo>
                <a:lnTo>
                  <a:pt x="139557" y="3997"/>
                </a:lnTo>
                <a:lnTo>
                  <a:pt x="169481" y="0"/>
                </a:lnTo>
                <a:lnTo>
                  <a:pt x="197622" y="4678"/>
                </a:lnTo>
                <a:lnTo>
                  <a:pt x="223216" y="18543"/>
                </a:lnTo>
                <a:lnTo>
                  <a:pt x="245499" y="42105"/>
                </a:lnTo>
                <a:lnTo>
                  <a:pt x="256917" y="58012"/>
                </a:lnTo>
                <a:lnTo>
                  <a:pt x="263496" y="73409"/>
                </a:lnTo>
                <a:lnTo>
                  <a:pt x="260397" y="88805"/>
                </a:lnTo>
                <a:lnTo>
                  <a:pt x="242783" y="104712"/>
                </a:lnTo>
                <a:lnTo>
                  <a:pt x="239642" y="108582"/>
                </a:lnTo>
                <a:lnTo>
                  <a:pt x="238029" y="115259"/>
                </a:lnTo>
                <a:lnTo>
                  <a:pt x="237435" y="123468"/>
                </a:lnTo>
                <a:lnTo>
                  <a:pt x="237350" y="131932"/>
                </a:lnTo>
                <a:lnTo>
                  <a:pt x="227036" y="164681"/>
                </a:lnTo>
                <a:lnTo>
                  <a:pt x="205771" y="191816"/>
                </a:lnTo>
                <a:lnTo>
                  <a:pt x="175847" y="210785"/>
                </a:lnTo>
                <a:lnTo>
                  <a:pt x="139557" y="219036"/>
                </a:lnTo>
                <a:close/>
              </a:path>
            </a:pathLst>
          </a:custGeom>
          <a:solidFill>
            <a:srgbClr val="E8ED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6336517" y="652792"/>
            <a:ext cx="225465" cy="23409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8000095" y="921973"/>
            <a:ext cx="224357" cy="20887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979972" y="293488"/>
            <a:ext cx="217316" cy="2123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7004765" y="396924"/>
            <a:ext cx="206450" cy="206872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7809216" y="1436729"/>
            <a:ext cx="176187" cy="217760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6877092" y="1008992"/>
            <a:ext cx="206790" cy="18615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6999332" y="0"/>
            <a:ext cx="195584" cy="17372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6665207" y="2051902"/>
            <a:ext cx="201017" cy="187818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8167407" y="1270687"/>
            <a:ext cx="120542" cy="17148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7719192" y="524858"/>
            <a:ext cx="179285" cy="19326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6561982" y="258102"/>
            <a:ext cx="171136" cy="19054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7705610" y="2253331"/>
            <a:ext cx="146985" cy="19054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5771494" y="555140"/>
            <a:ext cx="168420" cy="17761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7681162" y="1014819"/>
            <a:ext cx="176569" cy="15515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7484219" y="173720"/>
            <a:ext cx="175211" cy="187818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7341265" y="777069"/>
            <a:ext cx="187774" cy="159832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7175901" y="2152617"/>
            <a:ext cx="173853" cy="163320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7488081" y="1292463"/>
            <a:ext cx="155729" cy="163320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6453324" y="1276131"/>
            <a:ext cx="162987" cy="166042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6089320" y="203662"/>
            <a:ext cx="154837" cy="163320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6171874" y="1677542"/>
            <a:ext cx="171603" cy="129380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8015286" y="0"/>
            <a:ext cx="173508" cy="71857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7994912" y="2097411"/>
            <a:ext cx="194226" cy="145031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7832985" y="1869528"/>
            <a:ext cx="161289" cy="14864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8186423" y="1643602"/>
            <a:ext cx="101526" cy="157876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7492538" y="1690727"/>
            <a:ext cx="183190" cy="133293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7510025" y="2035570"/>
            <a:ext cx="171136" cy="141544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6486416" y="0"/>
            <a:ext cx="123189" cy="38735"/>
          </a:xfrm>
          <a:custGeom>
            <a:avLst/>
            <a:gdLst/>
            <a:ahLst/>
            <a:cxnLst/>
            <a:rect l="l" t="t" r="r" b="b"/>
            <a:pathLst>
              <a:path w="123190" h="38735">
                <a:moveTo>
                  <a:pt x="75906" y="38555"/>
                </a:moveTo>
                <a:lnTo>
                  <a:pt x="45685" y="31495"/>
                </a:lnTo>
                <a:lnTo>
                  <a:pt x="17502" y="17290"/>
                </a:lnTo>
                <a:lnTo>
                  <a:pt x="0" y="0"/>
                </a:lnTo>
                <a:lnTo>
                  <a:pt x="122861" y="0"/>
                </a:lnTo>
                <a:lnTo>
                  <a:pt x="116440" y="11165"/>
                </a:lnTo>
                <a:lnTo>
                  <a:pt x="111899" y="20607"/>
                </a:lnTo>
                <a:lnTo>
                  <a:pt x="106848" y="29028"/>
                </a:lnTo>
                <a:lnTo>
                  <a:pt x="100014" y="34898"/>
                </a:lnTo>
                <a:lnTo>
                  <a:pt x="75906" y="38555"/>
                </a:lnTo>
                <a:close/>
              </a:path>
            </a:pathLst>
          </a:custGeom>
          <a:solidFill>
            <a:srgbClr val="E8ED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7154169" y="1782424"/>
            <a:ext cx="160270" cy="141544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7720964" y="0"/>
            <a:ext cx="26034" cy="3175"/>
          </a:xfrm>
          <a:custGeom>
            <a:avLst/>
            <a:gdLst/>
            <a:ahLst/>
            <a:cxnLst/>
            <a:rect l="l" t="t" r="r" b="b"/>
            <a:pathLst>
              <a:path w="26034" h="3175">
                <a:moveTo>
                  <a:pt x="18600" y="2574"/>
                </a:moveTo>
                <a:lnTo>
                  <a:pt x="1367" y="1255"/>
                </a:lnTo>
                <a:lnTo>
                  <a:pt x="0" y="0"/>
                </a:lnTo>
                <a:lnTo>
                  <a:pt x="25600" y="0"/>
                </a:lnTo>
                <a:lnTo>
                  <a:pt x="18600" y="2574"/>
                </a:lnTo>
                <a:close/>
              </a:path>
            </a:pathLst>
          </a:custGeom>
          <a:solidFill>
            <a:srgbClr val="E8ED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7173185" y="1363235"/>
            <a:ext cx="141255" cy="125212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8265199" y="684621"/>
            <a:ext cx="22860" cy="66675"/>
          </a:xfrm>
          <a:custGeom>
            <a:avLst/>
            <a:gdLst/>
            <a:ahLst/>
            <a:cxnLst/>
            <a:rect l="l" t="t" r="r" b="b"/>
            <a:pathLst>
              <a:path w="22859" h="66675">
                <a:moveTo>
                  <a:pt x="22749" y="66288"/>
                </a:moveTo>
                <a:lnTo>
                  <a:pt x="0" y="30777"/>
                </a:lnTo>
                <a:lnTo>
                  <a:pt x="10823" y="9852"/>
                </a:lnTo>
                <a:lnTo>
                  <a:pt x="22749" y="0"/>
                </a:lnTo>
                <a:lnTo>
                  <a:pt x="22749" y="66288"/>
                </a:lnTo>
                <a:close/>
              </a:path>
            </a:pathLst>
          </a:custGeom>
          <a:solidFill>
            <a:srgbClr val="E8ED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>
            <a:spLocks noGrp="1"/>
          </p:cNvSpPr>
          <p:nvPr>
            <p:ph type="title"/>
          </p:nvPr>
        </p:nvSpPr>
        <p:spPr>
          <a:xfrm>
            <a:off x="3456216" y="1948446"/>
            <a:ext cx="12593955" cy="6273800"/>
          </a:xfrm>
          <a:prstGeom prst="rect"/>
        </p:spPr>
        <p:txBody>
          <a:bodyPr wrap="square" lIns="0" tIns="144780" rIns="0" bIns="0" rtlCol="0" vert="horz">
            <a:spAutoFit/>
          </a:bodyPr>
          <a:lstStyle/>
          <a:p>
            <a:pPr algn="ctr" marL="12700" marR="5080">
              <a:lnSpc>
                <a:spcPts val="16200"/>
              </a:lnSpc>
              <a:spcBef>
                <a:spcPts val="1140"/>
              </a:spcBef>
            </a:pPr>
            <a:r>
              <a:rPr dirty="0" sz="14000" spc="1375">
                <a:solidFill>
                  <a:srgbClr val="FFFFFF"/>
                </a:solidFill>
              </a:rPr>
              <a:t>HOW</a:t>
            </a:r>
            <a:r>
              <a:rPr dirty="0" sz="14000" spc="-430">
                <a:solidFill>
                  <a:srgbClr val="FFFFFF"/>
                </a:solidFill>
              </a:rPr>
              <a:t> </a:t>
            </a:r>
            <a:r>
              <a:rPr dirty="0" sz="14000" spc="40">
                <a:solidFill>
                  <a:srgbClr val="FFFFFF"/>
                </a:solidFill>
              </a:rPr>
              <a:t>SENTRY  </a:t>
            </a:r>
            <a:r>
              <a:rPr dirty="0" sz="14000" spc="819">
                <a:solidFill>
                  <a:srgbClr val="FFFFFF"/>
                </a:solidFill>
              </a:rPr>
              <a:t>CAN </a:t>
            </a:r>
            <a:r>
              <a:rPr dirty="0" sz="14000" spc="-440">
                <a:solidFill>
                  <a:srgbClr val="FFFFFF"/>
                </a:solidFill>
              </a:rPr>
              <a:t>HELP </a:t>
            </a:r>
            <a:r>
              <a:rPr dirty="0" sz="14000" spc="114">
                <a:solidFill>
                  <a:srgbClr val="FFFFFF"/>
                </a:solidFill>
              </a:rPr>
              <a:t>US  </a:t>
            </a:r>
            <a:r>
              <a:rPr dirty="0" sz="14000" spc="700">
                <a:solidFill>
                  <a:srgbClr val="FFFFFF"/>
                </a:solidFill>
              </a:rPr>
              <a:t>WITH</a:t>
            </a:r>
            <a:r>
              <a:rPr dirty="0" sz="14000" spc="-375">
                <a:solidFill>
                  <a:srgbClr val="FFFFFF"/>
                </a:solidFill>
              </a:rPr>
              <a:t> </a:t>
            </a:r>
            <a:r>
              <a:rPr dirty="0" sz="14000" spc="140">
                <a:solidFill>
                  <a:srgbClr val="FFFFFF"/>
                </a:solidFill>
              </a:rPr>
              <a:t>BUGS.</a:t>
            </a:r>
            <a:endParaRPr sz="1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591130" y="7155256"/>
            <a:ext cx="2690495" cy="3131820"/>
          </a:xfrm>
          <a:custGeom>
            <a:avLst/>
            <a:gdLst/>
            <a:ahLst/>
            <a:cxnLst/>
            <a:rect l="l" t="t" r="r" b="b"/>
            <a:pathLst>
              <a:path w="2690494" h="3131820">
                <a:moveTo>
                  <a:pt x="654646" y="1171321"/>
                </a:moveTo>
                <a:lnTo>
                  <a:pt x="643928" y="1163548"/>
                </a:lnTo>
                <a:lnTo>
                  <a:pt x="641273" y="1171028"/>
                </a:lnTo>
                <a:lnTo>
                  <a:pt x="654646" y="1171321"/>
                </a:lnTo>
                <a:close/>
              </a:path>
              <a:path w="2690494" h="3131820">
                <a:moveTo>
                  <a:pt x="1129461" y="2414447"/>
                </a:moveTo>
                <a:lnTo>
                  <a:pt x="1120317" y="2402281"/>
                </a:lnTo>
                <a:lnTo>
                  <a:pt x="1110462" y="2429992"/>
                </a:lnTo>
                <a:lnTo>
                  <a:pt x="1125245" y="2426322"/>
                </a:lnTo>
                <a:lnTo>
                  <a:pt x="1129461" y="2414447"/>
                </a:lnTo>
                <a:close/>
              </a:path>
              <a:path w="2690494" h="3131820">
                <a:moveTo>
                  <a:pt x="1164704" y="2406904"/>
                </a:moveTo>
                <a:lnTo>
                  <a:pt x="1147978" y="2378672"/>
                </a:lnTo>
                <a:lnTo>
                  <a:pt x="1146581" y="2382634"/>
                </a:lnTo>
                <a:lnTo>
                  <a:pt x="1140510" y="2387168"/>
                </a:lnTo>
                <a:lnTo>
                  <a:pt x="1136421" y="2392400"/>
                </a:lnTo>
                <a:lnTo>
                  <a:pt x="1135583" y="2401024"/>
                </a:lnTo>
                <a:lnTo>
                  <a:pt x="1133475" y="2406954"/>
                </a:lnTo>
                <a:lnTo>
                  <a:pt x="1132636" y="2415578"/>
                </a:lnTo>
                <a:lnTo>
                  <a:pt x="1164704" y="2406904"/>
                </a:lnTo>
                <a:close/>
              </a:path>
              <a:path w="2690494" h="3131820">
                <a:moveTo>
                  <a:pt x="1795399" y="2124976"/>
                </a:moveTo>
                <a:lnTo>
                  <a:pt x="1790738" y="2125548"/>
                </a:lnTo>
                <a:lnTo>
                  <a:pt x="1785378" y="2128101"/>
                </a:lnTo>
                <a:lnTo>
                  <a:pt x="1780705" y="2128672"/>
                </a:lnTo>
                <a:lnTo>
                  <a:pt x="1782686" y="2129371"/>
                </a:lnTo>
                <a:lnTo>
                  <a:pt x="1783969" y="2132050"/>
                </a:lnTo>
                <a:lnTo>
                  <a:pt x="1785950" y="2132761"/>
                </a:lnTo>
                <a:lnTo>
                  <a:pt x="1789328" y="2129498"/>
                </a:lnTo>
                <a:lnTo>
                  <a:pt x="1792008" y="2128228"/>
                </a:lnTo>
                <a:lnTo>
                  <a:pt x="1795399" y="2124976"/>
                </a:lnTo>
                <a:close/>
              </a:path>
              <a:path w="2690494" h="3131820">
                <a:moveTo>
                  <a:pt x="1802460" y="2492845"/>
                </a:moveTo>
                <a:lnTo>
                  <a:pt x="1802409" y="2490914"/>
                </a:lnTo>
                <a:lnTo>
                  <a:pt x="1801685" y="2495004"/>
                </a:lnTo>
                <a:lnTo>
                  <a:pt x="1802460" y="2492845"/>
                </a:lnTo>
                <a:close/>
              </a:path>
              <a:path w="2690494" h="3131820">
                <a:moveTo>
                  <a:pt x="1811210" y="1899183"/>
                </a:moveTo>
                <a:lnTo>
                  <a:pt x="1805355" y="1877733"/>
                </a:lnTo>
                <a:lnTo>
                  <a:pt x="1798472" y="1897087"/>
                </a:lnTo>
                <a:lnTo>
                  <a:pt x="1796567" y="1902472"/>
                </a:lnTo>
                <a:lnTo>
                  <a:pt x="1806613" y="1912099"/>
                </a:lnTo>
                <a:lnTo>
                  <a:pt x="1811210" y="1899183"/>
                </a:lnTo>
                <a:close/>
              </a:path>
              <a:path w="2690494" h="3131820">
                <a:moveTo>
                  <a:pt x="1812226" y="2046236"/>
                </a:moveTo>
                <a:lnTo>
                  <a:pt x="1811312" y="2011756"/>
                </a:lnTo>
                <a:lnTo>
                  <a:pt x="1810448" y="2001024"/>
                </a:lnTo>
                <a:lnTo>
                  <a:pt x="1799628" y="2021700"/>
                </a:lnTo>
                <a:lnTo>
                  <a:pt x="1796199" y="2033308"/>
                </a:lnTo>
                <a:lnTo>
                  <a:pt x="1800352" y="2040077"/>
                </a:lnTo>
                <a:lnTo>
                  <a:pt x="1812226" y="2046236"/>
                </a:lnTo>
                <a:close/>
              </a:path>
              <a:path w="2690494" h="3131820">
                <a:moveTo>
                  <a:pt x="1815973" y="1922741"/>
                </a:moveTo>
                <a:lnTo>
                  <a:pt x="1812023" y="1921332"/>
                </a:lnTo>
                <a:lnTo>
                  <a:pt x="1809330" y="1922614"/>
                </a:lnTo>
                <a:lnTo>
                  <a:pt x="1805381" y="1921205"/>
                </a:lnTo>
                <a:lnTo>
                  <a:pt x="1799678" y="1974913"/>
                </a:lnTo>
                <a:lnTo>
                  <a:pt x="1811528" y="1963483"/>
                </a:lnTo>
                <a:lnTo>
                  <a:pt x="1814029" y="1950199"/>
                </a:lnTo>
                <a:lnTo>
                  <a:pt x="1813420" y="1936216"/>
                </a:lnTo>
                <a:lnTo>
                  <a:pt x="1815973" y="1922741"/>
                </a:lnTo>
                <a:close/>
              </a:path>
              <a:path w="2690494" h="3131820">
                <a:moveTo>
                  <a:pt x="1821357" y="2359329"/>
                </a:moveTo>
                <a:lnTo>
                  <a:pt x="1819135" y="2343150"/>
                </a:lnTo>
                <a:lnTo>
                  <a:pt x="1817598" y="2326792"/>
                </a:lnTo>
                <a:lnTo>
                  <a:pt x="1815325" y="2294775"/>
                </a:lnTo>
                <a:lnTo>
                  <a:pt x="1813344" y="2294064"/>
                </a:lnTo>
                <a:lnTo>
                  <a:pt x="1808683" y="2294648"/>
                </a:lnTo>
                <a:lnTo>
                  <a:pt x="1805990" y="2295918"/>
                </a:lnTo>
                <a:lnTo>
                  <a:pt x="1808772" y="2312301"/>
                </a:lnTo>
                <a:lnTo>
                  <a:pt x="1806257" y="2328888"/>
                </a:lnTo>
                <a:lnTo>
                  <a:pt x="1805127" y="2345144"/>
                </a:lnTo>
                <a:lnTo>
                  <a:pt x="1812036" y="2360485"/>
                </a:lnTo>
                <a:lnTo>
                  <a:pt x="1816696" y="2359914"/>
                </a:lnTo>
                <a:lnTo>
                  <a:pt x="1818678" y="2360612"/>
                </a:lnTo>
                <a:lnTo>
                  <a:pt x="1821357" y="2359329"/>
                </a:lnTo>
                <a:close/>
              </a:path>
              <a:path w="2690494" h="3131820">
                <a:moveTo>
                  <a:pt x="2123452" y="678903"/>
                </a:moveTo>
                <a:lnTo>
                  <a:pt x="2111489" y="674662"/>
                </a:lnTo>
                <a:lnTo>
                  <a:pt x="2101799" y="663968"/>
                </a:lnTo>
                <a:lnTo>
                  <a:pt x="2105139" y="654570"/>
                </a:lnTo>
                <a:lnTo>
                  <a:pt x="2097049" y="639432"/>
                </a:lnTo>
                <a:lnTo>
                  <a:pt x="2086292" y="593813"/>
                </a:lnTo>
                <a:lnTo>
                  <a:pt x="2066404" y="573938"/>
                </a:lnTo>
                <a:lnTo>
                  <a:pt x="2055850" y="565721"/>
                </a:lnTo>
                <a:lnTo>
                  <a:pt x="2063584" y="543953"/>
                </a:lnTo>
                <a:lnTo>
                  <a:pt x="2050910" y="541680"/>
                </a:lnTo>
                <a:lnTo>
                  <a:pt x="2042934" y="526199"/>
                </a:lnTo>
                <a:lnTo>
                  <a:pt x="2053704" y="495858"/>
                </a:lnTo>
                <a:lnTo>
                  <a:pt x="2041740" y="491617"/>
                </a:lnTo>
                <a:lnTo>
                  <a:pt x="2026272" y="535152"/>
                </a:lnTo>
                <a:lnTo>
                  <a:pt x="2018639" y="518693"/>
                </a:lnTo>
                <a:lnTo>
                  <a:pt x="2011210" y="501662"/>
                </a:lnTo>
                <a:lnTo>
                  <a:pt x="2015883" y="488518"/>
                </a:lnTo>
                <a:lnTo>
                  <a:pt x="2008657" y="470941"/>
                </a:lnTo>
                <a:lnTo>
                  <a:pt x="1995627" y="469658"/>
                </a:lnTo>
                <a:lnTo>
                  <a:pt x="1970646" y="464121"/>
                </a:lnTo>
                <a:lnTo>
                  <a:pt x="1944598" y="461556"/>
                </a:lnTo>
                <a:lnTo>
                  <a:pt x="1932635" y="457301"/>
                </a:lnTo>
                <a:lnTo>
                  <a:pt x="1922068" y="449097"/>
                </a:lnTo>
                <a:lnTo>
                  <a:pt x="1923478" y="445135"/>
                </a:lnTo>
                <a:lnTo>
                  <a:pt x="1921598" y="412496"/>
                </a:lnTo>
                <a:lnTo>
                  <a:pt x="1902345" y="390817"/>
                </a:lnTo>
                <a:lnTo>
                  <a:pt x="1880450" y="376555"/>
                </a:lnTo>
                <a:lnTo>
                  <a:pt x="1858695" y="361937"/>
                </a:lnTo>
                <a:lnTo>
                  <a:pt x="1847176" y="356412"/>
                </a:lnTo>
                <a:lnTo>
                  <a:pt x="1834146" y="355155"/>
                </a:lnTo>
                <a:lnTo>
                  <a:pt x="1819986" y="357098"/>
                </a:lnTo>
                <a:lnTo>
                  <a:pt x="1797469" y="344576"/>
                </a:lnTo>
                <a:lnTo>
                  <a:pt x="1784426" y="343344"/>
                </a:lnTo>
                <a:lnTo>
                  <a:pt x="1758365" y="340842"/>
                </a:lnTo>
                <a:lnTo>
                  <a:pt x="1744662" y="341477"/>
                </a:lnTo>
                <a:lnTo>
                  <a:pt x="1693189" y="334619"/>
                </a:lnTo>
                <a:lnTo>
                  <a:pt x="1641182" y="329234"/>
                </a:lnTo>
                <a:lnTo>
                  <a:pt x="1588046" y="327075"/>
                </a:lnTo>
                <a:lnTo>
                  <a:pt x="1549501" y="321741"/>
                </a:lnTo>
                <a:lnTo>
                  <a:pt x="1522933" y="320662"/>
                </a:lnTo>
                <a:lnTo>
                  <a:pt x="1518094" y="334276"/>
                </a:lnTo>
                <a:lnTo>
                  <a:pt x="1503946" y="336169"/>
                </a:lnTo>
                <a:lnTo>
                  <a:pt x="1506753" y="328282"/>
                </a:lnTo>
                <a:lnTo>
                  <a:pt x="1494078" y="326009"/>
                </a:lnTo>
                <a:lnTo>
                  <a:pt x="1489913" y="337731"/>
                </a:lnTo>
                <a:lnTo>
                  <a:pt x="1474990" y="341807"/>
                </a:lnTo>
                <a:lnTo>
                  <a:pt x="1433588" y="458330"/>
                </a:lnTo>
                <a:lnTo>
                  <a:pt x="1405267" y="500126"/>
                </a:lnTo>
                <a:lnTo>
                  <a:pt x="1388833" y="546366"/>
                </a:lnTo>
                <a:lnTo>
                  <a:pt x="1384249" y="597204"/>
                </a:lnTo>
                <a:lnTo>
                  <a:pt x="1321777" y="773036"/>
                </a:lnTo>
                <a:lnTo>
                  <a:pt x="1317942" y="821791"/>
                </a:lnTo>
                <a:lnTo>
                  <a:pt x="1302194" y="866114"/>
                </a:lnTo>
                <a:lnTo>
                  <a:pt x="1295095" y="961948"/>
                </a:lnTo>
                <a:lnTo>
                  <a:pt x="1279385" y="1006170"/>
                </a:lnTo>
                <a:lnTo>
                  <a:pt x="1268412" y="1150861"/>
                </a:lnTo>
                <a:lnTo>
                  <a:pt x="1254696" y="1189456"/>
                </a:lnTo>
                <a:lnTo>
                  <a:pt x="1252956" y="1232306"/>
                </a:lnTo>
                <a:lnTo>
                  <a:pt x="1239240" y="1270901"/>
                </a:lnTo>
                <a:lnTo>
                  <a:pt x="1237500" y="1313751"/>
                </a:lnTo>
                <a:lnTo>
                  <a:pt x="1219962" y="1514830"/>
                </a:lnTo>
                <a:lnTo>
                  <a:pt x="1196149" y="1847418"/>
                </a:lnTo>
                <a:lnTo>
                  <a:pt x="1180807" y="2004415"/>
                </a:lnTo>
                <a:lnTo>
                  <a:pt x="1187792" y="2060600"/>
                </a:lnTo>
                <a:lnTo>
                  <a:pt x="1182865" y="2112416"/>
                </a:lnTo>
                <a:lnTo>
                  <a:pt x="1189913" y="2168436"/>
                </a:lnTo>
                <a:lnTo>
                  <a:pt x="1185125" y="2219845"/>
                </a:lnTo>
                <a:lnTo>
                  <a:pt x="1192504" y="2274951"/>
                </a:lnTo>
                <a:lnTo>
                  <a:pt x="1188046" y="2325446"/>
                </a:lnTo>
                <a:lnTo>
                  <a:pt x="1195616" y="2379992"/>
                </a:lnTo>
                <a:lnTo>
                  <a:pt x="1192123" y="2465692"/>
                </a:lnTo>
                <a:lnTo>
                  <a:pt x="1182560" y="2454694"/>
                </a:lnTo>
                <a:lnTo>
                  <a:pt x="1172591" y="2444813"/>
                </a:lnTo>
                <a:lnTo>
                  <a:pt x="1174330" y="2439924"/>
                </a:lnTo>
                <a:lnTo>
                  <a:pt x="1163967" y="2431161"/>
                </a:lnTo>
                <a:lnTo>
                  <a:pt x="1162558" y="2435123"/>
                </a:lnTo>
                <a:lnTo>
                  <a:pt x="1146365" y="2442743"/>
                </a:lnTo>
                <a:lnTo>
                  <a:pt x="1150023" y="2432443"/>
                </a:lnTo>
                <a:lnTo>
                  <a:pt x="1137831" y="2428849"/>
                </a:lnTo>
                <a:lnTo>
                  <a:pt x="1123924" y="2430068"/>
                </a:lnTo>
                <a:lnTo>
                  <a:pt x="1110462" y="2429992"/>
                </a:lnTo>
                <a:lnTo>
                  <a:pt x="1129969" y="2375090"/>
                </a:lnTo>
                <a:lnTo>
                  <a:pt x="1122680" y="2357704"/>
                </a:lnTo>
                <a:lnTo>
                  <a:pt x="1115250" y="2340673"/>
                </a:lnTo>
                <a:lnTo>
                  <a:pt x="1119581" y="2328456"/>
                </a:lnTo>
                <a:lnTo>
                  <a:pt x="1109916" y="2317750"/>
                </a:lnTo>
                <a:lnTo>
                  <a:pt x="1111745" y="2312581"/>
                </a:lnTo>
                <a:lnTo>
                  <a:pt x="1101483" y="2303538"/>
                </a:lnTo>
                <a:lnTo>
                  <a:pt x="1091412" y="2293937"/>
                </a:lnTo>
                <a:lnTo>
                  <a:pt x="1086180" y="2270760"/>
                </a:lnTo>
                <a:lnTo>
                  <a:pt x="1081722" y="2245347"/>
                </a:lnTo>
                <a:lnTo>
                  <a:pt x="1064514" y="2217915"/>
                </a:lnTo>
                <a:lnTo>
                  <a:pt x="1056894" y="2201418"/>
                </a:lnTo>
                <a:lnTo>
                  <a:pt x="1044930" y="2197163"/>
                </a:lnTo>
                <a:lnTo>
                  <a:pt x="1047038" y="2191232"/>
                </a:lnTo>
                <a:lnTo>
                  <a:pt x="1042454" y="2166201"/>
                </a:lnTo>
                <a:lnTo>
                  <a:pt x="1025906" y="2136914"/>
                </a:lnTo>
                <a:lnTo>
                  <a:pt x="1021321" y="2111870"/>
                </a:lnTo>
                <a:lnTo>
                  <a:pt x="1014641" y="2100059"/>
                </a:lnTo>
                <a:lnTo>
                  <a:pt x="1014641" y="2130679"/>
                </a:lnTo>
                <a:lnTo>
                  <a:pt x="1011605" y="2139251"/>
                </a:lnTo>
                <a:lnTo>
                  <a:pt x="982103" y="2146389"/>
                </a:lnTo>
                <a:lnTo>
                  <a:pt x="979462" y="2153843"/>
                </a:lnTo>
                <a:lnTo>
                  <a:pt x="969479" y="2143988"/>
                </a:lnTo>
                <a:lnTo>
                  <a:pt x="972934" y="2134285"/>
                </a:lnTo>
                <a:lnTo>
                  <a:pt x="962558" y="2125548"/>
                </a:lnTo>
                <a:lnTo>
                  <a:pt x="975474" y="2127110"/>
                </a:lnTo>
                <a:lnTo>
                  <a:pt x="988339" y="2128850"/>
                </a:lnTo>
                <a:lnTo>
                  <a:pt x="1001318" y="2130234"/>
                </a:lnTo>
                <a:lnTo>
                  <a:pt x="1014641" y="2130679"/>
                </a:lnTo>
                <a:lnTo>
                  <a:pt x="1014641" y="2100059"/>
                </a:lnTo>
                <a:lnTo>
                  <a:pt x="1004773" y="2082584"/>
                </a:lnTo>
                <a:lnTo>
                  <a:pt x="990701" y="2084273"/>
                </a:lnTo>
                <a:lnTo>
                  <a:pt x="981557" y="2110003"/>
                </a:lnTo>
                <a:lnTo>
                  <a:pt x="969759" y="2105266"/>
                </a:lnTo>
                <a:lnTo>
                  <a:pt x="959027" y="2097544"/>
                </a:lnTo>
                <a:lnTo>
                  <a:pt x="970241" y="2065972"/>
                </a:lnTo>
                <a:lnTo>
                  <a:pt x="971956" y="2068487"/>
                </a:lnTo>
                <a:lnTo>
                  <a:pt x="975245" y="2074329"/>
                </a:lnTo>
                <a:lnTo>
                  <a:pt x="984440" y="2075573"/>
                </a:lnTo>
                <a:lnTo>
                  <a:pt x="1009726" y="2077656"/>
                </a:lnTo>
                <a:lnTo>
                  <a:pt x="999642" y="2049564"/>
                </a:lnTo>
                <a:lnTo>
                  <a:pt x="986231" y="2055939"/>
                </a:lnTo>
                <a:lnTo>
                  <a:pt x="984961" y="2053259"/>
                </a:lnTo>
                <a:lnTo>
                  <a:pt x="980998" y="2051850"/>
                </a:lnTo>
                <a:lnTo>
                  <a:pt x="979728" y="2049170"/>
                </a:lnTo>
                <a:lnTo>
                  <a:pt x="974356" y="2051723"/>
                </a:lnTo>
                <a:lnTo>
                  <a:pt x="961072" y="2051456"/>
                </a:lnTo>
                <a:lnTo>
                  <a:pt x="964361" y="2057298"/>
                </a:lnTo>
                <a:lnTo>
                  <a:pt x="968273" y="2063076"/>
                </a:lnTo>
                <a:lnTo>
                  <a:pt x="961059" y="2053894"/>
                </a:lnTo>
                <a:lnTo>
                  <a:pt x="950556" y="2045500"/>
                </a:lnTo>
                <a:lnTo>
                  <a:pt x="952144" y="2041042"/>
                </a:lnTo>
                <a:lnTo>
                  <a:pt x="941755" y="2032342"/>
                </a:lnTo>
                <a:lnTo>
                  <a:pt x="943343" y="2027885"/>
                </a:lnTo>
                <a:lnTo>
                  <a:pt x="932954" y="2019185"/>
                </a:lnTo>
                <a:lnTo>
                  <a:pt x="946823" y="2018080"/>
                </a:lnTo>
                <a:lnTo>
                  <a:pt x="948524" y="2013292"/>
                </a:lnTo>
                <a:lnTo>
                  <a:pt x="962329" y="2012378"/>
                </a:lnTo>
                <a:lnTo>
                  <a:pt x="964628" y="2005914"/>
                </a:lnTo>
                <a:lnTo>
                  <a:pt x="975525" y="2013165"/>
                </a:lnTo>
                <a:lnTo>
                  <a:pt x="972820" y="2020798"/>
                </a:lnTo>
                <a:lnTo>
                  <a:pt x="981138" y="2035289"/>
                </a:lnTo>
                <a:lnTo>
                  <a:pt x="975906" y="2050046"/>
                </a:lnTo>
                <a:lnTo>
                  <a:pt x="995349" y="2033231"/>
                </a:lnTo>
                <a:lnTo>
                  <a:pt x="988822" y="2013673"/>
                </a:lnTo>
                <a:lnTo>
                  <a:pt x="981633" y="1995970"/>
                </a:lnTo>
                <a:lnTo>
                  <a:pt x="975169" y="1976221"/>
                </a:lnTo>
                <a:lnTo>
                  <a:pt x="965733" y="1964867"/>
                </a:lnTo>
                <a:lnTo>
                  <a:pt x="968133" y="1958111"/>
                </a:lnTo>
                <a:lnTo>
                  <a:pt x="958557" y="1947138"/>
                </a:lnTo>
                <a:lnTo>
                  <a:pt x="960386" y="1941982"/>
                </a:lnTo>
                <a:lnTo>
                  <a:pt x="947712" y="1939709"/>
                </a:lnTo>
                <a:lnTo>
                  <a:pt x="933653" y="1979295"/>
                </a:lnTo>
                <a:lnTo>
                  <a:pt x="925449" y="1964436"/>
                </a:lnTo>
                <a:lnTo>
                  <a:pt x="935621" y="1935797"/>
                </a:lnTo>
                <a:lnTo>
                  <a:pt x="953338" y="1923884"/>
                </a:lnTo>
                <a:lnTo>
                  <a:pt x="942771" y="1915668"/>
                </a:lnTo>
                <a:lnTo>
                  <a:pt x="933627" y="1903501"/>
                </a:lnTo>
                <a:lnTo>
                  <a:pt x="924483" y="1929231"/>
                </a:lnTo>
                <a:lnTo>
                  <a:pt x="898436" y="1926666"/>
                </a:lnTo>
                <a:lnTo>
                  <a:pt x="899845" y="1922703"/>
                </a:lnTo>
                <a:lnTo>
                  <a:pt x="888580" y="1916480"/>
                </a:lnTo>
                <a:lnTo>
                  <a:pt x="902017" y="1916582"/>
                </a:lnTo>
                <a:lnTo>
                  <a:pt x="903363" y="1912810"/>
                </a:lnTo>
                <a:lnTo>
                  <a:pt x="916673" y="1913293"/>
                </a:lnTo>
                <a:lnTo>
                  <a:pt x="922540" y="1896770"/>
                </a:lnTo>
                <a:lnTo>
                  <a:pt x="937221" y="1893354"/>
                </a:lnTo>
                <a:lnTo>
                  <a:pt x="939952" y="1885683"/>
                </a:lnTo>
                <a:lnTo>
                  <a:pt x="925017" y="1851850"/>
                </a:lnTo>
                <a:lnTo>
                  <a:pt x="917651" y="1834667"/>
                </a:lnTo>
                <a:lnTo>
                  <a:pt x="910272" y="1817471"/>
                </a:lnTo>
                <a:lnTo>
                  <a:pt x="895934" y="1781962"/>
                </a:lnTo>
                <a:lnTo>
                  <a:pt x="882192" y="1744789"/>
                </a:lnTo>
                <a:lnTo>
                  <a:pt x="866013" y="1790319"/>
                </a:lnTo>
                <a:lnTo>
                  <a:pt x="856678" y="1778647"/>
                </a:lnTo>
                <a:lnTo>
                  <a:pt x="859320" y="1771218"/>
                </a:lnTo>
                <a:lnTo>
                  <a:pt x="849985" y="1759546"/>
                </a:lnTo>
                <a:lnTo>
                  <a:pt x="852627" y="1752130"/>
                </a:lnTo>
                <a:lnTo>
                  <a:pt x="843851" y="1738909"/>
                </a:lnTo>
                <a:lnTo>
                  <a:pt x="850747" y="1719478"/>
                </a:lnTo>
                <a:lnTo>
                  <a:pt x="842759" y="1704035"/>
                </a:lnTo>
                <a:lnTo>
                  <a:pt x="838822" y="1715109"/>
                </a:lnTo>
                <a:lnTo>
                  <a:pt x="828154" y="1707210"/>
                </a:lnTo>
                <a:lnTo>
                  <a:pt x="827608" y="1708746"/>
                </a:lnTo>
                <a:lnTo>
                  <a:pt x="813904" y="1709381"/>
                </a:lnTo>
                <a:lnTo>
                  <a:pt x="831469" y="1697863"/>
                </a:lnTo>
                <a:lnTo>
                  <a:pt x="849071" y="1648320"/>
                </a:lnTo>
                <a:lnTo>
                  <a:pt x="832497" y="1657057"/>
                </a:lnTo>
                <a:lnTo>
                  <a:pt x="820229" y="1691576"/>
                </a:lnTo>
                <a:lnTo>
                  <a:pt x="808266" y="1687322"/>
                </a:lnTo>
                <a:lnTo>
                  <a:pt x="826541" y="1635874"/>
                </a:lnTo>
                <a:lnTo>
                  <a:pt x="838517" y="1640116"/>
                </a:lnTo>
                <a:lnTo>
                  <a:pt x="832573" y="1618881"/>
                </a:lnTo>
                <a:lnTo>
                  <a:pt x="826643" y="1597647"/>
                </a:lnTo>
                <a:lnTo>
                  <a:pt x="814374" y="1556308"/>
                </a:lnTo>
                <a:lnTo>
                  <a:pt x="804697" y="1539532"/>
                </a:lnTo>
                <a:lnTo>
                  <a:pt x="804697" y="1583524"/>
                </a:lnTo>
                <a:lnTo>
                  <a:pt x="796975" y="1605292"/>
                </a:lnTo>
                <a:lnTo>
                  <a:pt x="785012" y="1601038"/>
                </a:lnTo>
                <a:lnTo>
                  <a:pt x="786409" y="1597075"/>
                </a:lnTo>
                <a:lnTo>
                  <a:pt x="776693" y="1586484"/>
                </a:lnTo>
                <a:lnTo>
                  <a:pt x="779284" y="1579219"/>
                </a:lnTo>
                <a:lnTo>
                  <a:pt x="770293" y="1566583"/>
                </a:lnTo>
                <a:lnTo>
                  <a:pt x="773734" y="1556905"/>
                </a:lnTo>
                <a:lnTo>
                  <a:pt x="783234" y="1568081"/>
                </a:lnTo>
                <a:lnTo>
                  <a:pt x="794105" y="1575435"/>
                </a:lnTo>
                <a:lnTo>
                  <a:pt x="804697" y="1583524"/>
                </a:lnTo>
                <a:lnTo>
                  <a:pt x="804697" y="1539532"/>
                </a:lnTo>
                <a:lnTo>
                  <a:pt x="789355" y="1512925"/>
                </a:lnTo>
                <a:lnTo>
                  <a:pt x="775106" y="1477149"/>
                </a:lnTo>
                <a:lnTo>
                  <a:pt x="761009" y="1478902"/>
                </a:lnTo>
                <a:lnTo>
                  <a:pt x="758748" y="1485265"/>
                </a:lnTo>
                <a:lnTo>
                  <a:pt x="744258" y="1488135"/>
                </a:lnTo>
                <a:lnTo>
                  <a:pt x="741337" y="1496352"/>
                </a:lnTo>
                <a:lnTo>
                  <a:pt x="733018" y="1481810"/>
                </a:lnTo>
                <a:lnTo>
                  <a:pt x="742022" y="1456474"/>
                </a:lnTo>
                <a:lnTo>
                  <a:pt x="758024" y="1449374"/>
                </a:lnTo>
                <a:lnTo>
                  <a:pt x="748969" y="1436928"/>
                </a:lnTo>
                <a:lnTo>
                  <a:pt x="751217" y="1430591"/>
                </a:lnTo>
                <a:lnTo>
                  <a:pt x="741311" y="1420558"/>
                </a:lnTo>
                <a:lnTo>
                  <a:pt x="746937" y="1404721"/>
                </a:lnTo>
                <a:lnTo>
                  <a:pt x="714197" y="1383068"/>
                </a:lnTo>
                <a:lnTo>
                  <a:pt x="703287" y="1375841"/>
                </a:lnTo>
                <a:lnTo>
                  <a:pt x="712419" y="1350111"/>
                </a:lnTo>
                <a:lnTo>
                  <a:pt x="699046" y="1349819"/>
                </a:lnTo>
                <a:lnTo>
                  <a:pt x="704672" y="1333982"/>
                </a:lnTo>
                <a:lnTo>
                  <a:pt x="691299" y="1333690"/>
                </a:lnTo>
                <a:lnTo>
                  <a:pt x="704659" y="1296085"/>
                </a:lnTo>
                <a:lnTo>
                  <a:pt x="691108" y="1296314"/>
                </a:lnTo>
                <a:lnTo>
                  <a:pt x="687654" y="1306029"/>
                </a:lnTo>
                <a:lnTo>
                  <a:pt x="673696" y="1307376"/>
                </a:lnTo>
                <a:lnTo>
                  <a:pt x="683018" y="1281150"/>
                </a:lnTo>
                <a:lnTo>
                  <a:pt x="675182" y="1265262"/>
                </a:lnTo>
                <a:lnTo>
                  <a:pt x="676579" y="1261313"/>
                </a:lnTo>
                <a:lnTo>
                  <a:pt x="662698" y="1262468"/>
                </a:lnTo>
                <a:lnTo>
                  <a:pt x="648347" y="1264932"/>
                </a:lnTo>
                <a:lnTo>
                  <a:pt x="651675" y="1255560"/>
                </a:lnTo>
                <a:lnTo>
                  <a:pt x="666381" y="1252105"/>
                </a:lnTo>
                <a:lnTo>
                  <a:pt x="670864" y="1239494"/>
                </a:lnTo>
                <a:lnTo>
                  <a:pt x="663117" y="1223365"/>
                </a:lnTo>
                <a:lnTo>
                  <a:pt x="655358" y="1207236"/>
                </a:lnTo>
                <a:lnTo>
                  <a:pt x="645401" y="1197356"/>
                </a:lnTo>
                <a:lnTo>
                  <a:pt x="637159" y="1182585"/>
                </a:lnTo>
                <a:lnTo>
                  <a:pt x="643928" y="1163548"/>
                </a:lnTo>
                <a:lnTo>
                  <a:pt x="622490" y="1148016"/>
                </a:lnTo>
                <a:lnTo>
                  <a:pt x="604215" y="1123581"/>
                </a:lnTo>
                <a:lnTo>
                  <a:pt x="587387" y="1095070"/>
                </a:lnTo>
                <a:lnTo>
                  <a:pt x="583526" y="1068031"/>
                </a:lnTo>
                <a:lnTo>
                  <a:pt x="575906" y="1051534"/>
                </a:lnTo>
                <a:lnTo>
                  <a:pt x="565912" y="1041704"/>
                </a:lnTo>
                <a:lnTo>
                  <a:pt x="554342" y="1036345"/>
                </a:lnTo>
                <a:lnTo>
                  <a:pt x="541985" y="1033208"/>
                </a:lnTo>
                <a:lnTo>
                  <a:pt x="529551" y="1030249"/>
                </a:lnTo>
                <a:lnTo>
                  <a:pt x="518579" y="1023213"/>
                </a:lnTo>
                <a:lnTo>
                  <a:pt x="509447" y="1010983"/>
                </a:lnTo>
                <a:lnTo>
                  <a:pt x="502551" y="992454"/>
                </a:lnTo>
                <a:lnTo>
                  <a:pt x="503250" y="990485"/>
                </a:lnTo>
                <a:lnTo>
                  <a:pt x="515226" y="994714"/>
                </a:lnTo>
                <a:lnTo>
                  <a:pt x="516636" y="990765"/>
                </a:lnTo>
                <a:lnTo>
                  <a:pt x="505498" y="984161"/>
                </a:lnTo>
                <a:lnTo>
                  <a:pt x="494106" y="978306"/>
                </a:lnTo>
                <a:lnTo>
                  <a:pt x="494677" y="976693"/>
                </a:lnTo>
                <a:lnTo>
                  <a:pt x="483539" y="970089"/>
                </a:lnTo>
                <a:lnTo>
                  <a:pt x="462813" y="952550"/>
                </a:lnTo>
                <a:lnTo>
                  <a:pt x="428282" y="935964"/>
                </a:lnTo>
                <a:lnTo>
                  <a:pt x="404126" y="928077"/>
                </a:lnTo>
                <a:lnTo>
                  <a:pt x="378650" y="923912"/>
                </a:lnTo>
                <a:lnTo>
                  <a:pt x="352907" y="920470"/>
                </a:lnTo>
                <a:lnTo>
                  <a:pt x="300913" y="915098"/>
                </a:lnTo>
                <a:lnTo>
                  <a:pt x="275170" y="911669"/>
                </a:lnTo>
                <a:lnTo>
                  <a:pt x="236753" y="905992"/>
                </a:lnTo>
                <a:lnTo>
                  <a:pt x="210502" y="904011"/>
                </a:lnTo>
                <a:lnTo>
                  <a:pt x="172415" y="897407"/>
                </a:lnTo>
                <a:lnTo>
                  <a:pt x="146367" y="894880"/>
                </a:lnTo>
                <a:lnTo>
                  <a:pt x="133159" y="894118"/>
                </a:lnTo>
                <a:lnTo>
                  <a:pt x="119354" y="895032"/>
                </a:lnTo>
                <a:lnTo>
                  <a:pt x="104622" y="898550"/>
                </a:lnTo>
                <a:lnTo>
                  <a:pt x="88646" y="905586"/>
                </a:lnTo>
                <a:lnTo>
                  <a:pt x="46456" y="1024343"/>
                </a:lnTo>
                <a:lnTo>
                  <a:pt x="40360" y="1079436"/>
                </a:lnTo>
                <a:lnTo>
                  <a:pt x="22428" y="1129893"/>
                </a:lnTo>
                <a:lnTo>
                  <a:pt x="5016" y="1292720"/>
                </a:lnTo>
                <a:lnTo>
                  <a:pt x="12534" y="1347431"/>
                </a:lnTo>
                <a:lnTo>
                  <a:pt x="0" y="1496504"/>
                </a:lnTo>
                <a:lnTo>
                  <a:pt x="7874" y="1550225"/>
                </a:lnTo>
                <a:lnTo>
                  <a:pt x="3708" y="1599869"/>
                </a:lnTo>
                <a:lnTo>
                  <a:pt x="12585" y="1650758"/>
                </a:lnTo>
                <a:lnTo>
                  <a:pt x="6299" y="1744319"/>
                </a:lnTo>
                <a:lnTo>
                  <a:pt x="15125" y="1795348"/>
                </a:lnTo>
                <a:lnTo>
                  <a:pt x="8966" y="1888566"/>
                </a:lnTo>
                <a:lnTo>
                  <a:pt x="17970" y="1939099"/>
                </a:lnTo>
                <a:lnTo>
                  <a:pt x="15100" y="1985098"/>
                </a:lnTo>
                <a:lnTo>
                  <a:pt x="24041" y="2035822"/>
                </a:lnTo>
                <a:lnTo>
                  <a:pt x="21069" y="2082126"/>
                </a:lnTo>
                <a:lnTo>
                  <a:pt x="30111" y="2132546"/>
                </a:lnTo>
                <a:lnTo>
                  <a:pt x="27216" y="2178596"/>
                </a:lnTo>
                <a:lnTo>
                  <a:pt x="45478" y="2278951"/>
                </a:lnTo>
                <a:lnTo>
                  <a:pt x="42672" y="2324798"/>
                </a:lnTo>
                <a:lnTo>
                  <a:pt x="51828" y="2374862"/>
                </a:lnTo>
                <a:lnTo>
                  <a:pt x="89230" y="2648966"/>
                </a:lnTo>
                <a:lnTo>
                  <a:pt x="100291" y="2693708"/>
                </a:lnTo>
                <a:lnTo>
                  <a:pt x="99110" y="2734945"/>
                </a:lnTo>
                <a:lnTo>
                  <a:pt x="109905" y="2780436"/>
                </a:lnTo>
                <a:lnTo>
                  <a:pt x="120967" y="2825191"/>
                </a:lnTo>
                <a:lnTo>
                  <a:pt x="177838" y="3120313"/>
                </a:lnTo>
                <a:lnTo>
                  <a:pt x="187502" y="3131058"/>
                </a:lnTo>
                <a:lnTo>
                  <a:pt x="605142" y="3131553"/>
                </a:lnTo>
                <a:lnTo>
                  <a:pt x="596519" y="3117862"/>
                </a:lnTo>
                <a:lnTo>
                  <a:pt x="601802" y="3103016"/>
                </a:lnTo>
                <a:lnTo>
                  <a:pt x="594461" y="3085744"/>
                </a:lnTo>
                <a:lnTo>
                  <a:pt x="586917" y="3069031"/>
                </a:lnTo>
                <a:lnTo>
                  <a:pt x="591210" y="3056940"/>
                </a:lnTo>
                <a:lnTo>
                  <a:pt x="583476" y="3040786"/>
                </a:lnTo>
                <a:lnTo>
                  <a:pt x="562229" y="3100590"/>
                </a:lnTo>
                <a:lnTo>
                  <a:pt x="577850" y="3094532"/>
                </a:lnTo>
                <a:lnTo>
                  <a:pt x="576453" y="3098469"/>
                </a:lnTo>
                <a:lnTo>
                  <a:pt x="587006" y="3106686"/>
                </a:lnTo>
                <a:lnTo>
                  <a:pt x="578485" y="3130689"/>
                </a:lnTo>
                <a:lnTo>
                  <a:pt x="565619" y="3128988"/>
                </a:lnTo>
                <a:lnTo>
                  <a:pt x="555409" y="3119767"/>
                </a:lnTo>
                <a:lnTo>
                  <a:pt x="583476" y="3040786"/>
                </a:lnTo>
                <a:lnTo>
                  <a:pt x="571677" y="2998139"/>
                </a:lnTo>
                <a:lnTo>
                  <a:pt x="560031" y="2917101"/>
                </a:lnTo>
                <a:lnTo>
                  <a:pt x="548220" y="2874454"/>
                </a:lnTo>
                <a:lnTo>
                  <a:pt x="547344" y="2838996"/>
                </a:lnTo>
                <a:lnTo>
                  <a:pt x="534568" y="2799105"/>
                </a:lnTo>
                <a:lnTo>
                  <a:pt x="533882" y="2763088"/>
                </a:lnTo>
                <a:lnTo>
                  <a:pt x="521423" y="2722270"/>
                </a:lnTo>
                <a:lnTo>
                  <a:pt x="520534" y="2686837"/>
                </a:lnTo>
                <a:lnTo>
                  <a:pt x="506793" y="2611742"/>
                </a:lnTo>
                <a:lnTo>
                  <a:pt x="505891" y="2576309"/>
                </a:lnTo>
                <a:lnTo>
                  <a:pt x="505421" y="2539708"/>
                </a:lnTo>
                <a:lnTo>
                  <a:pt x="492239" y="2463000"/>
                </a:lnTo>
                <a:lnTo>
                  <a:pt x="479806" y="2422144"/>
                </a:lnTo>
                <a:lnTo>
                  <a:pt x="473100" y="2365146"/>
                </a:lnTo>
                <a:lnTo>
                  <a:pt x="478358" y="2312403"/>
                </a:lnTo>
                <a:lnTo>
                  <a:pt x="462127" y="2206333"/>
                </a:lnTo>
                <a:lnTo>
                  <a:pt x="457022" y="2182787"/>
                </a:lnTo>
                <a:lnTo>
                  <a:pt x="458762" y="2139937"/>
                </a:lnTo>
                <a:lnTo>
                  <a:pt x="453656" y="2116391"/>
                </a:lnTo>
                <a:lnTo>
                  <a:pt x="470217" y="2145639"/>
                </a:lnTo>
                <a:lnTo>
                  <a:pt x="474878" y="2170455"/>
                </a:lnTo>
                <a:lnTo>
                  <a:pt x="491642" y="2199157"/>
                </a:lnTo>
                <a:lnTo>
                  <a:pt x="496633" y="2223046"/>
                </a:lnTo>
                <a:lnTo>
                  <a:pt x="500583" y="2249843"/>
                </a:lnTo>
                <a:lnTo>
                  <a:pt x="516445" y="2281072"/>
                </a:lnTo>
                <a:lnTo>
                  <a:pt x="532434" y="2311946"/>
                </a:lnTo>
                <a:lnTo>
                  <a:pt x="536790" y="2337625"/>
                </a:lnTo>
                <a:lnTo>
                  <a:pt x="560959" y="2383409"/>
                </a:lnTo>
                <a:lnTo>
                  <a:pt x="585254" y="2428811"/>
                </a:lnTo>
                <a:lnTo>
                  <a:pt x="597687" y="2469680"/>
                </a:lnTo>
                <a:lnTo>
                  <a:pt x="646658" y="2559456"/>
                </a:lnTo>
                <a:lnTo>
                  <a:pt x="674573" y="2632621"/>
                </a:lnTo>
                <a:lnTo>
                  <a:pt x="700671" y="2672994"/>
                </a:lnTo>
                <a:lnTo>
                  <a:pt x="714984" y="2708554"/>
                </a:lnTo>
                <a:lnTo>
                  <a:pt x="740994" y="2749181"/>
                </a:lnTo>
                <a:lnTo>
                  <a:pt x="767194" y="2789237"/>
                </a:lnTo>
                <a:lnTo>
                  <a:pt x="819912" y="2868434"/>
                </a:lnTo>
                <a:lnTo>
                  <a:pt x="839114" y="2890266"/>
                </a:lnTo>
                <a:lnTo>
                  <a:pt x="846416" y="2907665"/>
                </a:lnTo>
                <a:lnTo>
                  <a:pt x="853846" y="2924695"/>
                </a:lnTo>
                <a:lnTo>
                  <a:pt x="873442" y="2945409"/>
                </a:lnTo>
                <a:lnTo>
                  <a:pt x="890231" y="2974009"/>
                </a:lnTo>
                <a:lnTo>
                  <a:pt x="919378" y="3005759"/>
                </a:lnTo>
                <a:lnTo>
                  <a:pt x="936840" y="3032506"/>
                </a:lnTo>
                <a:lnTo>
                  <a:pt x="966381" y="3063138"/>
                </a:lnTo>
                <a:lnTo>
                  <a:pt x="986675" y="3081909"/>
                </a:lnTo>
                <a:lnTo>
                  <a:pt x="1007224" y="3099943"/>
                </a:lnTo>
                <a:lnTo>
                  <a:pt x="1016330" y="3112236"/>
                </a:lnTo>
                <a:lnTo>
                  <a:pt x="1038199" y="3126549"/>
                </a:lnTo>
                <a:lnTo>
                  <a:pt x="1049934" y="3131477"/>
                </a:lnTo>
                <a:lnTo>
                  <a:pt x="1306131" y="3131121"/>
                </a:lnTo>
                <a:lnTo>
                  <a:pt x="1335405" y="3124593"/>
                </a:lnTo>
                <a:lnTo>
                  <a:pt x="1382407" y="3106102"/>
                </a:lnTo>
                <a:lnTo>
                  <a:pt x="1429537" y="3087255"/>
                </a:lnTo>
                <a:lnTo>
                  <a:pt x="1441831" y="3090608"/>
                </a:lnTo>
                <a:lnTo>
                  <a:pt x="1453908" y="3094520"/>
                </a:lnTo>
                <a:lnTo>
                  <a:pt x="1466138" y="3098063"/>
                </a:lnTo>
                <a:lnTo>
                  <a:pt x="1466850" y="3096056"/>
                </a:lnTo>
                <a:lnTo>
                  <a:pt x="1480642" y="3095167"/>
                </a:lnTo>
                <a:lnTo>
                  <a:pt x="1494828" y="3093174"/>
                </a:lnTo>
                <a:lnTo>
                  <a:pt x="1497304" y="3086189"/>
                </a:lnTo>
                <a:lnTo>
                  <a:pt x="1511884" y="3083077"/>
                </a:lnTo>
                <a:lnTo>
                  <a:pt x="1543431" y="3070174"/>
                </a:lnTo>
                <a:lnTo>
                  <a:pt x="1595069" y="3038652"/>
                </a:lnTo>
                <a:lnTo>
                  <a:pt x="1626603" y="3025749"/>
                </a:lnTo>
                <a:lnTo>
                  <a:pt x="1646897" y="3006560"/>
                </a:lnTo>
                <a:lnTo>
                  <a:pt x="1679549" y="2990507"/>
                </a:lnTo>
                <a:lnTo>
                  <a:pt x="1701571" y="2966491"/>
                </a:lnTo>
                <a:lnTo>
                  <a:pt x="1725815" y="2936163"/>
                </a:lnTo>
                <a:lnTo>
                  <a:pt x="1721231" y="2911132"/>
                </a:lnTo>
                <a:lnTo>
                  <a:pt x="1768106" y="2779204"/>
                </a:lnTo>
                <a:lnTo>
                  <a:pt x="1763763" y="2753487"/>
                </a:lnTo>
                <a:lnTo>
                  <a:pt x="1773605" y="2725788"/>
                </a:lnTo>
                <a:lnTo>
                  <a:pt x="1786978" y="2726067"/>
                </a:lnTo>
                <a:lnTo>
                  <a:pt x="1788388" y="2722118"/>
                </a:lnTo>
                <a:lnTo>
                  <a:pt x="1777733" y="2714180"/>
                </a:lnTo>
                <a:lnTo>
                  <a:pt x="1768589" y="2701988"/>
                </a:lnTo>
                <a:lnTo>
                  <a:pt x="1784845" y="2656205"/>
                </a:lnTo>
                <a:lnTo>
                  <a:pt x="1781441" y="2627871"/>
                </a:lnTo>
                <a:lnTo>
                  <a:pt x="1772145" y="2540241"/>
                </a:lnTo>
                <a:lnTo>
                  <a:pt x="1776793" y="2527122"/>
                </a:lnTo>
                <a:lnTo>
                  <a:pt x="1791322" y="2524175"/>
                </a:lnTo>
                <a:lnTo>
                  <a:pt x="1791843" y="2522715"/>
                </a:lnTo>
                <a:lnTo>
                  <a:pt x="1799590" y="2538844"/>
                </a:lnTo>
                <a:lnTo>
                  <a:pt x="1800999" y="2534894"/>
                </a:lnTo>
                <a:lnTo>
                  <a:pt x="1801685" y="2495004"/>
                </a:lnTo>
                <a:lnTo>
                  <a:pt x="1793951" y="2516784"/>
                </a:lnTo>
                <a:lnTo>
                  <a:pt x="1788947" y="2492921"/>
                </a:lnTo>
                <a:lnTo>
                  <a:pt x="1791182" y="2448712"/>
                </a:lnTo>
                <a:lnTo>
                  <a:pt x="1786178" y="2424861"/>
                </a:lnTo>
                <a:lnTo>
                  <a:pt x="1787588" y="2420899"/>
                </a:lnTo>
                <a:lnTo>
                  <a:pt x="1796745" y="2433066"/>
                </a:lnTo>
                <a:lnTo>
                  <a:pt x="1795335" y="2437028"/>
                </a:lnTo>
                <a:lnTo>
                  <a:pt x="1801609" y="2457297"/>
                </a:lnTo>
                <a:lnTo>
                  <a:pt x="1802409" y="2490914"/>
                </a:lnTo>
                <a:lnTo>
                  <a:pt x="1815033" y="2419502"/>
                </a:lnTo>
                <a:lnTo>
                  <a:pt x="1815731" y="2379624"/>
                </a:lnTo>
                <a:lnTo>
                  <a:pt x="1803755" y="2375370"/>
                </a:lnTo>
                <a:lnTo>
                  <a:pt x="1798828" y="2389225"/>
                </a:lnTo>
                <a:lnTo>
                  <a:pt x="1784235" y="2354440"/>
                </a:lnTo>
                <a:lnTo>
                  <a:pt x="1770837" y="2316315"/>
                </a:lnTo>
                <a:lnTo>
                  <a:pt x="1785429" y="2275243"/>
                </a:lnTo>
                <a:lnTo>
                  <a:pt x="1796694" y="2281466"/>
                </a:lnTo>
                <a:lnTo>
                  <a:pt x="1805838" y="2293632"/>
                </a:lnTo>
                <a:lnTo>
                  <a:pt x="1803996" y="2260904"/>
                </a:lnTo>
                <a:lnTo>
                  <a:pt x="1813128" y="2235200"/>
                </a:lnTo>
                <a:lnTo>
                  <a:pt x="1800110" y="2215654"/>
                </a:lnTo>
                <a:lnTo>
                  <a:pt x="1800110" y="2233917"/>
                </a:lnTo>
                <a:lnTo>
                  <a:pt x="1791055" y="2259406"/>
                </a:lnTo>
                <a:lnTo>
                  <a:pt x="1778381" y="2257133"/>
                </a:lnTo>
                <a:lnTo>
                  <a:pt x="1792617" y="2217051"/>
                </a:lnTo>
                <a:lnTo>
                  <a:pt x="1800110" y="2233917"/>
                </a:lnTo>
                <a:lnTo>
                  <a:pt x="1800110" y="2215654"/>
                </a:lnTo>
                <a:lnTo>
                  <a:pt x="1795551" y="2208796"/>
                </a:lnTo>
                <a:lnTo>
                  <a:pt x="1786864" y="2203462"/>
                </a:lnTo>
                <a:lnTo>
                  <a:pt x="1786864" y="2211108"/>
                </a:lnTo>
                <a:lnTo>
                  <a:pt x="1781886" y="2209330"/>
                </a:lnTo>
                <a:lnTo>
                  <a:pt x="1780476" y="2213292"/>
                </a:lnTo>
                <a:lnTo>
                  <a:pt x="1769211" y="2207056"/>
                </a:lnTo>
                <a:lnTo>
                  <a:pt x="1771319" y="2201126"/>
                </a:lnTo>
                <a:lnTo>
                  <a:pt x="1782762" y="2206853"/>
                </a:lnTo>
                <a:lnTo>
                  <a:pt x="1786864" y="2211108"/>
                </a:lnTo>
                <a:lnTo>
                  <a:pt x="1786864" y="2203462"/>
                </a:lnTo>
                <a:lnTo>
                  <a:pt x="1773428" y="2195195"/>
                </a:lnTo>
                <a:lnTo>
                  <a:pt x="1785099" y="2162340"/>
                </a:lnTo>
                <a:lnTo>
                  <a:pt x="1776933" y="2147392"/>
                </a:lnTo>
                <a:lnTo>
                  <a:pt x="1779752" y="2139467"/>
                </a:lnTo>
                <a:lnTo>
                  <a:pt x="1767776" y="2135225"/>
                </a:lnTo>
                <a:lnTo>
                  <a:pt x="1770926" y="2126373"/>
                </a:lnTo>
                <a:lnTo>
                  <a:pt x="1761972" y="2113648"/>
                </a:lnTo>
                <a:lnTo>
                  <a:pt x="1764715" y="2105914"/>
                </a:lnTo>
                <a:lnTo>
                  <a:pt x="1755101" y="2095042"/>
                </a:lnTo>
                <a:lnTo>
                  <a:pt x="1769884" y="2091385"/>
                </a:lnTo>
                <a:lnTo>
                  <a:pt x="1776031" y="2074062"/>
                </a:lnTo>
                <a:lnTo>
                  <a:pt x="1789099" y="2075218"/>
                </a:lnTo>
                <a:lnTo>
                  <a:pt x="1791538" y="2068360"/>
                </a:lnTo>
                <a:lnTo>
                  <a:pt x="1782356" y="2056257"/>
                </a:lnTo>
                <a:lnTo>
                  <a:pt x="1773453" y="2043404"/>
                </a:lnTo>
                <a:lnTo>
                  <a:pt x="1764931" y="2029434"/>
                </a:lnTo>
                <a:lnTo>
                  <a:pt x="1768208" y="2020227"/>
                </a:lnTo>
                <a:lnTo>
                  <a:pt x="1786978" y="2005304"/>
                </a:lnTo>
                <a:lnTo>
                  <a:pt x="1794484" y="1984209"/>
                </a:lnTo>
                <a:lnTo>
                  <a:pt x="1784705" y="1973783"/>
                </a:lnTo>
                <a:lnTo>
                  <a:pt x="1788845" y="1962150"/>
                </a:lnTo>
                <a:lnTo>
                  <a:pt x="1778279" y="1953933"/>
                </a:lnTo>
                <a:lnTo>
                  <a:pt x="1768284" y="1944116"/>
                </a:lnTo>
                <a:lnTo>
                  <a:pt x="1809978" y="1826768"/>
                </a:lnTo>
                <a:lnTo>
                  <a:pt x="1788820" y="1886343"/>
                </a:lnTo>
                <a:lnTo>
                  <a:pt x="1798472" y="1897087"/>
                </a:lnTo>
                <a:lnTo>
                  <a:pt x="1816252" y="1847049"/>
                </a:lnTo>
                <a:lnTo>
                  <a:pt x="1812201" y="1820545"/>
                </a:lnTo>
                <a:lnTo>
                  <a:pt x="1820113" y="1798269"/>
                </a:lnTo>
                <a:lnTo>
                  <a:pt x="1816049" y="1771751"/>
                </a:lnTo>
                <a:lnTo>
                  <a:pt x="1811997" y="1745234"/>
                </a:lnTo>
                <a:lnTo>
                  <a:pt x="1800098" y="1778723"/>
                </a:lnTo>
                <a:lnTo>
                  <a:pt x="1804276" y="1804898"/>
                </a:lnTo>
                <a:lnTo>
                  <a:pt x="1793709" y="1796694"/>
                </a:lnTo>
                <a:lnTo>
                  <a:pt x="1794421" y="1794713"/>
                </a:lnTo>
                <a:lnTo>
                  <a:pt x="1784553" y="1784527"/>
                </a:lnTo>
                <a:lnTo>
                  <a:pt x="1790014" y="1769186"/>
                </a:lnTo>
                <a:lnTo>
                  <a:pt x="1781098" y="1756333"/>
                </a:lnTo>
                <a:lnTo>
                  <a:pt x="1802955" y="1694802"/>
                </a:lnTo>
                <a:lnTo>
                  <a:pt x="1813204" y="1703870"/>
                </a:lnTo>
                <a:lnTo>
                  <a:pt x="1811769" y="1707946"/>
                </a:lnTo>
                <a:lnTo>
                  <a:pt x="1822538" y="1715541"/>
                </a:lnTo>
                <a:lnTo>
                  <a:pt x="1819529" y="1686102"/>
                </a:lnTo>
                <a:lnTo>
                  <a:pt x="1828419" y="1661058"/>
                </a:lnTo>
                <a:lnTo>
                  <a:pt x="1825205" y="1632191"/>
                </a:lnTo>
                <a:lnTo>
                  <a:pt x="1836420" y="1600619"/>
                </a:lnTo>
                <a:lnTo>
                  <a:pt x="1827161" y="1588731"/>
                </a:lnTo>
                <a:lnTo>
                  <a:pt x="1835416" y="1565503"/>
                </a:lnTo>
                <a:lnTo>
                  <a:pt x="1826272" y="1553298"/>
                </a:lnTo>
                <a:lnTo>
                  <a:pt x="1830933" y="1540192"/>
                </a:lnTo>
                <a:lnTo>
                  <a:pt x="1818259" y="1537919"/>
                </a:lnTo>
                <a:lnTo>
                  <a:pt x="1816849" y="1541881"/>
                </a:lnTo>
                <a:lnTo>
                  <a:pt x="1809330" y="1525130"/>
                </a:lnTo>
                <a:lnTo>
                  <a:pt x="1812975" y="1514868"/>
                </a:lnTo>
                <a:lnTo>
                  <a:pt x="1827530" y="1511820"/>
                </a:lnTo>
                <a:lnTo>
                  <a:pt x="1850605" y="1446872"/>
                </a:lnTo>
                <a:lnTo>
                  <a:pt x="2111705" y="711974"/>
                </a:lnTo>
                <a:lnTo>
                  <a:pt x="2099525" y="708317"/>
                </a:lnTo>
                <a:lnTo>
                  <a:pt x="2112911" y="708596"/>
                </a:lnTo>
                <a:lnTo>
                  <a:pt x="2123452" y="678903"/>
                </a:lnTo>
                <a:close/>
              </a:path>
              <a:path w="2690494" h="3131820">
                <a:moveTo>
                  <a:pt x="2198154" y="961796"/>
                </a:moveTo>
                <a:lnTo>
                  <a:pt x="2196490" y="960501"/>
                </a:lnTo>
                <a:lnTo>
                  <a:pt x="2197633" y="963282"/>
                </a:lnTo>
                <a:lnTo>
                  <a:pt x="2198154" y="961796"/>
                </a:lnTo>
                <a:close/>
              </a:path>
              <a:path w="2690494" h="3131820">
                <a:moveTo>
                  <a:pt x="2206333" y="955789"/>
                </a:moveTo>
                <a:lnTo>
                  <a:pt x="2205063" y="953109"/>
                </a:lnTo>
                <a:lnTo>
                  <a:pt x="2203081" y="952398"/>
                </a:lnTo>
                <a:lnTo>
                  <a:pt x="2204351" y="955090"/>
                </a:lnTo>
                <a:lnTo>
                  <a:pt x="2206333" y="955789"/>
                </a:lnTo>
                <a:close/>
              </a:path>
              <a:path w="2690494" h="3131820">
                <a:moveTo>
                  <a:pt x="2690418" y="1776488"/>
                </a:moveTo>
                <a:lnTo>
                  <a:pt x="2688717" y="453567"/>
                </a:lnTo>
                <a:lnTo>
                  <a:pt x="2688120" y="0"/>
                </a:lnTo>
                <a:lnTo>
                  <a:pt x="2687015" y="3098"/>
                </a:lnTo>
                <a:lnTo>
                  <a:pt x="2674353" y="825"/>
                </a:lnTo>
                <a:lnTo>
                  <a:pt x="2670835" y="10718"/>
                </a:lnTo>
                <a:lnTo>
                  <a:pt x="2636723" y="68808"/>
                </a:lnTo>
                <a:lnTo>
                  <a:pt x="2602039" y="166446"/>
                </a:lnTo>
                <a:lnTo>
                  <a:pt x="2601417" y="244043"/>
                </a:lnTo>
                <a:lnTo>
                  <a:pt x="2589276" y="278218"/>
                </a:lnTo>
                <a:lnTo>
                  <a:pt x="2566124" y="495122"/>
                </a:lnTo>
                <a:lnTo>
                  <a:pt x="2550706" y="538518"/>
                </a:lnTo>
                <a:lnTo>
                  <a:pt x="2547061" y="586714"/>
                </a:lnTo>
                <a:lnTo>
                  <a:pt x="2515501" y="675538"/>
                </a:lnTo>
                <a:lnTo>
                  <a:pt x="2505164" y="780516"/>
                </a:lnTo>
                <a:lnTo>
                  <a:pt x="2483015" y="880795"/>
                </a:lnTo>
                <a:lnTo>
                  <a:pt x="2465921" y="928916"/>
                </a:lnTo>
                <a:lnTo>
                  <a:pt x="2460701" y="981519"/>
                </a:lnTo>
                <a:lnTo>
                  <a:pt x="2432837" y="1059942"/>
                </a:lnTo>
                <a:lnTo>
                  <a:pt x="2416416" y="1144117"/>
                </a:lnTo>
                <a:lnTo>
                  <a:pt x="2387612" y="1301064"/>
                </a:lnTo>
                <a:lnTo>
                  <a:pt x="2374239" y="1300772"/>
                </a:lnTo>
                <a:lnTo>
                  <a:pt x="2366911" y="1283462"/>
                </a:lnTo>
                <a:lnTo>
                  <a:pt x="2347480" y="1262278"/>
                </a:lnTo>
                <a:lnTo>
                  <a:pt x="2340013" y="1245349"/>
                </a:lnTo>
                <a:lnTo>
                  <a:pt x="2330361" y="1234579"/>
                </a:lnTo>
                <a:lnTo>
                  <a:pt x="2320721" y="1223797"/>
                </a:lnTo>
                <a:lnTo>
                  <a:pt x="2316988" y="1234287"/>
                </a:lnTo>
                <a:lnTo>
                  <a:pt x="2327135" y="1243634"/>
                </a:lnTo>
                <a:lnTo>
                  <a:pt x="2323592" y="1253629"/>
                </a:lnTo>
                <a:lnTo>
                  <a:pt x="2312898" y="1245819"/>
                </a:lnTo>
                <a:lnTo>
                  <a:pt x="2302065" y="1238377"/>
                </a:lnTo>
                <a:lnTo>
                  <a:pt x="2291156" y="1231125"/>
                </a:lnTo>
                <a:lnTo>
                  <a:pt x="2292654" y="1226921"/>
                </a:lnTo>
                <a:lnTo>
                  <a:pt x="2306116" y="1226972"/>
                </a:lnTo>
                <a:lnTo>
                  <a:pt x="2307869" y="1222019"/>
                </a:lnTo>
                <a:lnTo>
                  <a:pt x="2322118" y="1219835"/>
                </a:lnTo>
                <a:lnTo>
                  <a:pt x="2315324" y="1201051"/>
                </a:lnTo>
                <a:lnTo>
                  <a:pt x="2306713" y="1187361"/>
                </a:lnTo>
                <a:lnTo>
                  <a:pt x="2289479" y="1159967"/>
                </a:lnTo>
                <a:lnTo>
                  <a:pt x="2282685" y="1141183"/>
                </a:lnTo>
                <a:lnTo>
                  <a:pt x="2267902" y="1144841"/>
                </a:lnTo>
                <a:lnTo>
                  <a:pt x="2277643" y="1155369"/>
                </a:lnTo>
                <a:lnTo>
                  <a:pt x="2275205" y="1162215"/>
                </a:lnTo>
                <a:lnTo>
                  <a:pt x="2284603" y="1173670"/>
                </a:lnTo>
                <a:lnTo>
                  <a:pt x="2279878" y="1186992"/>
                </a:lnTo>
                <a:lnTo>
                  <a:pt x="2270010" y="1176832"/>
                </a:lnTo>
                <a:lnTo>
                  <a:pt x="2272042" y="1171117"/>
                </a:lnTo>
                <a:lnTo>
                  <a:pt x="2261984" y="1161516"/>
                </a:lnTo>
                <a:lnTo>
                  <a:pt x="2263686" y="1156716"/>
                </a:lnTo>
                <a:lnTo>
                  <a:pt x="2253754" y="1146721"/>
                </a:lnTo>
                <a:lnTo>
                  <a:pt x="2266391" y="1111148"/>
                </a:lnTo>
                <a:lnTo>
                  <a:pt x="2256917" y="1099883"/>
                </a:lnTo>
                <a:lnTo>
                  <a:pt x="2258034" y="1096759"/>
                </a:lnTo>
                <a:lnTo>
                  <a:pt x="2245550" y="1093952"/>
                </a:lnTo>
                <a:lnTo>
                  <a:pt x="2253094" y="1072718"/>
                </a:lnTo>
                <a:lnTo>
                  <a:pt x="2243239" y="1062520"/>
                </a:lnTo>
                <a:lnTo>
                  <a:pt x="2244648" y="1058570"/>
                </a:lnTo>
                <a:lnTo>
                  <a:pt x="2234133" y="1050201"/>
                </a:lnTo>
                <a:lnTo>
                  <a:pt x="2235403" y="1046645"/>
                </a:lnTo>
                <a:lnTo>
                  <a:pt x="2224570" y="1039202"/>
                </a:lnTo>
                <a:lnTo>
                  <a:pt x="2223528" y="1042149"/>
                </a:lnTo>
                <a:lnTo>
                  <a:pt x="2211667" y="1037577"/>
                </a:lnTo>
                <a:lnTo>
                  <a:pt x="2200186" y="1031976"/>
                </a:lnTo>
                <a:lnTo>
                  <a:pt x="2188324" y="1027404"/>
                </a:lnTo>
                <a:lnTo>
                  <a:pt x="2191842" y="1017511"/>
                </a:lnTo>
                <a:lnTo>
                  <a:pt x="2215781" y="1026020"/>
                </a:lnTo>
                <a:lnTo>
                  <a:pt x="2219287" y="1016114"/>
                </a:lnTo>
                <a:lnTo>
                  <a:pt x="2204847" y="980897"/>
                </a:lnTo>
                <a:lnTo>
                  <a:pt x="2197633" y="963282"/>
                </a:lnTo>
                <a:lnTo>
                  <a:pt x="2197455" y="963777"/>
                </a:lnTo>
                <a:lnTo>
                  <a:pt x="2184082" y="963485"/>
                </a:lnTo>
                <a:lnTo>
                  <a:pt x="2187600" y="953592"/>
                </a:lnTo>
                <a:lnTo>
                  <a:pt x="2196490" y="960501"/>
                </a:lnTo>
                <a:lnTo>
                  <a:pt x="2190407" y="945667"/>
                </a:lnTo>
                <a:lnTo>
                  <a:pt x="2189708" y="947648"/>
                </a:lnTo>
                <a:lnTo>
                  <a:pt x="2179853" y="937463"/>
                </a:lnTo>
                <a:lnTo>
                  <a:pt x="2191588" y="904430"/>
                </a:lnTo>
                <a:lnTo>
                  <a:pt x="2185809" y="882738"/>
                </a:lnTo>
                <a:lnTo>
                  <a:pt x="2179510" y="862533"/>
                </a:lnTo>
                <a:lnTo>
                  <a:pt x="2173478" y="841578"/>
                </a:lnTo>
                <a:lnTo>
                  <a:pt x="2166328" y="823785"/>
                </a:lnTo>
                <a:lnTo>
                  <a:pt x="2158517" y="807834"/>
                </a:lnTo>
                <a:lnTo>
                  <a:pt x="2150440" y="792632"/>
                </a:lnTo>
                <a:lnTo>
                  <a:pt x="2142490" y="777062"/>
                </a:lnTo>
                <a:lnTo>
                  <a:pt x="2131225" y="770839"/>
                </a:lnTo>
                <a:lnTo>
                  <a:pt x="2146008" y="767168"/>
                </a:lnTo>
                <a:lnTo>
                  <a:pt x="2135441" y="758964"/>
                </a:lnTo>
                <a:lnTo>
                  <a:pt x="2138705" y="749769"/>
                </a:lnTo>
                <a:lnTo>
                  <a:pt x="2130069" y="736155"/>
                </a:lnTo>
                <a:lnTo>
                  <a:pt x="2133269" y="727151"/>
                </a:lnTo>
                <a:lnTo>
                  <a:pt x="2124164" y="714832"/>
                </a:lnTo>
                <a:lnTo>
                  <a:pt x="1859013" y="1461147"/>
                </a:lnTo>
                <a:lnTo>
                  <a:pt x="1879650" y="1478927"/>
                </a:lnTo>
                <a:lnTo>
                  <a:pt x="1888591" y="1491716"/>
                </a:lnTo>
                <a:lnTo>
                  <a:pt x="1897786" y="1503756"/>
                </a:lnTo>
                <a:lnTo>
                  <a:pt x="1904492" y="1522818"/>
                </a:lnTo>
                <a:lnTo>
                  <a:pt x="1923224" y="1545958"/>
                </a:lnTo>
                <a:lnTo>
                  <a:pt x="1942096" y="1568716"/>
                </a:lnTo>
                <a:lnTo>
                  <a:pt x="1949196" y="1586661"/>
                </a:lnTo>
                <a:lnTo>
                  <a:pt x="1979193" y="1616024"/>
                </a:lnTo>
                <a:lnTo>
                  <a:pt x="1997163" y="1641322"/>
                </a:lnTo>
                <a:lnTo>
                  <a:pt x="2015261" y="1666252"/>
                </a:lnTo>
                <a:lnTo>
                  <a:pt x="2045665" y="1694497"/>
                </a:lnTo>
                <a:lnTo>
                  <a:pt x="2065210" y="1715338"/>
                </a:lnTo>
                <a:lnTo>
                  <a:pt x="2085352" y="1734515"/>
                </a:lnTo>
                <a:lnTo>
                  <a:pt x="2105901" y="1752574"/>
                </a:lnTo>
                <a:lnTo>
                  <a:pt x="2138603" y="1774329"/>
                </a:lnTo>
                <a:lnTo>
                  <a:pt x="2149335" y="1782051"/>
                </a:lnTo>
                <a:lnTo>
                  <a:pt x="2160600" y="1788274"/>
                </a:lnTo>
                <a:lnTo>
                  <a:pt x="2183650" y="1799259"/>
                </a:lnTo>
                <a:lnTo>
                  <a:pt x="2243493" y="1820519"/>
                </a:lnTo>
                <a:lnTo>
                  <a:pt x="2256167" y="1822780"/>
                </a:lnTo>
                <a:lnTo>
                  <a:pt x="2280183" y="1831047"/>
                </a:lnTo>
                <a:lnTo>
                  <a:pt x="2304732" y="1837817"/>
                </a:lnTo>
                <a:lnTo>
                  <a:pt x="2330335" y="1841614"/>
                </a:lnTo>
                <a:lnTo>
                  <a:pt x="2345563" y="1836712"/>
                </a:lnTo>
                <a:lnTo>
                  <a:pt x="2373071" y="1835137"/>
                </a:lnTo>
                <a:lnTo>
                  <a:pt x="2403906" y="1824215"/>
                </a:lnTo>
                <a:lnTo>
                  <a:pt x="2431427" y="1822640"/>
                </a:lnTo>
                <a:lnTo>
                  <a:pt x="2474823" y="1814296"/>
                </a:lnTo>
                <a:lnTo>
                  <a:pt x="2561869" y="1796884"/>
                </a:lnTo>
                <a:lnTo>
                  <a:pt x="2605265" y="1788553"/>
                </a:lnTo>
                <a:lnTo>
                  <a:pt x="2607373" y="1782610"/>
                </a:lnTo>
                <a:lnTo>
                  <a:pt x="2621445" y="1780933"/>
                </a:lnTo>
                <a:lnTo>
                  <a:pt x="2620048" y="1784883"/>
                </a:lnTo>
                <a:lnTo>
                  <a:pt x="2632164" y="1788706"/>
                </a:lnTo>
                <a:lnTo>
                  <a:pt x="2634831" y="1781225"/>
                </a:lnTo>
                <a:lnTo>
                  <a:pt x="2622156" y="1778952"/>
                </a:lnTo>
                <a:lnTo>
                  <a:pt x="2624264" y="1773008"/>
                </a:lnTo>
                <a:lnTo>
                  <a:pt x="2636240" y="1777263"/>
                </a:lnTo>
                <a:lnTo>
                  <a:pt x="2634831" y="1781225"/>
                </a:lnTo>
                <a:lnTo>
                  <a:pt x="2632722" y="1787156"/>
                </a:lnTo>
                <a:lnTo>
                  <a:pt x="2645765" y="1788375"/>
                </a:lnTo>
                <a:lnTo>
                  <a:pt x="2659469" y="1787740"/>
                </a:lnTo>
                <a:lnTo>
                  <a:pt x="2688806" y="1781035"/>
                </a:lnTo>
                <a:lnTo>
                  <a:pt x="2690418" y="17764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9" y="0"/>
            <a:ext cx="3282476" cy="2924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0610" y="9838080"/>
            <a:ext cx="263525" cy="219075"/>
          </a:xfrm>
          <a:custGeom>
            <a:avLst/>
            <a:gdLst/>
            <a:ahLst/>
            <a:cxnLst/>
            <a:rect l="l" t="t" r="r" b="b"/>
            <a:pathLst>
              <a:path w="263525" h="219075">
                <a:moveTo>
                  <a:pt x="139557" y="219036"/>
                </a:moveTo>
                <a:lnTo>
                  <a:pt x="98047" y="210785"/>
                </a:lnTo>
                <a:lnTo>
                  <a:pt x="60101" y="193857"/>
                </a:lnTo>
                <a:lnTo>
                  <a:pt x="27249" y="167743"/>
                </a:lnTo>
                <a:lnTo>
                  <a:pt x="1018" y="131932"/>
                </a:lnTo>
                <a:lnTo>
                  <a:pt x="0" y="115855"/>
                </a:lnTo>
                <a:lnTo>
                  <a:pt x="7130" y="95185"/>
                </a:lnTo>
                <a:lnTo>
                  <a:pt x="33616" y="58438"/>
                </a:lnTo>
                <a:lnTo>
                  <a:pt x="83530" y="26114"/>
                </a:lnTo>
                <a:lnTo>
                  <a:pt x="139557" y="3997"/>
                </a:lnTo>
                <a:lnTo>
                  <a:pt x="169481" y="0"/>
                </a:lnTo>
                <a:lnTo>
                  <a:pt x="197622" y="4678"/>
                </a:lnTo>
                <a:lnTo>
                  <a:pt x="223216" y="18543"/>
                </a:lnTo>
                <a:lnTo>
                  <a:pt x="245499" y="42105"/>
                </a:lnTo>
                <a:lnTo>
                  <a:pt x="256917" y="58012"/>
                </a:lnTo>
                <a:lnTo>
                  <a:pt x="263496" y="73409"/>
                </a:lnTo>
                <a:lnTo>
                  <a:pt x="260397" y="88805"/>
                </a:lnTo>
                <a:lnTo>
                  <a:pt x="242783" y="104712"/>
                </a:lnTo>
                <a:lnTo>
                  <a:pt x="239642" y="108582"/>
                </a:lnTo>
                <a:lnTo>
                  <a:pt x="238029" y="115259"/>
                </a:lnTo>
                <a:lnTo>
                  <a:pt x="237435" y="123468"/>
                </a:lnTo>
                <a:lnTo>
                  <a:pt x="237350" y="131932"/>
                </a:lnTo>
                <a:lnTo>
                  <a:pt x="227036" y="164681"/>
                </a:lnTo>
                <a:lnTo>
                  <a:pt x="205771" y="191816"/>
                </a:lnTo>
                <a:lnTo>
                  <a:pt x="175847" y="210785"/>
                </a:lnTo>
                <a:lnTo>
                  <a:pt x="139557" y="219036"/>
                </a:lnTo>
                <a:close/>
              </a:path>
            </a:pathLst>
          </a:custGeom>
          <a:solidFill>
            <a:srgbClr val="E8ED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5277" y="9417445"/>
            <a:ext cx="225465" cy="234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68855" y="9686625"/>
            <a:ext cx="224357" cy="2088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48732" y="9058140"/>
            <a:ext cx="217316" cy="2123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73525" y="9161576"/>
            <a:ext cx="206450" cy="206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45851" y="9773644"/>
            <a:ext cx="206790" cy="1861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82912" y="10201381"/>
            <a:ext cx="171252" cy="8561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68092" y="8739666"/>
            <a:ext cx="195584" cy="19870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28871" y="8380100"/>
            <a:ext cx="203988" cy="2098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72498" y="9022967"/>
            <a:ext cx="215278" cy="1739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36167" y="10035340"/>
            <a:ext cx="187435" cy="17148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087952" y="9289511"/>
            <a:ext cx="179285" cy="1932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0525" y="8546403"/>
            <a:ext cx="199701" cy="16332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30743" y="9022754"/>
            <a:ext cx="171136" cy="19054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40254" y="9319793"/>
            <a:ext cx="168420" cy="17761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049922" y="9779471"/>
            <a:ext cx="176569" cy="15515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852979" y="8938372"/>
            <a:ext cx="175211" cy="18781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710025" y="9541721"/>
            <a:ext cx="187774" cy="15983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51284" y="8413026"/>
            <a:ext cx="162987" cy="17693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56841" y="10057116"/>
            <a:ext cx="155729" cy="16332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22084" y="10040784"/>
            <a:ext cx="162987" cy="16604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27698" y="10220734"/>
            <a:ext cx="155271" cy="6626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8080" y="8968314"/>
            <a:ext cx="154837" cy="16332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384045" y="8690670"/>
            <a:ext cx="173853" cy="14583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824111" y="9749529"/>
            <a:ext cx="162987" cy="13882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49886" y="8658006"/>
            <a:ext cx="158021" cy="145201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011806" y="8630786"/>
            <a:ext cx="163072" cy="13644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15634" y="8391249"/>
            <a:ext cx="138751" cy="14154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541945" y="10127888"/>
            <a:ext cx="141255" cy="12521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633959" y="9438710"/>
            <a:ext cx="149404" cy="10679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992531" y="9406556"/>
            <a:ext cx="119523" cy="10343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6757567" y="1570109"/>
            <a:ext cx="222749" cy="22864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881850" y="1073428"/>
            <a:ext cx="263525" cy="219075"/>
          </a:xfrm>
          <a:custGeom>
            <a:avLst/>
            <a:gdLst/>
            <a:ahLst/>
            <a:cxnLst/>
            <a:rect l="l" t="t" r="r" b="b"/>
            <a:pathLst>
              <a:path w="263525" h="219075">
                <a:moveTo>
                  <a:pt x="139557" y="219036"/>
                </a:moveTo>
                <a:lnTo>
                  <a:pt x="98047" y="210785"/>
                </a:lnTo>
                <a:lnTo>
                  <a:pt x="60101" y="193857"/>
                </a:lnTo>
                <a:lnTo>
                  <a:pt x="27249" y="167743"/>
                </a:lnTo>
                <a:lnTo>
                  <a:pt x="1018" y="131932"/>
                </a:lnTo>
                <a:lnTo>
                  <a:pt x="0" y="115855"/>
                </a:lnTo>
                <a:lnTo>
                  <a:pt x="7130" y="95185"/>
                </a:lnTo>
                <a:lnTo>
                  <a:pt x="33616" y="58438"/>
                </a:lnTo>
                <a:lnTo>
                  <a:pt x="83530" y="26114"/>
                </a:lnTo>
                <a:lnTo>
                  <a:pt x="139557" y="3997"/>
                </a:lnTo>
                <a:lnTo>
                  <a:pt x="169481" y="0"/>
                </a:lnTo>
                <a:lnTo>
                  <a:pt x="197622" y="4678"/>
                </a:lnTo>
                <a:lnTo>
                  <a:pt x="223216" y="18543"/>
                </a:lnTo>
                <a:lnTo>
                  <a:pt x="245499" y="42105"/>
                </a:lnTo>
                <a:lnTo>
                  <a:pt x="256917" y="58012"/>
                </a:lnTo>
                <a:lnTo>
                  <a:pt x="263496" y="73409"/>
                </a:lnTo>
                <a:lnTo>
                  <a:pt x="260397" y="88805"/>
                </a:lnTo>
                <a:lnTo>
                  <a:pt x="242783" y="104712"/>
                </a:lnTo>
                <a:lnTo>
                  <a:pt x="239642" y="108582"/>
                </a:lnTo>
                <a:lnTo>
                  <a:pt x="238029" y="115259"/>
                </a:lnTo>
                <a:lnTo>
                  <a:pt x="237435" y="123468"/>
                </a:lnTo>
                <a:lnTo>
                  <a:pt x="237350" y="131932"/>
                </a:lnTo>
                <a:lnTo>
                  <a:pt x="227036" y="164681"/>
                </a:lnTo>
                <a:lnTo>
                  <a:pt x="205771" y="191816"/>
                </a:lnTo>
                <a:lnTo>
                  <a:pt x="175847" y="210785"/>
                </a:lnTo>
                <a:lnTo>
                  <a:pt x="139557" y="219036"/>
                </a:lnTo>
                <a:close/>
              </a:path>
            </a:pathLst>
          </a:custGeom>
          <a:solidFill>
            <a:srgbClr val="E8ED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6336517" y="652794"/>
            <a:ext cx="225465" cy="23409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8000095" y="921974"/>
            <a:ext cx="224357" cy="20887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979972" y="293489"/>
            <a:ext cx="217316" cy="2123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7004765" y="396925"/>
            <a:ext cx="206450" cy="206872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7809216" y="1436731"/>
            <a:ext cx="176187" cy="217760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6877092" y="1008993"/>
            <a:ext cx="206790" cy="18615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6999332" y="0"/>
            <a:ext cx="195584" cy="173721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6665207" y="2051904"/>
            <a:ext cx="201017" cy="187818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8167407" y="1270689"/>
            <a:ext cx="120542" cy="17148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7719192" y="524859"/>
            <a:ext cx="179285" cy="19326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6561982" y="258103"/>
            <a:ext cx="171136" cy="19054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7705610" y="2253332"/>
            <a:ext cx="146985" cy="19054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5771494" y="555142"/>
            <a:ext cx="168420" cy="17761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7681162" y="1014820"/>
            <a:ext cx="176569" cy="15515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7484219" y="173721"/>
            <a:ext cx="175211" cy="187818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7341265" y="777070"/>
            <a:ext cx="187774" cy="159832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7175901" y="2152618"/>
            <a:ext cx="173853" cy="163320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7488081" y="1292465"/>
            <a:ext cx="155729" cy="163320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6453324" y="1276133"/>
            <a:ext cx="162987" cy="166042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6089320" y="203663"/>
            <a:ext cx="154837" cy="163320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6171874" y="1677543"/>
            <a:ext cx="171603" cy="129380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8015286" y="0"/>
            <a:ext cx="173509" cy="71859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7994912" y="2097412"/>
            <a:ext cx="194226" cy="145031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7832985" y="1869529"/>
            <a:ext cx="161289" cy="14864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8186423" y="1643603"/>
            <a:ext cx="101526" cy="157876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7492538" y="1690728"/>
            <a:ext cx="183190" cy="133293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7510025" y="2035572"/>
            <a:ext cx="171136" cy="141544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6486415" y="0"/>
            <a:ext cx="123189" cy="38735"/>
          </a:xfrm>
          <a:custGeom>
            <a:avLst/>
            <a:gdLst/>
            <a:ahLst/>
            <a:cxnLst/>
            <a:rect l="l" t="t" r="r" b="b"/>
            <a:pathLst>
              <a:path w="123190" h="38735">
                <a:moveTo>
                  <a:pt x="75907" y="38557"/>
                </a:moveTo>
                <a:lnTo>
                  <a:pt x="45687" y="31497"/>
                </a:lnTo>
                <a:lnTo>
                  <a:pt x="17504" y="17291"/>
                </a:lnTo>
                <a:lnTo>
                  <a:pt x="0" y="0"/>
                </a:lnTo>
                <a:lnTo>
                  <a:pt x="122863" y="0"/>
                </a:lnTo>
                <a:lnTo>
                  <a:pt x="116442" y="11167"/>
                </a:lnTo>
                <a:lnTo>
                  <a:pt x="111900" y="20609"/>
                </a:lnTo>
                <a:lnTo>
                  <a:pt x="106849" y="29030"/>
                </a:lnTo>
                <a:lnTo>
                  <a:pt x="100016" y="34899"/>
                </a:lnTo>
                <a:lnTo>
                  <a:pt x="75907" y="38557"/>
                </a:lnTo>
                <a:close/>
              </a:path>
            </a:pathLst>
          </a:custGeom>
          <a:solidFill>
            <a:srgbClr val="E8ED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7154169" y="1782425"/>
            <a:ext cx="160270" cy="141544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7720963" y="0"/>
            <a:ext cx="26034" cy="3175"/>
          </a:xfrm>
          <a:custGeom>
            <a:avLst/>
            <a:gdLst/>
            <a:ahLst/>
            <a:cxnLst/>
            <a:rect l="l" t="t" r="r" b="b"/>
            <a:pathLst>
              <a:path w="26034" h="3175">
                <a:moveTo>
                  <a:pt x="18601" y="2575"/>
                </a:moveTo>
                <a:lnTo>
                  <a:pt x="1369" y="1257"/>
                </a:lnTo>
                <a:lnTo>
                  <a:pt x="0" y="0"/>
                </a:lnTo>
                <a:lnTo>
                  <a:pt x="25606" y="0"/>
                </a:lnTo>
                <a:lnTo>
                  <a:pt x="18601" y="2575"/>
                </a:lnTo>
                <a:close/>
              </a:path>
            </a:pathLst>
          </a:custGeom>
          <a:solidFill>
            <a:srgbClr val="E8ED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7173185" y="1363237"/>
            <a:ext cx="141255" cy="125212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8265199" y="684622"/>
            <a:ext cx="22860" cy="66675"/>
          </a:xfrm>
          <a:custGeom>
            <a:avLst/>
            <a:gdLst/>
            <a:ahLst/>
            <a:cxnLst/>
            <a:rect l="l" t="t" r="r" b="b"/>
            <a:pathLst>
              <a:path w="22859" h="66675">
                <a:moveTo>
                  <a:pt x="22749" y="66288"/>
                </a:moveTo>
                <a:lnTo>
                  <a:pt x="0" y="30777"/>
                </a:lnTo>
                <a:lnTo>
                  <a:pt x="10823" y="9852"/>
                </a:lnTo>
                <a:lnTo>
                  <a:pt x="22749" y="0"/>
                </a:lnTo>
                <a:lnTo>
                  <a:pt x="22749" y="66288"/>
                </a:lnTo>
                <a:close/>
              </a:path>
            </a:pathLst>
          </a:custGeom>
          <a:solidFill>
            <a:srgbClr val="E8ED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991267" y="0"/>
            <a:ext cx="9772650" cy="9763417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4" name="object 4"/>
            <p:cNvSpPr/>
            <p:nvPr/>
          </p:nvSpPr>
          <p:spPr>
            <a:xfrm>
              <a:off x="0" y="2858"/>
              <a:ext cx="9172575" cy="5143500"/>
            </a:xfrm>
            <a:custGeom>
              <a:avLst/>
              <a:gdLst/>
              <a:ahLst/>
              <a:cxnLst/>
              <a:rect l="l" t="t" r="r" b="b"/>
              <a:pathLst>
                <a:path w="9172575" h="5143500">
                  <a:moveTo>
                    <a:pt x="9172575" y="5143500"/>
                  </a:moveTo>
                  <a:lnTo>
                    <a:pt x="0" y="5143500"/>
                  </a:lnTo>
                  <a:lnTo>
                    <a:pt x="0" y="0"/>
                  </a:lnTo>
                  <a:lnTo>
                    <a:pt x="9172575" y="0"/>
                  </a:lnTo>
                  <a:lnTo>
                    <a:pt x="9172575" y="5143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144000" y="0"/>
              <a:ext cx="9144000" cy="10286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34427" y="1007903"/>
            <a:ext cx="4339590" cy="2692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 sz="7500" spc="170"/>
              <a:t>E</a:t>
            </a:r>
            <a:r>
              <a:rPr dirty="0" sz="7500" spc="775"/>
              <a:t>R</a:t>
            </a:r>
            <a:r>
              <a:rPr dirty="0" sz="7500" spc="1050"/>
              <a:t>I</a:t>
            </a:r>
            <a:r>
              <a:rPr dirty="0" sz="7500" spc="860"/>
              <a:t>S</a:t>
            </a:r>
            <a:r>
              <a:rPr dirty="0" sz="7500" spc="1565"/>
              <a:t>O</a:t>
            </a:r>
            <a:r>
              <a:rPr dirty="0" sz="7500" spc="455"/>
              <a:t>N  </a:t>
            </a:r>
            <a:r>
              <a:rPr dirty="0" sz="7500" spc="910"/>
              <a:t>SILVA</a:t>
            </a:r>
            <a:endParaRPr sz="7500"/>
          </a:p>
        </p:txBody>
      </p:sp>
      <p:grpSp>
        <p:nvGrpSpPr>
          <p:cNvPr id="7" name="object 7"/>
          <p:cNvGrpSpPr/>
          <p:nvPr/>
        </p:nvGrpSpPr>
        <p:grpSpPr>
          <a:xfrm>
            <a:off x="571" y="7"/>
            <a:ext cx="18281015" cy="10287000"/>
            <a:chOff x="571" y="7"/>
            <a:chExt cx="18281015" cy="10287000"/>
          </a:xfrm>
        </p:grpSpPr>
        <p:sp>
          <p:nvSpPr>
            <p:cNvPr id="8" name="object 8"/>
            <p:cNvSpPr/>
            <p:nvPr/>
          </p:nvSpPr>
          <p:spPr>
            <a:xfrm>
              <a:off x="8781540" y="5565438"/>
              <a:ext cx="175628" cy="17937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091071" y="5175798"/>
              <a:ext cx="207756" cy="1718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449558" y="4845816"/>
              <a:ext cx="177770" cy="18364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762224" y="5056985"/>
              <a:ext cx="175896" cy="16385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745357" y="4563946"/>
              <a:ext cx="171345" cy="16655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976445" y="4645090"/>
              <a:ext cx="162778" cy="1622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610724" y="5460804"/>
              <a:ext cx="138916" cy="17083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875780" y="5125250"/>
              <a:ext cx="163045" cy="14603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972162" y="4314107"/>
              <a:ext cx="154210" cy="15588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177776" y="4032203"/>
              <a:ext cx="162778" cy="16445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708718" y="5943400"/>
              <a:ext cx="158494" cy="14734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079481" y="4536353"/>
              <a:ext cx="169738" cy="13649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893143" y="5330547"/>
              <a:ext cx="147785" cy="13452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539743" y="4745453"/>
              <a:ext cx="141359" cy="15161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130427" y="4162495"/>
              <a:ext cx="157457" cy="12812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627329" y="4536186"/>
              <a:ext cx="134934" cy="14947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004060" y="4769209"/>
              <a:ext cx="132792" cy="139333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529034" y="6101418"/>
              <a:ext cx="117799" cy="14947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509758" y="5129821"/>
              <a:ext cx="139218" cy="121716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354476" y="4469989"/>
              <a:ext cx="138147" cy="147341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241763" y="4943309"/>
              <a:ext cx="148053" cy="125386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880063" y="4057861"/>
              <a:ext cx="128509" cy="138799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111380" y="6022409"/>
              <a:ext cx="137076" cy="12812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357521" y="5347630"/>
              <a:ext cx="122786" cy="128122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541656" y="5334817"/>
              <a:ext cx="128509" cy="130258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0122418" y="5475986"/>
              <a:ext cx="123756" cy="151378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254653" y="4493479"/>
              <a:ext cx="122083" cy="12812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319744" y="5649719"/>
              <a:ext cx="135302" cy="101497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773201" y="4275670"/>
              <a:ext cx="137076" cy="114409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9757137" y="5979101"/>
              <a:ext cx="153139" cy="113775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9629465" y="5800330"/>
              <a:ext cx="128743" cy="116611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9908136" y="5623093"/>
              <a:ext cx="124225" cy="123851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361035" y="5660062"/>
              <a:ext cx="144438" cy="104566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9374823" y="5930588"/>
              <a:ext cx="134934" cy="111039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0120175" y="5106332"/>
              <a:ext cx="128509" cy="108904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563577" y="4250045"/>
              <a:ext cx="124593" cy="113909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9094245" y="5731998"/>
              <a:ext cx="126367" cy="111039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9479705" y="4228692"/>
              <a:ext cx="128575" cy="107035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378879" y="4040778"/>
              <a:ext cx="109399" cy="111039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9109238" y="5403149"/>
              <a:ext cx="111374" cy="98227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9970248" y="4862498"/>
              <a:ext cx="117799" cy="83780"/>
            </a:xfrm>
            <a:prstGeom prst="rect">
              <a:avLst/>
            </a:prstGeom>
            <a:blipFill>
              <a:blip r:embed="rId4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0252968" y="4837274"/>
              <a:ext cx="94239" cy="81144"/>
            </a:xfrm>
            <a:prstGeom prst="rect">
              <a:avLst/>
            </a:prstGeom>
            <a:blipFill>
              <a:blip r:embed="rId4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58" y="12"/>
              <a:ext cx="1041400" cy="1279525"/>
            </a:xfrm>
            <a:custGeom>
              <a:avLst/>
              <a:gdLst/>
              <a:ahLst/>
              <a:cxnLst/>
              <a:rect l="l" t="t" r="r" b="b"/>
              <a:pathLst>
                <a:path w="1041400" h="1279525">
                  <a:moveTo>
                    <a:pt x="287566" y="267779"/>
                  </a:moveTo>
                  <a:lnTo>
                    <a:pt x="287362" y="217690"/>
                  </a:lnTo>
                  <a:lnTo>
                    <a:pt x="284340" y="117335"/>
                  </a:lnTo>
                  <a:lnTo>
                    <a:pt x="282841" y="84023"/>
                  </a:lnTo>
                  <a:lnTo>
                    <a:pt x="277139" y="17589"/>
                  </a:lnTo>
                  <a:lnTo>
                    <a:pt x="275945" y="241"/>
                  </a:lnTo>
                  <a:lnTo>
                    <a:pt x="317" y="266"/>
                  </a:lnTo>
                  <a:lnTo>
                    <a:pt x="0" y="1274025"/>
                  </a:lnTo>
                  <a:lnTo>
                    <a:pt x="7810" y="1274622"/>
                  </a:lnTo>
                  <a:lnTo>
                    <a:pt x="23482" y="1275575"/>
                  </a:lnTo>
                  <a:lnTo>
                    <a:pt x="39204" y="1276413"/>
                  </a:lnTo>
                  <a:lnTo>
                    <a:pt x="57645" y="1277048"/>
                  </a:lnTo>
                  <a:lnTo>
                    <a:pt x="77292" y="1278064"/>
                  </a:lnTo>
                  <a:lnTo>
                    <a:pt x="94526" y="1278318"/>
                  </a:lnTo>
                  <a:lnTo>
                    <a:pt x="112953" y="1278966"/>
                  </a:lnTo>
                  <a:lnTo>
                    <a:pt x="118567" y="1273835"/>
                  </a:lnTo>
                  <a:lnTo>
                    <a:pt x="126568" y="1265326"/>
                  </a:lnTo>
                  <a:lnTo>
                    <a:pt x="126593" y="1269466"/>
                  </a:lnTo>
                  <a:lnTo>
                    <a:pt x="127444" y="1275245"/>
                  </a:lnTo>
                  <a:lnTo>
                    <a:pt x="129044" y="1274381"/>
                  </a:lnTo>
                  <a:lnTo>
                    <a:pt x="133083" y="1274267"/>
                  </a:lnTo>
                  <a:lnTo>
                    <a:pt x="134683" y="1273390"/>
                  </a:lnTo>
                  <a:lnTo>
                    <a:pt x="140296" y="1268272"/>
                  </a:lnTo>
                  <a:lnTo>
                    <a:pt x="146291" y="1261897"/>
                  </a:lnTo>
                  <a:lnTo>
                    <a:pt x="158381" y="1223492"/>
                  </a:lnTo>
                  <a:lnTo>
                    <a:pt x="182435" y="1164031"/>
                  </a:lnTo>
                  <a:lnTo>
                    <a:pt x="191655" y="1134732"/>
                  </a:lnTo>
                  <a:lnTo>
                    <a:pt x="205524" y="1073810"/>
                  </a:lnTo>
                  <a:lnTo>
                    <a:pt x="209600" y="1052372"/>
                  </a:lnTo>
                  <a:lnTo>
                    <a:pt x="216077" y="1031824"/>
                  </a:lnTo>
                  <a:lnTo>
                    <a:pt x="221259" y="1011123"/>
                  </a:lnTo>
                  <a:lnTo>
                    <a:pt x="227545" y="991158"/>
                  </a:lnTo>
                  <a:lnTo>
                    <a:pt x="237998" y="932599"/>
                  </a:lnTo>
                  <a:lnTo>
                    <a:pt x="249707" y="844677"/>
                  </a:lnTo>
                  <a:lnTo>
                    <a:pt x="257860" y="755383"/>
                  </a:lnTo>
                  <a:lnTo>
                    <a:pt x="261924" y="729792"/>
                  </a:lnTo>
                  <a:lnTo>
                    <a:pt x="270484" y="651852"/>
                  </a:lnTo>
                  <a:lnTo>
                    <a:pt x="281114" y="474319"/>
                  </a:lnTo>
                  <a:lnTo>
                    <a:pt x="282892" y="422160"/>
                  </a:lnTo>
                  <a:lnTo>
                    <a:pt x="285877" y="370382"/>
                  </a:lnTo>
                  <a:lnTo>
                    <a:pt x="286448" y="317842"/>
                  </a:lnTo>
                  <a:lnTo>
                    <a:pt x="287566" y="267779"/>
                  </a:lnTo>
                  <a:close/>
                </a:path>
                <a:path w="1041400" h="1279525">
                  <a:moveTo>
                    <a:pt x="1041311" y="588721"/>
                  </a:moveTo>
                  <a:lnTo>
                    <a:pt x="1040384" y="540943"/>
                  </a:lnTo>
                  <a:lnTo>
                    <a:pt x="1033767" y="397014"/>
                  </a:lnTo>
                  <a:lnTo>
                    <a:pt x="1030389" y="348551"/>
                  </a:lnTo>
                  <a:lnTo>
                    <a:pt x="1028204" y="300532"/>
                  </a:lnTo>
                  <a:lnTo>
                    <a:pt x="1024724" y="252374"/>
                  </a:lnTo>
                  <a:lnTo>
                    <a:pt x="1015199" y="155778"/>
                  </a:lnTo>
                  <a:lnTo>
                    <a:pt x="997051" y="10452"/>
                  </a:lnTo>
                  <a:lnTo>
                    <a:pt x="995019" y="0"/>
                  </a:lnTo>
                  <a:lnTo>
                    <a:pt x="724700" y="101"/>
                  </a:lnTo>
                  <a:lnTo>
                    <a:pt x="726516" y="11252"/>
                  </a:lnTo>
                  <a:lnTo>
                    <a:pt x="734187" y="75679"/>
                  </a:lnTo>
                  <a:lnTo>
                    <a:pt x="736384" y="89814"/>
                  </a:lnTo>
                  <a:lnTo>
                    <a:pt x="739597" y="117703"/>
                  </a:lnTo>
                  <a:lnTo>
                    <a:pt x="740587" y="131457"/>
                  </a:lnTo>
                  <a:lnTo>
                    <a:pt x="727024" y="98412"/>
                  </a:lnTo>
                  <a:lnTo>
                    <a:pt x="721360" y="82562"/>
                  </a:lnTo>
                  <a:lnTo>
                    <a:pt x="714375" y="66687"/>
                  </a:lnTo>
                  <a:lnTo>
                    <a:pt x="706767" y="48590"/>
                  </a:lnTo>
                  <a:lnTo>
                    <a:pt x="700392" y="30759"/>
                  </a:lnTo>
                  <a:lnTo>
                    <a:pt x="692746" y="12776"/>
                  </a:lnTo>
                  <a:lnTo>
                    <a:pt x="686104" y="25"/>
                  </a:lnTo>
                  <a:lnTo>
                    <a:pt x="557149" y="101"/>
                  </a:lnTo>
                  <a:lnTo>
                    <a:pt x="557149" y="489915"/>
                  </a:lnTo>
                  <a:lnTo>
                    <a:pt x="548640" y="483095"/>
                  </a:lnTo>
                  <a:lnTo>
                    <a:pt x="544195" y="480314"/>
                  </a:lnTo>
                  <a:lnTo>
                    <a:pt x="539318" y="474649"/>
                  </a:lnTo>
                  <a:lnTo>
                    <a:pt x="536079" y="472249"/>
                  </a:lnTo>
                  <a:lnTo>
                    <a:pt x="536054" y="468109"/>
                  </a:lnTo>
                  <a:lnTo>
                    <a:pt x="535635" y="465213"/>
                  </a:lnTo>
                  <a:lnTo>
                    <a:pt x="536422" y="462711"/>
                  </a:lnTo>
                  <a:lnTo>
                    <a:pt x="540029" y="459714"/>
                  </a:lnTo>
                  <a:lnTo>
                    <a:pt x="549719" y="462762"/>
                  </a:lnTo>
                  <a:lnTo>
                    <a:pt x="550138" y="465645"/>
                  </a:lnTo>
                  <a:lnTo>
                    <a:pt x="552513" y="470814"/>
                  </a:lnTo>
                  <a:lnTo>
                    <a:pt x="553478" y="476173"/>
                  </a:lnTo>
                  <a:lnTo>
                    <a:pt x="555447" y="482638"/>
                  </a:lnTo>
                  <a:lnTo>
                    <a:pt x="557149" y="489915"/>
                  </a:lnTo>
                  <a:lnTo>
                    <a:pt x="557149" y="101"/>
                  </a:lnTo>
                  <a:lnTo>
                    <a:pt x="423087" y="190"/>
                  </a:lnTo>
                  <a:lnTo>
                    <a:pt x="423087" y="137604"/>
                  </a:lnTo>
                  <a:lnTo>
                    <a:pt x="415290" y="137020"/>
                  </a:lnTo>
                  <a:lnTo>
                    <a:pt x="407517" y="136309"/>
                  </a:lnTo>
                  <a:lnTo>
                    <a:pt x="399681" y="135851"/>
                  </a:lnTo>
                  <a:lnTo>
                    <a:pt x="390436" y="135585"/>
                  </a:lnTo>
                  <a:lnTo>
                    <a:pt x="396989" y="131686"/>
                  </a:lnTo>
                  <a:lnTo>
                    <a:pt x="408597" y="124447"/>
                  </a:lnTo>
                  <a:lnTo>
                    <a:pt x="414921" y="121246"/>
                  </a:lnTo>
                  <a:lnTo>
                    <a:pt x="416979" y="127406"/>
                  </a:lnTo>
                  <a:lnTo>
                    <a:pt x="423087" y="137604"/>
                  </a:lnTo>
                  <a:lnTo>
                    <a:pt x="423087" y="190"/>
                  </a:lnTo>
                  <a:lnTo>
                    <a:pt x="319887" y="241"/>
                  </a:lnTo>
                  <a:lnTo>
                    <a:pt x="320763" y="5905"/>
                  </a:lnTo>
                  <a:lnTo>
                    <a:pt x="324383" y="15557"/>
                  </a:lnTo>
                  <a:lnTo>
                    <a:pt x="326047" y="22961"/>
                  </a:lnTo>
                  <a:lnTo>
                    <a:pt x="332524" y="27762"/>
                  </a:lnTo>
                  <a:lnTo>
                    <a:pt x="335788" y="34302"/>
                  </a:lnTo>
                  <a:lnTo>
                    <a:pt x="342912" y="49733"/>
                  </a:lnTo>
                  <a:lnTo>
                    <a:pt x="348386" y="66179"/>
                  </a:lnTo>
                  <a:lnTo>
                    <a:pt x="354304" y="81229"/>
                  </a:lnTo>
                  <a:lnTo>
                    <a:pt x="367601" y="93941"/>
                  </a:lnTo>
                  <a:lnTo>
                    <a:pt x="368820" y="94322"/>
                  </a:lnTo>
                  <a:lnTo>
                    <a:pt x="368020" y="96824"/>
                  </a:lnTo>
                  <a:lnTo>
                    <a:pt x="368846" y="98463"/>
                  </a:lnTo>
                  <a:lnTo>
                    <a:pt x="376809" y="115443"/>
                  </a:lnTo>
                  <a:lnTo>
                    <a:pt x="383565" y="132041"/>
                  </a:lnTo>
                  <a:lnTo>
                    <a:pt x="388353" y="142227"/>
                  </a:lnTo>
                  <a:lnTo>
                    <a:pt x="391528" y="149021"/>
                  </a:lnTo>
                  <a:lnTo>
                    <a:pt x="398284" y="165620"/>
                  </a:lnTo>
                  <a:lnTo>
                    <a:pt x="404317" y="163385"/>
                  </a:lnTo>
                  <a:lnTo>
                    <a:pt x="408749" y="162026"/>
                  </a:lnTo>
                  <a:lnTo>
                    <a:pt x="411556" y="161531"/>
                  </a:lnTo>
                  <a:lnTo>
                    <a:pt x="410324" y="157010"/>
                  </a:lnTo>
                  <a:lnTo>
                    <a:pt x="410298" y="152869"/>
                  </a:lnTo>
                  <a:lnTo>
                    <a:pt x="409448" y="147091"/>
                  </a:lnTo>
                  <a:lnTo>
                    <a:pt x="419061" y="150418"/>
                  </a:lnTo>
                  <a:lnTo>
                    <a:pt x="420255" y="150837"/>
                  </a:lnTo>
                  <a:lnTo>
                    <a:pt x="425627" y="154940"/>
                  </a:lnTo>
                  <a:lnTo>
                    <a:pt x="426173" y="161658"/>
                  </a:lnTo>
                  <a:lnTo>
                    <a:pt x="422516" y="173253"/>
                  </a:lnTo>
                  <a:lnTo>
                    <a:pt x="424573" y="177393"/>
                  </a:lnTo>
                  <a:lnTo>
                    <a:pt x="423468" y="176314"/>
                  </a:lnTo>
                  <a:lnTo>
                    <a:pt x="420890" y="171361"/>
                  </a:lnTo>
                  <a:lnTo>
                    <a:pt x="412953" y="170243"/>
                  </a:lnTo>
                  <a:lnTo>
                    <a:pt x="405879" y="170776"/>
                  </a:lnTo>
                  <a:lnTo>
                    <a:pt x="399211" y="170053"/>
                  </a:lnTo>
                  <a:lnTo>
                    <a:pt x="402259" y="177901"/>
                  </a:lnTo>
                  <a:lnTo>
                    <a:pt x="404850" y="182841"/>
                  </a:lnTo>
                  <a:lnTo>
                    <a:pt x="406171" y="187401"/>
                  </a:lnTo>
                  <a:lnTo>
                    <a:pt x="414426" y="183108"/>
                  </a:lnTo>
                  <a:lnTo>
                    <a:pt x="415290" y="184759"/>
                  </a:lnTo>
                  <a:lnTo>
                    <a:pt x="417804" y="185547"/>
                  </a:lnTo>
                  <a:lnTo>
                    <a:pt x="418668" y="187198"/>
                  </a:lnTo>
                  <a:lnTo>
                    <a:pt x="421970" y="185483"/>
                  </a:lnTo>
                  <a:lnTo>
                    <a:pt x="430288" y="185343"/>
                  </a:lnTo>
                  <a:lnTo>
                    <a:pt x="428231" y="181419"/>
                  </a:lnTo>
                  <a:lnTo>
                    <a:pt x="429018" y="182194"/>
                  </a:lnTo>
                  <a:lnTo>
                    <a:pt x="431469" y="187096"/>
                  </a:lnTo>
                  <a:lnTo>
                    <a:pt x="440004" y="198056"/>
                  </a:lnTo>
                  <a:lnTo>
                    <a:pt x="444881" y="203720"/>
                  </a:lnTo>
                  <a:lnTo>
                    <a:pt x="437248" y="206832"/>
                  </a:lnTo>
                  <a:lnTo>
                    <a:pt x="431609" y="207810"/>
                  </a:lnTo>
                  <a:lnTo>
                    <a:pt x="422363" y="211797"/>
                  </a:lnTo>
                  <a:lnTo>
                    <a:pt x="413880" y="209118"/>
                  </a:lnTo>
                  <a:lnTo>
                    <a:pt x="417436" y="197840"/>
                  </a:lnTo>
                  <a:lnTo>
                    <a:pt x="418985" y="188683"/>
                  </a:lnTo>
                  <a:lnTo>
                    <a:pt x="418172" y="187045"/>
                  </a:lnTo>
                  <a:lnTo>
                    <a:pt x="415747" y="186283"/>
                  </a:lnTo>
                  <a:lnTo>
                    <a:pt x="414934" y="184645"/>
                  </a:lnTo>
                  <a:lnTo>
                    <a:pt x="409524" y="197612"/>
                  </a:lnTo>
                  <a:lnTo>
                    <a:pt x="412521" y="209207"/>
                  </a:lnTo>
                  <a:lnTo>
                    <a:pt x="419531" y="220789"/>
                  </a:lnTo>
                  <a:lnTo>
                    <a:pt x="422503" y="232511"/>
                  </a:lnTo>
                  <a:lnTo>
                    <a:pt x="422948" y="239547"/>
                  </a:lnTo>
                  <a:lnTo>
                    <a:pt x="428637" y="246849"/>
                  </a:lnTo>
                  <a:lnTo>
                    <a:pt x="429742" y="251790"/>
                  </a:lnTo>
                  <a:lnTo>
                    <a:pt x="430301" y="254254"/>
                  </a:lnTo>
                  <a:lnTo>
                    <a:pt x="433108" y="253771"/>
                  </a:lnTo>
                  <a:lnTo>
                    <a:pt x="434721" y="252895"/>
                  </a:lnTo>
                  <a:lnTo>
                    <a:pt x="437540" y="252399"/>
                  </a:lnTo>
                  <a:lnTo>
                    <a:pt x="441515" y="244005"/>
                  </a:lnTo>
                  <a:lnTo>
                    <a:pt x="443877" y="236486"/>
                  </a:lnTo>
                  <a:lnTo>
                    <a:pt x="447459" y="229349"/>
                  </a:lnTo>
                  <a:lnTo>
                    <a:pt x="450189" y="237591"/>
                  </a:lnTo>
                  <a:lnTo>
                    <a:pt x="449948" y="246837"/>
                  </a:lnTo>
                  <a:lnTo>
                    <a:pt x="445693" y="256108"/>
                  </a:lnTo>
                  <a:lnTo>
                    <a:pt x="437616" y="264833"/>
                  </a:lnTo>
                  <a:lnTo>
                    <a:pt x="439254" y="268109"/>
                  </a:lnTo>
                  <a:lnTo>
                    <a:pt x="442099" y="271754"/>
                  </a:lnTo>
                  <a:lnTo>
                    <a:pt x="444944" y="275412"/>
                  </a:lnTo>
                  <a:lnTo>
                    <a:pt x="448132" y="269519"/>
                  </a:lnTo>
                  <a:lnTo>
                    <a:pt x="453707" y="260248"/>
                  </a:lnTo>
                  <a:lnTo>
                    <a:pt x="470636" y="261454"/>
                  </a:lnTo>
                  <a:lnTo>
                    <a:pt x="471462" y="263080"/>
                  </a:lnTo>
                  <a:lnTo>
                    <a:pt x="471055" y="264337"/>
                  </a:lnTo>
                  <a:lnTo>
                    <a:pt x="471881" y="265976"/>
                  </a:lnTo>
                  <a:lnTo>
                    <a:pt x="467055" y="268592"/>
                  </a:lnTo>
                  <a:lnTo>
                    <a:pt x="462635" y="269951"/>
                  </a:lnTo>
                  <a:lnTo>
                    <a:pt x="456603" y="272186"/>
                  </a:lnTo>
                  <a:lnTo>
                    <a:pt x="455422" y="275958"/>
                  </a:lnTo>
                  <a:lnTo>
                    <a:pt x="450634" y="282714"/>
                  </a:lnTo>
                  <a:lnTo>
                    <a:pt x="446227" y="288226"/>
                  </a:lnTo>
                  <a:lnTo>
                    <a:pt x="455714" y="308838"/>
                  </a:lnTo>
                  <a:lnTo>
                    <a:pt x="457200" y="312585"/>
                  </a:lnTo>
                  <a:lnTo>
                    <a:pt x="463880" y="329438"/>
                  </a:lnTo>
                  <a:lnTo>
                    <a:pt x="473024" y="351116"/>
                  </a:lnTo>
                  <a:lnTo>
                    <a:pt x="481850" y="373862"/>
                  </a:lnTo>
                  <a:lnTo>
                    <a:pt x="490131" y="347522"/>
                  </a:lnTo>
                  <a:lnTo>
                    <a:pt x="491744" y="346659"/>
                  </a:lnTo>
                  <a:lnTo>
                    <a:pt x="492950" y="347040"/>
                  </a:lnTo>
                  <a:lnTo>
                    <a:pt x="494563" y="346163"/>
                  </a:lnTo>
                  <a:lnTo>
                    <a:pt x="501510" y="362140"/>
                  </a:lnTo>
                  <a:lnTo>
                    <a:pt x="503174" y="369544"/>
                  </a:lnTo>
                  <a:lnTo>
                    <a:pt x="503809" y="375996"/>
                  </a:lnTo>
                  <a:lnTo>
                    <a:pt x="505574" y="383057"/>
                  </a:lnTo>
                  <a:lnTo>
                    <a:pt x="505993" y="390207"/>
                  </a:lnTo>
                  <a:lnTo>
                    <a:pt x="507390" y="398437"/>
                  </a:lnTo>
                  <a:lnTo>
                    <a:pt x="511784" y="392938"/>
                  </a:lnTo>
                  <a:lnTo>
                    <a:pt x="512978" y="389178"/>
                  </a:lnTo>
                  <a:lnTo>
                    <a:pt x="515366" y="385787"/>
                  </a:lnTo>
                  <a:lnTo>
                    <a:pt x="511416" y="398335"/>
                  </a:lnTo>
                  <a:lnTo>
                    <a:pt x="517055" y="397344"/>
                  </a:lnTo>
                  <a:lnTo>
                    <a:pt x="525907" y="394627"/>
                  </a:lnTo>
                  <a:lnTo>
                    <a:pt x="520331" y="403847"/>
                  </a:lnTo>
                  <a:lnTo>
                    <a:pt x="513626" y="412457"/>
                  </a:lnTo>
                  <a:lnTo>
                    <a:pt x="507987" y="421932"/>
                  </a:lnTo>
                  <a:lnTo>
                    <a:pt x="509244" y="434860"/>
                  </a:lnTo>
                  <a:lnTo>
                    <a:pt x="514248" y="427393"/>
                  </a:lnTo>
                  <a:lnTo>
                    <a:pt x="517906" y="420014"/>
                  </a:lnTo>
                  <a:lnTo>
                    <a:pt x="521411" y="413105"/>
                  </a:lnTo>
                  <a:lnTo>
                    <a:pt x="524776" y="406666"/>
                  </a:lnTo>
                  <a:lnTo>
                    <a:pt x="528408" y="407809"/>
                  </a:lnTo>
                  <a:lnTo>
                    <a:pt x="524764" y="432054"/>
                  </a:lnTo>
                  <a:lnTo>
                    <a:pt x="524598" y="441071"/>
                  </a:lnTo>
                  <a:lnTo>
                    <a:pt x="522173" y="440309"/>
                  </a:lnTo>
                  <a:lnTo>
                    <a:pt x="518147" y="440410"/>
                  </a:lnTo>
                  <a:lnTo>
                    <a:pt x="512089" y="438505"/>
                  </a:lnTo>
                  <a:lnTo>
                    <a:pt x="529234" y="485521"/>
                  </a:lnTo>
                  <a:lnTo>
                    <a:pt x="547166" y="521614"/>
                  </a:lnTo>
                  <a:lnTo>
                    <a:pt x="559892" y="540385"/>
                  </a:lnTo>
                  <a:lnTo>
                    <a:pt x="565099" y="536524"/>
                  </a:lnTo>
                  <a:lnTo>
                    <a:pt x="581164" y="527799"/>
                  </a:lnTo>
                  <a:lnTo>
                    <a:pt x="579615" y="536956"/>
                  </a:lnTo>
                  <a:lnTo>
                    <a:pt x="579272" y="546493"/>
                  </a:lnTo>
                  <a:lnTo>
                    <a:pt x="575271" y="550748"/>
                  </a:lnTo>
                  <a:lnTo>
                    <a:pt x="571792" y="557555"/>
                  </a:lnTo>
                  <a:lnTo>
                    <a:pt x="571373" y="563130"/>
                  </a:lnTo>
                  <a:lnTo>
                    <a:pt x="572528" y="567905"/>
                  </a:lnTo>
                  <a:lnTo>
                    <a:pt x="576224" y="573100"/>
                  </a:lnTo>
                  <a:lnTo>
                    <a:pt x="575043" y="576859"/>
                  </a:lnTo>
                  <a:lnTo>
                    <a:pt x="575068" y="580999"/>
                  </a:lnTo>
                  <a:lnTo>
                    <a:pt x="574281" y="583514"/>
                  </a:lnTo>
                  <a:lnTo>
                    <a:pt x="590054" y="592607"/>
                  </a:lnTo>
                  <a:lnTo>
                    <a:pt x="594499" y="595388"/>
                  </a:lnTo>
                  <a:lnTo>
                    <a:pt x="603402" y="600951"/>
                  </a:lnTo>
                  <a:lnTo>
                    <a:pt x="601421" y="607225"/>
                  </a:lnTo>
                  <a:lnTo>
                    <a:pt x="601065" y="612622"/>
                  </a:lnTo>
                  <a:lnTo>
                    <a:pt x="599478" y="617626"/>
                  </a:lnTo>
                  <a:lnTo>
                    <a:pt x="606323" y="617029"/>
                  </a:lnTo>
                  <a:lnTo>
                    <a:pt x="610755" y="615670"/>
                  </a:lnTo>
                  <a:lnTo>
                    <a:pt x="606806" y="628205"/>
                  </a:lnTo>
                  <a:lnTo>
                    <a:pt x="610019" y="626465"/>
                  </a:lnTo>
                  <a:lnTo>
                    <a:pt x="615645" y="625475"/>
                  </a:lnTo>
                  <a:lnTo>
                    <a:pt x="612495" y="631266"/>
                  </a:lnTo>
                  <a:lnTo>
                    <a:pt x="612673" y="634911"/>
                  </a:lnTo>
                  <a:lnTo>
                    <a:pt x="612863" y="638556"/>
                  </a:lnTo>
                  <a:lnTo>
                    <a:pt x="611035" y="644372"/>
                  </a:lnTo>
                  <a:lnTo>
                    <a:pt x="603694" y="646518"/>
                  </a:lnTo>
                  <a:lnTo>
                    <a:pt x="602513" y="650290"/>
                  </a:lnTo>
                  <a:lnTo>
                    <a:pt x="603719" y="650671"/>
                  </a:lnTo>
                  <a:lnTo>
                    <a:pt x="604545" y="652297"/>
                  </a:lnTo>
                  <a:lnTo>
                    <a:pt x="606958" y="653059"/>
                  </a:lnTo>
                  <a:lnTo>
                    <a:pt x="608571" y="652195"/>
                  </a:lnTo>
                  <a:lnTo>
                    <a:pt x="613384" y="649579"/>
                  </a:lnTo>
                  <a:lnTo>
                    <a:pt x="616991" y="646582"/>
                  </a:lnTo>
                  <a:lnTo>
                    <a:pt x="623417" y="643089"/>
                  </a:lnTo>
                  <a:lnTo>
                    <a:pt x="623074" y="652627"/>
                  </a:lnTo>
                  <a:lnTo>
                    <a:pt x="619607" y="676338"/>
                  </a:lnTo>
                  <a:lnTo>
                    <a:pt x="624027" y="674979"/>
                  </a:lnTo>
                  <a:lnTo>
                    <a:pt x="630059" y="672744"/>
                  </a:lnTo>
                  <a:lnTo>
                    <a:pt x="639305" y="668756"/>
                  </a:lnTo>
                  <a:lnTo>
                    <a:pt x="634111" y="676770"/>
                  </a:lnTo>
                  <a:lnTo>
                    <a:pt x="628535" y="686041"/>
                  </a:lnTo>
                  <a:lnTo>
                    <a:pt x="631799" y="692581"/>
                  </a:lnTo>
                  <a:lnTo>
                    <a:pt x="641604" y="712203"/>
                  </a:lnTo>
                  <a:lnTo>
                    <a:pt x="645261" y="717499"/>
                  </a:lnTo>
                  <a:lnTo>
                    <a:pt x="649732" y="724420"/>
                  </a:lnTo>
                  <a:lnTo>
                    <a:pt x="648131" y="725297"/>
                  </a:lnTo>
                  <a:lnTo>
                    <a:pt x="646125" y="727417"/>
                  </a:lnTo>
                  <a:lnTo>
                    <a:pt x="641705" y="728776"/>
                  </a:lnTo>
                  <a:lnTo>
                    <a:pt x="647103" y="732777"/>
                  </a:lnTo>
                  <a:lnTo>
                    <a:pt x="658990" y="741565"/>
                  </a:lnTo>
                  <a:lnTo>
                    <a:pt x="671550" y="756615"/>
                  </a:lnTo>
                  <a:lnTo>
                    <a:pt x="679678" y="773099"/>
                  </a:lnTo>
                  <a:lnTo>
                    <a:pt x="686028" y="790981"/>
                  </a:lnTo>
                  <a:lnTo>
                    <a:pt x="690854" y="801027"/>
                  </a:lnTo>
                  <a:lnTo>
                    <a:pt x="697014" y="806843"/>
                  </a:lnTo>
                  <a:lnTo>
                    <a:pt x="704062" y="809828"/>
                  </a:lnTo>
                  <a:lnTo>
                    <a:pt x="711555" y="811415"/>
                  </a:lnTo>
                  <a:lnTo>
                    <a:pt x="722718" y="814031"/>
                  </a:lnTo>
                  <a:lnTo>
                    <a:pt x="730643" y="818464"/>
                  </a:lnTo>
                  <a:lnTo>
                    <a:pt x="736307" y="825804"/>
                  </a:lnTo>
                  <a:lnTo>
                    <a:pt x="739521" y="836764"/>
                  </a:lnTo>
                  <a:lnTo>
                    <a:pt x="736701" y="837247"/>
                  </a:lnTo>
                  <a:lnTo>
                    <a:pt x="734275" y="836485"/>
                  </a:lnTo>
                  <a:lnTo>
                    <a:pt x="728649" y="837476"/>
                  </a:lnTo>
                  <a:lnTo>
                    <a:pt x="735444" y="841248"/>
                  </a:lnTo>
                  <a:lnTo>
                    <a:pt x="737743" y="842416"/>
                  </a:lnTo>
                  <a:lnTo>
                    <a:pt x="746912" y="847102"/>
                  </a:lnTo>
                  <a:lnTo>
                    <a:pt x="751293" y="850112"/>
                  </a:lnTo>
                  <a:lnTo>
                    <a:pt x="767664" y="861555"/>
                  </a:lnTo>
                  <a:lnTo>
                    <a:pt x="783856" y="869327"/>
                  </a:lnTo>
                  <a:lnTo>
                    <a:pt x="802144" y="874661"/>
                  </a:lnTo>
                  <a:lnTo>
                    <a:pt x="821182" y="877633"/>
                  </a:lnTo>
                  <a:lnTo>
                    <a:pt x="836726" y="879005"/>
                  </a:lnTo>
                  <a:lnTo>
                    <a:pt x="868121" y="880795"/>
                  </a:lnTo>
                  <a:lnTo>
                    <a:pt x="883678" y="882154"/>
                  </a:lnTo>
                  <a:lnTo>
                    <a:pt x="904468" y="883767"/>
                  </a:lnTo>
                  <a:lnTo>
                    <a:pt x="925156" y="885736"/>
                  </a:lnTo>
                  <a:lnTo>
                    <a:pt x="945756" y="887945"/>
                  </a:lnTo>
                  <a:lnTo>
                    <a:pt x="967549" y="890651"/>
                  </a:lnTo>
                  <a:lnTo>
                    <a:pt x="975512" y="890727"/>
                  </a:lnTo>
                  <a:lnTo>
                    <a:pt x="1008062" y="863434"/>
                  </a:lnTo>
                  <a:lnTo>
                    <a:pt x="1024153" y="816597"/>
                  </a:lnTo>
                  <a:lnTo>
                    <a:pt x="1031227" y="764501"/>
                  </a:lnTo>
                  <a:lnTo>
                    <a:pt x="1035304" y="721956"/>
                  </a:lnTo>
                  <a:lnTo>
                    <a:pt x="1038098" y="679272"/>
                  </a:lnTo>
                  <a:lnTo>
                    <a:pt x="1041311" y="588721"/>
                  </a:lnTo>
                  <a:close/>
                </a:path>
              </a:pathLst>
            </a:custGeom>
            <a:solidFill>
              <a:srgbClr val="2B12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5591131" y="7155255"/>
              <a:ext cx="2690495" cy="3131820"/>
            </a:xfrm>
            <a:custGeom>
              <a:avLst/>
              <a:gdLst/>
              <a:ahLst/>
              <a:cxnLst/>
              <a:rect l="l" t="t" r="r" b="b"/>
              <a:pathLst>
                <a:path w="2690494" h="3131820">
                  <a:moveTo>
                    <a:pt x="654646" y="1171321"/>
                  </a:moveTo>
                  <a:lnTo>
                    <a:pt x="643928" y="1163548"/>
                  </a:lnTo>
                  <a:lnTo>
                    <a:pt x="641273" y="1171028"/>
                  </a:lnTo>
                  <a:lnTo>
                    <a:pt x="654646" y="1171321"/>
                  </a:lnTo>
                  <a:close/>
                </a:path>
                <a:path w="2690494" h="3131820">
                  <a:moveTo>
                    <a:pt x="1129461" y="2414447"/>
                  </a:moveTo>
                  <a:lnTo>
                    <a:pt x="1120317" y="2402281"/>
                  </a:lnTo>
                  <a:lnTo>
                    <a:pt x="1110462" y="2429992"/>
                  </a:lnTo>
                  <a:lnTo>
                    <a:pt x="1125245" y="2426322"/>
                  </a:lnTo>
                  <a:lnTo>
                    <a:pt x="1129461" y="2414447"/>
                  </a:lnTo>
                  <a:close/>
                </a:path>
                <a:path w="2690494" h="3131820">
                  <a:moveTo>
                    <a:pt x="1164704" y="2406904"/>
                  </a:moveTo>
                  <a:lnTo>
                    <a:pt x="1147978" y="2378672"/>
                  </a:lnTo>
                  <a:lnTo>
                    <a:pt x="1146581" y="2382634"/>
                  </a:lnTo>
                  <a:lnTo>
                    <a:pt x="1140510" y="2387168"/>
                  </a:lnTo>
                  <a:lnTo>
                    <a:pt x="1136421" y="2392400"/>
                  </a:lnTo>
                  <a:lnTo>
                    <a:pt x="1135583" y="2401024"/>
                  </a:lnTo>
                  <a:lnTo>
                    <a:pt x="1133475" y="2406954"/>
                  </a:lnTo>
                  <a:lnTo>
                    <a:pt x="1132636" y="2415578"/>
                  </a:lnTo>
                  <a:lnTo>
                    <a:pt x="1164704" y="2406904"/>
                  </a:lnTo>
                  <a:close/>
                </a:path>
                <a:path w="2690494" h="3131820">
                  <a:moveTo>
                    <a:pt x="1795399" y="2124976"/>
                  </a:moveTo>
                  <a:lnTo>
                    <a:pt x="1790738" y="2125548"/>
                  </a:lnTo>
                  <a:lnTo>
                    <a:pt x="1785378" y="2128101"/>
                  </a:lnTo>
                  <a:lnTo>
                    <a:pt x="1780705" y="2128672"/>
                  </a:lnTo>
                  <a:lnTo>
                    <a:pt x="1782686" y="2129371"/>
                  </a:lnTo>
                  <a:lnTo>
                    <a:pt x="1783969" y="2132050"/>
                  </a:lnTo>
                  <a:lnTo>
                    <a:pt x="1785950" y="2132761"/>
                  </a:lnTo>
                  <a:lnTo>
                    <a:pt x="1789328" y="2129498"/>
                  </a:lnTo>
                  <a:lnTo>
                    <a:pt x="1792008" y="2128228"/>
                  </a:lnTo>
                  <a:lnTo>
                    <a:pt x="1795399" y="2124976"/>
                  </a:lnTo>
                  <a:close/>
                </a:path>
                <a:path w="2690494" h="3131820">
                  <a:moveTo>
                    <a:pt x="1802460" y="2492845"/>
                  </a:moveTo>
                  <a:lnTo>
                    <a:pt x="1802409" y="2490914"/>
                  </a:lnTo>
                  <a:lnTo>
                    <a:pt x="1801685" y="2495004"/>
                  </a:lnTo>
                  <a:lnTo>
                    <a:pt x="1802460" y="2492845"/>
                  </a:lnTo>
                  <a:close/>
                </a:path>
                <a:path w="2690494" h="3131820">
                  <a:moveTo>
                    <a:pt x="1811210" y="1899183"/>
                  </a:moveTo>
                  <a:lnTo>
                    <a:pt x="1805355" y="1877733"/>
                  </a:lnTo>
                  <a:lnTo>
                    <a:pt x="1798472" y="1897087"/>
                  </a:lnTo>
                  <a:lnTo>
                    <a:pt x="1796567" y="1902472"/>
                  </a:lnTo>
                  <a:lnTo>
                    <a:pt x="1806613" y="1912099"/>
                  </a:lnTo>
                  <a:lnTo>
                    <a:pt x="1811210" y="1899183"/>
                  </a:lnTo>
                  <a:close/>
                </a:path>
                <a:path w="2690494" h="3131820">
                  <a:moveTo>
                    <a:pt x="1812226" y="2046236"/>
                  </a:moveTo>
                  <a:lnTo>
                    <a:pt x="1811312" y="2011756"/>
                  </a:lnTo>
                  <a:lnTo>
                    <a:pt x="1810448" y="2001024"/>
                  </a:lnTo>
                  <a:lnTo>
                    <a:pt x="1799628" y="2021700"/>
                  </a:lnTo>
                  <a:lnTo>
                    <a:pt x="1796199" y="2033308"/>
                  </a:lnTo>
                  <a:lnTo>
                    <a:pt x="1800352" y="2040077"/>
                  </a:lnTo>
                  <a:lnTo>
                    <a:pt x="1812226" y="2046236"/>
                  </a:lnTo>
                  <a:close/>
                </a:path>
                <a:path w="2690494" h="3131820">
                  <a:moveTo>
                    <a:pt x="1815973" y="1922741"/>
                  </a:moveTo>
                  <a:lnTo>
                    <a:pt x="1812023" y="1921332"/>
                  </a:lnTo>
                  <a:lnTo>
                    <a:pt x="1809330" y="1922614"/>
                  </a:lnTo>
                  <a:lnTo>
                    <a:pt x="1805381" y="1921205"/>
                  </a:lnTo>
                  <a:lnTo>
                    <a:pt x="1799678" y="1974913"/>
                  </a:lnTo>
                  <a:lnTo>
                    <a:pt x="1811528" y="1963483"/>
                  </a:lnTo>
                  <a:lnTo>
                    <a:pt x="1814029" y="1950199"/>
                  </a:lnTo>
                  <a:lnTo>
                    <a:pt x="1813420" y="1936216"/>
                  </a:lnTo>
                  <a:lnTo>
                    <a:pt x="1815973" y="1922741"/>
                  </a:lnTo>
                  <a:close/>
                </a:path>
                <a:path w="2690494" h="3131820">
                  <a:moveTo>
                    <a:pt x="1821357" y="2359329"/>
                  </a:moveTo>
                  <a:lnTo>
                    <a:pt x="1819135" y="2343150"/>
                  </a:lnTo>
                  <a:lnTo>
                    <a:pt x="1817598" y="2326792"/>
                  </a:lnTo>
                  <a:lnTo>
                    <a:pt x="1815325" y="2294775"/>
                  </a:lnTo>
                  <a:lnTo>
                    <a:pt x="1813344" y="2294064"/>
                  </a:lnTo>
                  <a:lnTo>
                    <a:pt x="1808683" y="2294648"/>
                  </a:lnTo>
                  <a:lnTo>
                    <a:pt x="1805990" y="2295918"/>
                  </a:lnTo>
                  <a:lnTo>
                    <a:pt x="1808772" y="2312301"/>
                  </a:lnTo>
                  <a:lnTo>
                    <a:pt x="1806257" y="2328888"/>
                  </a:lnTo>
                  <a:lnTo>
                    <a:pt x="1805127" y="2345144"/>
                  </a:lnTo>
                  <a:lnTo>
                    <a:pt x="1812036" y="2360485"/>
                  </a:lnTo>
                  <a:lnTo>
                    <a:pt x="1816696" y="2359914"/>
                  </a:lnTo>
                  <a:lnTo>
                    <a:pt x="1818678" y="2360612"/>
                  </a:lnTo>
                  <a:lnTo>
                    <a:pt x="1821357" y="2359329"/>
                  </a:lnTo>
                  <a:close/>
                </a:path>
                <a:path w="2690494" h="3131820">
                  <a:moveTo>
                    <a:pt x="2123452" y="678903"/>
                  </a:moveTo>
                  <a:lnTo>
                    <a:pt x="2111489" y="674662"/>
                  </a:lnTo>
                  <a:lnTo>
                    <a:pt x="2101799" y="663968"/>
                  </a:lnTo>
                  <a:lnTo>
                    <a:pt x="2105139" y="654570"/>
                  </a:lnTo>
                  <a:lnTo>
                    <a:pt x="2097049" y="639432"/>
                  </a:lnTo>
                  <a:lnTo>
                    <a:pt x="2086292" y="593813"/>
                  </a:lnTo>
                  <a:lnTo>
                    <a:pt x="2066404" y="573938"/>
                  </a:lnTo>
                  <a:lnTo>
                    <a:pt x="2055850" y="565721"/>
                  </a:lnTo>
                  <a:lnTo>
                    <a:pt x="2063584" y="543953"/>
                  </a:lnTo>
                  <a:lnTo>
                    <a:pt x="2050910" y="541680"/>
                  </a:lnTo>
                  <a:lnTo>
                    <a:pt x="2042934" y="526199"/>
                  </a:lnTo>
                  <a:lnTo>
                    <a:pt x="2053704" y="495858"/>
                  </a:lnTo>
                  <a:lnTo>
                    <a:pt x="2041740" y="491617"/>
                  </a:lnTo>
                  <a:lnTo>
                    <a:pt x="2026272" y="535152"/>
                  </a:lnTo>
                  <a:lnTo>
                    <a:pt x="2018639" y="518693"/>
                  </a:lnTo>
                  <a:lnTo>
                    <a:pt x="2011210" y="501662"/>
                  </a:lnTo>
                  <a:lnTo>
                    <a:pt x="2015883" y="488518"/>
                  </a:lnTo>
                  <a:lnTo>
                    <a:pt x="2008657" y="470941"/>
                  </a:lnTo>
                  <a:lnTo>
                    <a:pt x="1995627" y="469658"/>
                  </a:lnTo>
                  <a:lnTo>
                    <a:pt x="1970646" y="464121"/>
                  </a:lnTo>
                  <a:lnTo>
                    <a:pt x="1944598" y="461556"/>
                  </a:lnTo>
                  <a:lnTo>
                    <a:pt x="1932635" y="457301"/>
                  </a:lnTo>
                  <a:lnTo>
                    <a:pt x="1922068" y="449097"/>
                  </a:lnTo>
                  <a:lnTo>
                    <a:pt x="1923478" y="445135"/>
                  </a:lnTo>
                  <a:lnTo>
                    <a:pt x="1921598" y="412496"/>
                  </a:lnTo>
                  <a:lnTo>
                    <a:pt x="1902345" y="390817"/>
                  </a:lnTo>
                  <a:lnTo>
                    <a:pt x="1880450" y="376555"/>
                  </a:lnTo>
                  <a:lnTo>
                    <a:pt x="1858695" y="361937"/>
                  </a:lnTo>
                  <a:lnTo>
                    <a:pt x="1847176" y="356412"/>
                  </a:lnTo>
                  <a:lnTo>
                    <a:pt x="1834146" y="355155"/>
                  </a:lnTo>
                  <a:lnTo>
                    <a:pt x="1819986" y="357098"/>
                  </a:lnTo>
                  <a:lnTo>
                    <a:pt x="1797469" y="344576"/>
                  </a:lnTo>
                  <a:lnTo>
                    <a:pt x="1784426" y="343344"/>
                  </a:lnTo>
                  <a:lnTo>
                    <a:pt x="1758365" y="340842"/>
                  </a:lnTo>
                  <a:lnTo>
                    <a:pt x="1744662" y="341477"/>
                  </a:lnTo>
                  <a:lnTo>
                    <a:pt x="1693189" y="334619"/>
                  </a:lnTo>
                  <a:lnTo>
                    <a:pt x="1641182" y="329234"/>
                  </a:lnTo>
                  <a:lnTo>
                    <a:pt x="1588046" y="327075"/>
                  </a:lnTo>
                  <a:lnTo>
                    <a:pt x="1549501" y="321741"/>
                  </a:lnTo>
                  <a:lnTo>
                    <a:pt x="1522933" y="320662"/>
                  </a:lnTo>
                  <a:lnTo>
                    <a:pt x="1518094" y="334276"/>
                  </a:lnTo>
                  <a:lnTo>
                    <a:pt x="1503946" y="336169"/>
                  </a:lnTo>
                  <a:lnTo>
                    <a:pt x="1506753" y="328282"/>
                  </a:lnTo>
                  <a:lnTo>
                    <a:pt x="1494078" y="326009"/>
                  </a:lnTo>
                  <a:lnTo>
                    <a:pt x="1489913" y="337731"/>
                  </a:lnTo>
                  <a:lnTo>
                    <a:pt x="1474990" y="341807"/>
                  </a:lnTo>
                  <a:lnTo>
                    <a:pt x="1433588" y="458330"/>
                  </a:lnTo>
                  <a:lnTo>
                    <a:pt x="1405267" y="500126"/>
                  </a:lnTo>
                  <a:lnTo>
                    <a:pt x="1388833" y="546366"/>
                  </a:lnTo>
                  <a:lnTo>
                    <a:pt x="1384249" y="597204"/>
                  </a:lnTo>
                  <a:lnTo>
                    <a:pt x="1321777" y="773036"/>
                  </a:lnTo>
                  <a:lnTo>
                    <a:pt x="1317942" y="821791"/>
                  </a:lnTo>
                  <a:lnTo>
                    <a:pt x="1302194" y="866114"/>
                  </a:lnTo>
                  <a:lnTo>
                    <a:pt x="1295095" y="961948"/>
                  </a:lnTo>
                  <a:lnTo>
                    <a:pt x="1279385" y="1006170"/>
                  </a:lnTo>
                  <a:lnTo>
                    <a:pt x="1268412" y="1150861"/>
                  </a:lnTo>
                  <a:lnTo>
                    <a:pt x="1254696" y="1189456"/>
                  </a:lnTo>
                  <a:lnTo>
                    <a:pt x="1252956" y="1232306"/>
                  </a:lnTo>
                  <a:lnTo>
                    <a:pt x="1239240" y="1270901"/>
                  </a:lnTo>
                  <a:lnTo>
                    <a:pt x="1237500" y="1313751"/>
                  </a:lnTo>
                  <a:lnTo>
                    <a:pt x="1219962" y="1514830"/>
                  </a:lnTo>
                  <a:lnTo>
                    <a:pt x="1196149" y="1847418"/>
                  </a:lnTo>
                  <a:lnTo>
                    <a:pt x="1180807" y="2004415"/>
                  </a:lnTo>
                  <a:lnTo>
                    <a:pt x="1187792" y="2060600"/>
                  </a:lnTo>
                  <a:lnTo>
                    <a:pt x="1182865" y="2112416"/>
                  </a:lnTo>
                  <a:lnTo>
                    <a:pt x="1189913" y="2168436"/>
                  </a:lnTo>
                  <a:lnTo>
                    <a:pt x="1185125" y="2219845"/>
                  </a:lnTo>
                  <a:lnTo>
                    <a:pt x="1192504" y="2274951"/>
                  </a:lnTo>
                  <a:lnTo>
                    <a:pt x="1188046" y="2325446"/>
                  </a:lnTo>
                  <a:lnTo>
                    <a:pt x="1195616" y="2379992"/>
                  </a:lnTo>
                  <a:lnTo>
                    <a:pt x="1192123" y="2465692"/>
                  </a:lnTo>
                  <a:lnTo>
                    <a:pt x="1182560" y="2454694"/>
                  </a:lnTo>
                  <a:lnTo>
                    <a:pt x="1172591" y="2444813"/>
                  </a:lnTo>
                  <a:lnTo>
                    <a:pt x="1174330" y="2439924"/>
                  </a:lnTo>
                  <a:lnTo>
                    <a:pt x="1163967" y="2431161"/>
                  </a:lnTo>
                  <a:lnTo>
                    <a:pt x="1162558" y="2435123"/>
                  </a:lnTo>
                  <a:lnTo>
                    <a:pt x="1146365" y="2442743"/>
                  </a:lnTo>
                  <a:lnTo>
                    <a:pt x="1150023" y="2432443"/>
                  </a:lnTo>
                  <a:lnTo>
                    <a:pt x="1137831" y="2428849"/>
                  </a:lnTo>
                  <a:lnTo>
                    <a:pt x="1123924" y="2430068"/>
                  </a:lnTo>
                  <a:lnTo>
                    <a:pt x="1110462" y="2429992"/>
                  </a:lnTo>
                  <a:lnTo>
                    <a:pt x="1129969" y="2375090"/>
                  </a:lnTo>
                  <a:lnTo>
                    <a:pt x="1122680" y="2357704"/>
                  </a:lnTo>
                  <a:lnTo>
                    <a:pt x="1115250" y="2340673"/>
                  </a:lnTo>
                  <a:lnTo>
                    <a:pt x="1119581" y="2328456"/>
                  </a:lnTo>
                  <a:lnTo>
                    <a:pt x="1109916" y="2317750"/>
                  </a:lnTo>
                  <a:lnTo>
                    <a:pt x="1111745" y="2312581"/>
                  </a:lnTo>
                  <a:lnTo>
                    <a:pt x="1101483" y="2303538"/>
                  </a:lnTo>
                  <a:lnTo>
                    <a:pt x="1091412" y="2293937"/>
                  </a:lnTo>
                  <a:lnTo>
                    <a:pt x="1086180" y="2270760"/>
                  </a:lnTo>
                  <a:lnTo>
                    <a:pt x="1081722" y="2245347"/>
                  </a:lnTo>
                  <a:lnTo>
                    <a:pt x="1064514" y="2217915"/>
                  </a:lnTo>
                  <a:lnTo>
                    <a:pt x="1056894" y="2201418"/>
                  </a:lnTo>
                  <a:lnTo>
                    <a:pt x="1044930" y="2197163"/>
                  </a:lnTo>
                  <a:lnTo>
                    <a:pt x="1047038" y="2191232"/>
                  </a:lnTo>
                  <a:lnTo>
                    <a:pt x="1042454" y="2166201"/>
                  </a:lnTo>
                  <a:lnTo>
                    <a:pt x="1025906" y="2136914"/>
                  </a:lnTo>
                  <a:lnTo>
                    <a:pt x="1021321" y="2111870"/>
                  </a:lnTo>
                  <a:lnTo>
                    <a:pt x="1014641" y="2100059"/>
                  </a:lnTo>
                  <a:lnTo>
                    <a:pt x="1014641" y="2130679"/>
                  </a:lnTo>
                  <a:lnTo>
                    <a:pt x="1011605" y="2139251"/>
                  </a:lnTo>
                  <a:lnTo>
                    <a:pt x="982103" y="2146389"/>
                  </a:lnTo>
                  <a:lnTo>
                    <a:pt x="979462" y="2153843"/>
                  </a:lnTo>
                  <a:lnTo>
                    <a:pt x="969479" y="2143988"/>
                  </a:lnTo>
                  <a:lnTo>
                    <a:pt x="972934" y="2134285"/>
                  </a:lnTo>
                  <a:lnTo>
                    <a:pt x="962558" y="2125548"/>
                  </a:lnTo>
                  <a:lnTo>
                    <a:pt x="975474" y="2127110"/>
                  </a:lnTo>
                  <a:lnTo>
                    <a:pt x="988339" y="2128850"/>
                  </a:lnTo>
                  <a:lnTo>
                    <a:pt x="1001318" y="2130234"/>
                  </a:lnTo>
                  <a:lnTo>
                    <a:pt x="1014641" y="2130679"/>
                  </a:lnTo>
                  <a:lnTo>
                    <a:pt x="1014641" y="2100059"/>
                  </a:lnTo>
                  <a:lnTo>
                    <a:pt x="1004773" y="2082584"/>
                  </a:lnTo>
                  <a:lnTo>
                    <a:pt x="990701" y="2084273"/>
                  </a:lnTo>
                  <a:lnTo>
                    <a:pt x="981557" y="2110003"/>
                  </a:lnTo>
                  <a:lnTo>
                    <a:pt x="969759" y="2105266"/>
                  </a:lnTo>
                  <a:lnTo>
                    <a:pt x="959027" y="2097544"/>
                  </a:lnTo>
                  <a:lnTo>
                    <a:pt x="970241" y="2065972"/>
                  </a:lnTo>
                  <a:lnTo>
                    <a:pt x="971956" y="2068487"/>
                  </a:lnTo>
                  <a:lnTo>
                    <a:pt x="975245" y="2074329"/>
                  </a:lnTo>
                  <a:lnTo>
                    <a:pt x="984440" y="2075573"/>
                  </a:lnTo>
                  <a:lnTo>
                    <a:pt x="1009726" y="2077656"/>
                  </a:lnTo>
                  <a:lnTo>
                    <a:pt x="999642" y="2049564"/>
                  </a:lnTo>
                  <a:lnTo>
                    <a:pt x="986231" y="2055939"/>
                  </a:lnTo>
                  <a:lnTo>
                    <a:pt x="984961" y="2053259"/>
                  </a:lnTo>
                  <a:lnTo>
                    <a:pt x="980998" y="2051850"/>
                  </a:lnTo>
                  <a:lnTo>
                    <a:pt x="979728" y="2049170"/>
                  </a:lnTo>
                  <a:lnTo>
                    <a:pt x="974356" y="2051723"/>
                  </a:lnTo>
                  <a:lnTo>
                    <a:pt x="961072" y="2051456"/>
                  </a:lnTo>
                  <a:lnTo>
                    <a:pt x="964361" y="2057298"/>
                  </a:lnTo>
                  <a:lnTo>
                    <a:pt x="968273" y="2063076"/>
                  </a:lnTo>
                  <a:lnTo>
                    <a:pt x="961059" y="2053894"/>
                  </a:lnTo>
                  <a:lnTo>
                    <a:pt x="950556" y="2045500"/>
                  </a:lnTo>
                  <a:lnTo>
                    <a:pt x="952144" y="2041042"/>
                  </a:lnTo>
                  <a:lnTo>
                    <a:pt x="941755" y="2032342"/>
                  </a:lnTo>
                  <a:lnTo>
                    <a:pt x="943343" y="2027885"/>
                  </a:lnTo>
                  <a:lnTo>
                    <a:pt x="932954" y="2019185"/>
                  </a:lnTo>
                  <a:lnTo>
                    <a:pt x="946823" y="2018080"/>
                  </a:lnTo>
                  <a:lnTo>
                    <a:pt x="948524" y="2013292"/>
                  </a:lnTo>
                  <a:lnTo>
                    <a:pt x="962329" y="2012378"/>
                  </a:lnTo>
                  <a:lnTo>
                    <a:pt x="964628" y="2005914"/>
                  </a:lnTo>
                  <a:lnTo>
                    <a:pt x="975525" y="2013165"/>
                  </a:lnTo>
                  <a:lnTo>
                    <a:pt x="972820" y="2020798"/>
                  </a:lnTo>
                  <a:lnTo>
                    <a:pt x="981138" y="2035289"/>
                  </a:lnTo>
                  <a:lnTo>
                    <a:pt x="975906" y="2050046"/>
                  </a:lnTo>
                  <a:lnTo>
                    <a:pt x="995349" y="2033231"/>
                  </a:lnTo>
                  <a:lnTo>
                    <a:pt x="988822" y="2013673"/>
                  </a:lnTo>
                  <a:lnTo>
                    <a:pt x="981633" y="1995970"/>
                  </a:lnTo>
                  <a:lnTo>
                    <a:pt x="975169" y="1976221"/>
                  </a:lnTo>
                  <a:lnTo>
                    <a:pt x="965733" y="1964867"/>
                  </a:lnTo>
                  <a:lnTo>
                    <a:pt x="968133" y="1958111"/>
                  </a:lnTo>
                  <a:lnTo>
                    <a:pt x="958557" y="1947138"/>
                  </a:lnTo>
                  <a:lnTo>
                    <a:pt x="960386" y="1941982"/>
                  </a:lnTo>
                  <a:lnTo>
                    <a:pt x="947712" y="1939709"/>
                  </a:lnTo>
                  <a:lnTo>
                    <a:pt x="933653" y="1979295"/>
                  </a:lnTo>
                  <a:lnTo>
                    <a:pt x="925449" y="1964436"/>
                  </a:lnTo>
                  <a:lnTo>
                    <a:pt x="935621" y="1935797"/>
                  </a:lnTo>
                  <a:lnTo>
                    <a:pt x="953338" y="1923884"/>
                  </a:lnTo>
                  <a:lnTo>
                    <a:pt x="942771" y="1915668"/>
                  </a:lnTo>
                  <a:lnTo>
                    <a:pt x="933627" y="1903501"/>
                  </a:lnTo>
                  <a:lnTo>
                    <a:pt x="924483" y="1929231"/>
                  </a:lnTo>
                  <a:lnTo>
                    <a:pt x="898436" y="1926666"/>
                  </a:lnTo>
                  <a:lnTo>
                    <a:pt x="899845" y="1922703"/>
                  </a:lnTo>
                  <a:lnTo>
                    <a:pt x="888580" y="1916480"/>
                  </a:lnTo>
                  <a:lnTo>
                    <a:pt x="902017" y="1916582"/>
                  </a:lnTo>
                  <a:lnTo>
                    <a:pt x="903363" y="1912810"/>
                  </a:lnTo>
                  <a:lnTo>
                    <a:pt x="916673" y="1913293"/>
                  </a:lnTo>
                  <a:lnTo>
                    <a:pt x="922540" y="1896770"/>
                  </a:lnTo>
                  <a:lnTo>
                    <a:pt x="937221" y="1893354"/>
                  </a:lnTo>
                  <a:lnTo>
                    <a:pt x="939952" y="1885683"/>
                  </a:lnTo>
                  <a:lnTo>
                    <a:pt x="925017" y="1851850"/>
                  </a:lnTo>
                  <a:lnTo>
                    <a:pt x="917651" y="1834667"/>
                  </a:lnTo>
                  <a:lnTo>
                    <a:pt x="910272" y="1817471"/>
                  </a:lnTo>
                  <a:lnTo>
                    <a:pt x="895934" y="1781962"/>
                  </a:lnTo>
                  <a:lnTo>
                    <a:pt x="882192" y="1744789"/>
                  </a:lnTo>
                  <a:lnTo>
                    <a:pt x="866013" y="1790319"/>
                  </a:lnTo>
                  <a:lnTo>
                    <a:pt x="856678" y="1778647"/>
                  </a:lnTo>
                  <a:lnTo>
                    <a:pt x="859320" y="1771218"/>
                  </a:lnTo>
                  <a:lnTo>
                    <a:pt x="849985" y="1759546"/>
                  </a:lnTo>
                  <a:lnTo>
                    <a:pt x="852627" y="1752130"/>
                  </a:lnTo>
                  <a:lnTo>
                    <a:pt x="843851" y="1738909"/>
                  </a:lnTo>
                  <a:lnTo>
                    <a:pt x="850747" y="1719478"/>
                  </a:lnTo>
                  <a:lnTo>
                    <a:pt x="842759" y="1704035"/>
                  </a:lnTo>
                  <a:lnTo>
                    <a:pt x="838822" y="1715109"/>
                  </a:lnTo>
                  <a:lnTo>
                    <a:pt x="828154" y="1707210"/>
                  </a:lnTo>
                  <a:lnTo>
                    <a:pt x="827608" y="1708746"/>
                  </a:lnTo>
                  <a:lnTo>
                    <a:pt x="813904" y="1709381"/>
                  </a:lnTo>
                  <a:lnTo>
                    <a:pt x="831469" y="1697863"/>
                  </a:lnTo>
                  <a:lnTo>
                    <a:pt x="849071" y="1648320"/>
                  </a:lnTo>
                  <a:lnTo>
                    <a:pt x="832497" y="1657057"/>
                  </a:lnTo>
                  <a:lnTo>
                    <a:pt x="820229" y="1691576"/>
                  </a:lnTo>
                  <a:lnTo>
                    <a:pt x="808266" y="1687322"/>
                  </a:lnTo>
                  <a:lnTo>
                    <a:pt x="826541" y="1635874"/>
                  </a:lnTo>
                  <a:lnTo>
                    <a:pt x="838517" y="1640116"/>
                  </a:lnTo>
                  <a:lnTo>
                    <a:pt x="832573" y="1618881"/>
                  </a:lnTo>
                  <a:lnTo>
                    <a:pt x="826643" y="1597647"/>
                  </a:lnTo>
                  <a:lnTo>
                    <a:pt x="814374" y="1556308"/>
                  </a:lnTo>
                  <a:lnTo>
                    <a:pt x="804697" y="1539532"/>
                  </a:lnTo>
                  <a:lnTo>
                    <a:pt x="804697" y="1583524"/>
                  </a:lnTo>
                  <a:lnTo>
                    <a:pt x="796975" y="1605292"/>
                  </a:lnTo>
                  <a:lnTo>
                    <a:pt x="785012" y="1601038"/>
                  </a:lnTo>
                  <a:lnTo>
                    <a:pt x="786409" y="1597075"/>
                  </a:lnTo>
                  <a:lnTo>
                    <a:pt x="776693" y="1586484"/>
                  </a:lnTo>
                  <a:lnTo>
                    <a:pt x="779284" y="1579219"/>
                  </a:lnTo>
                  <a:lnTo>
                    <a:pt x="770293" y="1566583"/>
                  </a:lnTo>
                  <a:lnTo>
                    <a:pt x="773734" y="1556905"/>
                  </a:lnTo>
                  <a:lnTo>
                    <a:pt x="783234" y="1568081"/>
                  </a:lnTo>
                  <a:lnTo>
                    <a:pt x="794105" y="1575435"/>
                  </a:lnTo>
                  <a:lnTo>
                    <a:pt x="804697" y="1583524"/>
                  </a:lnTo>
                  <a:lnTo>
                    <a:pt x="804697" y="1539532"/>
                  </a:lnTo>
                  <a:lnTo>
                    <a:pt x="789355" y="1512925"/>
                  </a:lnTo>
                  <a:lnTo>
                    <a:pt x="775106" y="1477149"/>
                  </a:lnTo>
                  <a:lnTo>
                    <a:pt x="761009" y="1478902"/>
                  </a:lnTo>
                  <a:lnTo>
                    <a:pt x="758748" y="1485265"/>
                  </a:lnTo>
                  <a:lnTo>
                    <a:pt x="744258" y="1488135"/>
                  </a:lnTo>
                  <a:lnTo>
                    <a:pt x="741337" y="1496352"/>
                  </a:lnTo>
                  <a:lnTo>
                    <a:pt x="733018" y="1481810"/>
                  </a:lnTo>
                  <a:lnTo>
                    <a:pt x="742022" y="1456474"/>
                  </a:lnTo>
                  <a:lnTo>
                    <a:pt x="758024" y="1449374"/>
                  </a:lnTo>
                  <a:lnTo>
                    <a:pt x="748969" y="1436928"/>
                  </a:lnTo>
                  <a:lnTo>
                    <a:pt x="751217" y="1430591"/>
                  </a:lnTo>
                  <a:lnTo>
                    <a:pt x="741311" y="1420558"/>
                  </a:lnTo>
                  <a:lnTo>
                    <a:pt x="746937" y="1404721"/>
                  </a:lnTo>
                  <a:lnTo>
                    <a:pt x="714197" y="1383068"/>
                  </a:lnTo>
                  <a:lnTo>
                    <a:pt x="703287" y="1375841"/>
                  </a:lnTo>
                  <a:lnTo>
                    <a:pt x="712419" y="1350111"/>
                  </a:lnTo>
                  <a:lnTo>
                    <a:pt x="699046" y="1349819"/>
                  </a:lnTo>
                  <a:lnTo>
                    <a:pt x="704672" y="1333982"/>
                  </a:lnTo>
                  <a:lnTo>
                    <a:pt x="691299" y="1333690"/>
                  </a:lnTo>
                  <a:lnTo>
                    <a:pt x="704659" y="1296085"/>
                  </a:lnTo>
                  <a:lnTo>
                    <a:pt x="691108" y="1296314"/>
                  </a:lnTo>
                  <a:lnTo>
                    <a:pt x="687654" y="1306029"/>
                  </a:lnTo>
                  <a:lnTo>
                    <a:pt x="673696" y="1307376"/>
                  </a:lnTo>
                  <a:lnTo>
                    <a:pt x="683018" y="1281150"/>
                  </a:lnTo>
                  <a:lnTo>
                    <a:pt x="675182" y="1265262"/>
                  </a:lnTo>
                  <a:lnTo>
                    <a:pt x="676579" y="1261313"/>
                  </a:lnTo>
                  <a:lnTo>
                    <a:pt x="662698" y="1262468"/>
                  </a:lnTo>
                  <a:lnTo>
                    <a:pt x="648347" y="1264932"/>
                  </a:lnTo>
                  <a:lnTo>
                    <a:pt x="651675" y="1255560"/>
                  </a:lnTo>
                  <a:lnTo>
                    <a:pt x="666381" y="1252105"/>
                  </a:lnTo>
                  <a:lnTo>
                    <a:pt x="670864" y="1239494"/>
                  </a:lnTo>
                  <a:lnTo>
                    <a:pt x="663117" y="1223365"/>
                  </a:lnTo>
                  <a:lnTo>
                    <a:pt x="655358" y="1207236"/>
                  </a:lnTo>
                  <a:lnTo>
                    <a:pt x="645401" y="1197356"/>
                  </a:lnTo>
                  <a:lnTo>
                    <a:pt x="637159" y="1182585"/>
                  </a:lnTo>
                  <a:lnTo>
                    <a:pt x="643928" y="1163548"/>
                  </a:lnTo>
                  <a:lnTo>
                    <a:pt x="622490" y="1148016"/>
                  </a:lnTo>
                  <a:lnTo>
                    <a:pt x="604215" y="1123581"/>
                  </a:lnTo>
                  <a:lnTo>
                    <a:pt x="587387" y="1095070"/>
                  </a:lnTo>
                  <a:lnTo>
                    <a:pt x="583526" y="1068031"/>
                  </a:lnTo>
                  <a:lnTo>
                    <a:pt x="575906" y="1051534"/>
                  </a:lnTo>
                  <a:lnTo>
                    <a:pt x="565912" y="1041704"/>
                  </a:lnTo>
                  <a:lnTo>
                    <a:pt x="554342" y="1036345"/>
                  </a:lnTo>
                  <a:lnTo>
                    <a:pt x="541985" y="1033208"/>
                  </a:lnTo>
                  <a:lnTo>
                    <a:pt x="529551" y="1030249"/>
                  </a:lnTo>
                  <a:lnTo>
                    <a:pt x="518579" y="1023213"/>
                  </a:lnTo>
                  <a:lnTo>
                    <a:pt x="509447" y="1010983"/>
                  </a:lnTo>
                  <a:lnTo>
                    <a:pt x="502551" y="992454"/>
                  </a:lnTo>
                  <a:lnTo>
                    <a:pt x="503250" y="990485"/>
                  </a:lnTo>
                  <a:lnTo>
                    <a:pt x="515226" y="994714"/>
                  </a:lnTo>
                  <a:lnTo>
                    <a:pt x="516636" y="990765"/>
                  </a:lnTo>
                  <a:lnTo>
                    <a:pt x="505498" y="984161"/>
                  </a:lnTo>
                  <a:lnTo>
                    <a:pt x="494106" y="978306"/>
                  </a:lnTo>
                  <a:lnTo>
                    <a:pt x="494677" y="976693"/>
                  </a:lnTo>
                  <a:lnTo>
                    <a:pt x="483539" y="970089"/>
                  </a:lnTo>
                  <a:lnTo>
                    <a:pt x="462813" y="952550"/>
                  </a:lnTo>
                  <a:lnTo>
                    <a:pt x="428282" y="935964"/>
                  </a:lnTo>
                  <a:lnTo>
                    <a:pt x="404126" y="928077"/>
                  </a:lnTo>
                  <a:lnTo>
                    <a:pt x="378650" y="923912"/>
                  </a:lnTo>
                  <a:lnTo>
                    <a:pt x="352907" y="920470"/>
                  </a:lnTo>
                  <a:lnTo>
                    <a:pt x="300913" y="915098"/>
                  </a:lnTo>
                  <a:lnTo>
                    <a:pt x="275170" y="911669"/>
                  </a:lnTo>
                  <a:lnTo>
                    <a:pt x="236753" y="905992"/>
                  </a:lnTo>
                  <a:lnTo>
                    <a:pt x="210502" y="904011"/>
                  </a:lnTo>
                  <a:lnTo>
                    <a:pt x="172415" y="897407"/>
                  </a:lnTo>
                  <a:lnTo>
                    <a:pt x="146367" y="894880"/>
                  </a:lnTo>
                  <a:lnTo>
                    <a:pt x="133159" y="894118"/>
                  </a:lnTo>
                  <a:lnTo>
                    <a:pt x="119354" y="895032"/>
                  </a:lnTo>
                  <a:lnTo>
                    <a:pt x="104622" y="898550"/>
                  </a:lnTo>
                  <a:lnTo>
                    <a:pt x="88646" y="905586"/>
                  </a:lnTo>
                  <a:lnTo>
                    <a:pt x="46456" y="1024343"/>
                  </a:lnTo>
                  <a:lnTo>
                    <a:pt x="40360" y="1079436"/>
                  </a:lnTo>
                  <a:lnTo>
                    <a:pt x="22428" y="1129893"/>
                  </a:lnTo>
                  <a:lnTo>
                    <a:pt x="5016" y="1292720"/>
                  </a:lnTo>
                  <a:lnTo>
                    <a:pt x="12534" y="1347431"/>
                  </a:lnTo>
                  <a:lnTo>
                    <a:pt x="0" y="1496504"/>
                  </a:lnTo>
                  <a:lnTo>
                    <a:pt x="7874" y="1550225"/>
                  </a:lnTo>
                  <a:lnTo>
                    <a:pt x="3708" y="1599869"/>
                  </a:lnTo>
                  <a:lnTo>
                    <a:pt x="12585" y="1650758"/>
                  </a:lnTo>
                  <a:lnTo>
                    <a:pt x="6299" y="1744319"/>
                  </a:lnTo>
                  <a:lnTo>
                    <a:pt x="15125" y="1795348"/>
                  </a:lnTo>
                  <a:lnTo>
                    <a:pt x="8966" y="1888566"/>
                  </a:lnTo>
                  <a:lnTo>
                    <a:pt x="17970" y="1939099"/>
                  </a:lnTo>
                  <a:lnTo>
                    <a:pt x="15100" y="1985098"/>
                  </a:lnTo>
                  <a:lnTo>
                    <a:pt x="24041" y="2035822"/>
                  </a:lnTo>
                  <a:lnTo>
                    <a:pt x="21069" y="2082126"/>
                  </a:lnTo>
                  <a:lnTo>
                    <a:pt x="30111" y="2132546"/>
                  </a:lnTo>
                  <a:lnTo>
                    <a:pt x="27216" y="2178596"/>
                  </a:lnTo>
                  <a:lnTo>
                    <a:pt x="45478" y="2278951"/>
                  </a:lnTo>
                  <a:lnTo>
                    <a:pt x="42672" y="2324798"/>
                  </a:lnTo>
                  <a:lnTo>
                    <a:pt x="51828" y="2374862"/>
                  </a:lnTo>
                  <a:lnTo>
                    <a:pt x="89230" y="2648966"/>
                  </a:lnTo>
                  <a:lnTo>
                    <a:pt x="100291" y="2693708"/>
                  </a:lnTo>
                  <a:lnTo>
                    <a:pt x="99110" y="2734945"/>
                  </a:lnTo>
                  <a:lnTo>
                    <a:pt x="109905" y="2780436"/>
                  </a:lnTo>
                  <a:lnTo>
                    <a:pt x="120967" y="2825191"/>
                  </a:lnTo>
                  <a:lnTo>
                    <a:pt x="177838" y="3120313"/>
                  </a:lnTo>
                  <a:lnTo>
                    <a:pt x="187502" y="3131058"/>
                  </a:lnTo>
                  <a:lnTo>
                    <a:pt x="605142" y="3131553"/>
                  </a:lnTo>
                  <a:lnTo>
                    <a:pt x="596519" y="3117862"/>
                  </a:lnTo>
                  <a:lnTo>
                    <a:pt x="601802" y="3103016"/>
                  </a:lnTo>
                  <a:lnTo>
                    <a:pt x="594461" y="3085744"/>
                  </a:lnTo>
                  <a:lnTo>
                    <a:pt x="586917" y="3069031"/>
                  </a:lnTo>
                  <a:lnTo>
                    <a:pt x="591210" y="3056940"/>
                  </a:lnTo>
                  <a:lnTo>
                    <a:pt x="583476" y="3040786"/>
                  </a:lnTo>
                  <a:lnTo>
                    <a:pt x="562229" y="3100590"/>
                  </a:lnTo>
                  <a:lnTo>
                    <a:pt x="577850" y="3094532"/>
                  </a:lnTo>
                  <a:lnTo>
                    <a:pt x="576453" y="3098469"/>
                  </a:lnTo>
                  <a:lnTo>
                    <a:pt x="587006" y="3106686"/>
                  </a:lnTo>
                  <a:lnTo>
                    <a:pt x="578485" y="3130689"/>
                  </a:lnTo>
                  <a:lnTo>
                    <a:pt x="565619" y="3128988"/>
                  </a:lnTo>
                  <a:lnTo>
                    <a:pt x="555409" y="3119767"/>
                  </a:lnTo>
                  <a:lnTo>
                    <a:pt x="583476" y="3040786"/>
                  </a:lnTo>
                  <a:lnTo>
                    <a:pt x="571677" y="2998139"/>
                  </a:lnTo>
                  <a:lnTo>
                    <a:pt x="560031" y="2917101"/>
                  </a:lnTo>
                  <a:lnTo>
                    <a:pt x="548220" y="2874454"/>
                  </a:lnTo>
                  <a:lnTo>
                    <a:pt x="547344" y="2838996"/>
                  </a:lnTo>
                  <a:lnTo>
                    <a:pt x="534568" y="2799105"/>
                  </a:lnTo>
                  <a:lnTo>
                    <a:pt x="533882" y="2763088"/>
                  </a:lnTo>
                  <a:lnTo>
                    <a:pt x="521423" y="2722270"/>
                  </a:lnTo>
                  <a:lnTo>
                    <a:pt x="520534" y="2686837"/>
                  </a:lnTo>
                  <a:lnTo>
                    <a:pt x="506793" y="2611742"/>
                  </a:lnTo>
                  <a:lnTo>
                    <a:pt x="505891" y="2576309"/>
                  </a:lnTo>
                  <a:lnTo>
                    <a:pt x="505421" y="2539708"/>
                  </a:lnTo>
                  <a:lnTo>
                    <a:pt x="492239" y="2463000"/>
                  </a:lnTo>
                  <a:lnTo>
                    <a:pt x="479806" y="2422144"/>
                  </a:lnTo>
                  <a:lnTo>
                    <a:pt x="473100" y="2365146"/>
                  </a:lnTo>
                  <a:lnTo>
                    <a:pt x="478358" y="2312403"/>
                  </a:lnTo>
                  <a:lnTo>
                    <a:pt x="462127" y="2206333"/>
                  </a:lnTo>
                  <a:lnTo>
                    <a:pt x="457022" y="2182787"/>
                  </a:lnTo>
                  <a:lnTo>
                    <a:pt x="458762" y="2139937"/>
                  </a:lnTo>
                  <a:lnTo>
                    <a:pt x="453656" y="2116391"/>
                  </a:lnTo>
                  <a:lnTo>
                    <a:pt x="470217" y="2145639"/>
                  </a:lnTo>
                  <a:lnTo>
                    <a:pt x="474878" y="2170455"/>
                  </a:lnTo>
                  <a:lnTo>
                    <a:pt x="491642" y="2199157"/>
                  </a:lnTo>
                  <a:lnTo>
                    <a:pt x="496633" y="2223046"/>
                  </a:lnTo>
                  <a:lnTo>
                    <a:pt x="500583" y="2249843"/>
                  </a:lnTo>
                  <a:lnTo>
                    <a:pt x="516445" y="2281072"/>
                  </a:lnTo>
                  <a:lnTo>
                    <a:pt x="532434" y="2311946"/>
                  </a:lnTo>
                  <a:lnTo>
                    <a:pt x="536790" y="2337625"/>
                  </a:lnTo>
                  <a:lnTo>
                    <a:pt x="560959" y="2383409"/>
                  </a:lnTo>
                  <a:lnTo>
                    <a:pt x="585254" y="2428811"/>
                  </a:lnTo>
                  <a:lnTo>
                    <a:pt x="597687" y="2469680"/>
                  </a:lnTo>
                  <a:lnTo>
                    <a:pt x="646658" y="2559456"/>
                  </a:lnTo>
                  <a:lnTo>
                    <a:pt x="674573" y="2632621"/>
                  </a:lnTo>
                  <a:lnTo>
                    <a:pt x="700671" y="2672994"/>
                  </a:lnTo>
                  <a:lnTo>
                    <a:pt x="714984" y="2708554"/>
                  </a:lnTo>
                  <a:lnTo>
                    <a:pt x="740994" y="2749181"/>
                  </a:lnTo>
                  <a:lnTo>
                    <a:pt x="767194" y="2789237"/>
                  </a:lnTo>
                  <a:lnTo>
                    <a:pt x="819912" y="2868434"/>
                  </a:lnTo>
                  <a:lnTo>
                    <a:pt x="839114" y="2890266"/>
                  </a:lnTo>
                  <a:lnTo>
                    <a:pt x="846416" y="2907665"/>
                  </a:lnTo>
                  <a:lnTo>
                    <a:pt x="853846" y="2924695"/>
                  </a:lnTo>
                  <a:lnTo>
                    <a:pt x="873442" y="2945409"/>
                  </a:lnTo>
                  <a:lnTo>
                    <a:pt x="890231" y="2974009"/>
                  </a:lnTo>
                  <a:lnTo>
                    <a:pt x="919378" y="3005759"/>
                  </a:lnTo>
                  <a:lnTo>
                    <a:pt x="936840" y="3032506"/>
                  </a:lnTo>
                  <a:lnTo>
                    <a:pt x="966381" y="3063138"/>
                  </a:lnTo>
                  <a:lnTo>
                    <a:pt x="986675" y="3081909"/>
                  </a:lnTo>
                  <a:lnTo>
                    <a:pt x="1007224" y="3099943"/>
                  </a:lnTo>
                  <a:lnTo>
                    <a:pt x="1016330" y="3112236"/>
                  </a:lnTo>
                  <a:lnTo>
                    <a:pt x="1038199" y="3126549"/>
                  </a:lnTo>
                  <a:lnTo>
                    <a:pt x="1049934" y="3131477"/>
                  </a:lnTo>
                  <a:lnTo>
                    <a:pt x="1306131" y="3131121"/>
                  </a:lnTo>
                  <a:lnTo>
                    <a:pt x="1335405" y="3124593"/>
                  </a:lnTo>
                  <a:lnTo>
                    <a:pt x="1382407" y="3106102"/>
                  </a:lnTo>
                  <a:lnTo>
                    <a:pt x="1429537" y="3087255"/>
                  </a:lnTo>
                  <a:lnTo>
                    <a:pt x="1441831" y="3090608"/>
                  </a:lnTo>
                  <a:lnTo>
                    <a:pt x="1453908" y="3094520"/>
                  </a:lnTo>
                  <a:lnTo>
                    <a:pt x="1466138" y="3098063"/>
                  </a:lnTo>
                  <a:lnTo>
                    <a:pt x="1466850" y="3096056"/>
                  </a:lnTo>
                  <a:lnTo>
                    <a:pt x="1480642" y="3095167"/>
                  </a:lnTo>
                  <a:lnTo>
                    <a:pt x="1494828" y="3093174"/>
                  </a:lnTo>
                  <a:lnTo>
                    <a:pt x="1497304" y="3086189"/>
                  </a:lnTo>
                  <a:lnTo>
                    <a:pt x="1511884" y="3083077"/>
                  </a:lnTo>
                  <a:lnTo>
                    <a:pt x="1543431" y="3070174"/>
                  </a:lnTo>
                  <a:lnTo>
                    <a:pt x="1595069" y="3038652"/>
                  </a:lnTo>
                  <a:lnTo>
                    <a:pt x="1626603" y="3025749"/>
                  </a:lnTo>
                  <a:lnTo>
                    <a:pt x="1646897" y="3006560"/>
                  </a:lnTo>
                  <a:lnTo>
                    <a:pt x="1679549" y="2990507"/>
                  </a:lnTo>
                  <a:lnTo>
                    <a:pt x="1701571" y="2966491"/>
                  </a:lnTo>
                  <a:lnTo>
                    <a:pt x="1725815" y="2936163"/>
                  </a:lnTo>
                  <a:lnTo>
                    <a:pt x="1721231" y="2911132"/>
                  </a:lnTo>
                  <a:lnTo>
                    <a:pt x="1768106" y="2779204"/>
                  </a:lnTo>
                  <a:lnTo>
                    <a:pt x="1763763" y="2753487"/>
                  </a:lnTo>
                  <a:lnTo>
                    <a:pt x="1773605" y="2725788"/>
                  </a:lnTo>
                  <a:lnTo>
                    <a:pt x="1786978" y="2726067"/>
                  </a:lnTo>
                  <a:lnTo>
                    <a:pt x="1788388" y="2722118"/>
                  </a:lnTo>
                  <a:lnTo>
                    <a:pt x="1777733" y="2714180"/>
                  </a:lnTo>
                  <a:lnTo>
                    <a:pt x="1768589" y="2701988"/>
                  </a:lnTo>
                  <a:lnTo>
                    <a:pt x="1784845" y="2656205"/>
                  </a:lnTo>
                  <a:lnTo>
                    <a:pt x="1781441" y="2627871"/>
                  </a:lnTo>
                  <a:lnTo>
                    <a:pt x="1772145" y="2540241"/>
                  </a:lnTo>
                  <a:lnTo>
                    <a:pt x="1776793" y="2527122"/>
                  </a:lnTo>
                  <a:lnTo>
                    <a:pt x="1791322" y="2524175"/>
                  </a:lnTo>
                  <a:lnTo>
                    <a:pt x="1791843" y="2522715"/>
                  </a:lnTo>
                  <a:lnTo>
                    <a:pt x="1799590" y="2538844"/>
                  </a:lnTo>
                  <a:lnTo>
                    <a:pt x="1800999" y="2534894"/>
                  </a:lnTo>
                  <a:lnTo>
                    <a:pt x="1801685" y="2495004"/>
                  </a:lnTo>
                  <a:lnTo>
                    <a:pt x="1793951" y="2516784"/>
                  </a:lnTo>
                  <a:lnTo>
                    <a:pt x="1788947" y="2492921"/>
                  </a:lnTo>
                  <a:lnTo>
                    <a:pt x="1791182" y="2448712"/>
                  </a:lnTo>
                  <a:lnTo>
                    <a:pt x="1786178" y="2424861"/>
                  </a:lnTo>
                  <a:lnTo>
                    <a:pt x="1787588" y="2420899"/>
                  </a:lnTo>
                  <a:lnTo>
                    <a:pt x="1796745" y="2433066"/>
                  </a:lnTo>
                  <a:lnTo>
                    <a:pt x="1795335" y="2437028"/>
                  </a:lnTo>
                  <a:lnTo>
                    <a:pt x="1801609" y="2457297"/>
                  </a:lnTo>
                  <a:lnTo>
                    <a:pt x="1802409" y="2490914"/>
                  </a:lnTo>
                  <a:lnTo>
                    <a:pt x="1815033" y="2419502"/>
                  </a:lnTo>
                  <a:lnTo>
                    <a:pt x="1815731" y="2379624"/>
                  </a:lnTo>
                  <a:lnTo>
                    <a:pt x="1803755" y="2375370"/>
                  </a:lnTo>
                  <a:lnTo>
                    <a:pt x="1798828" y="2389225"/>
                  </a:lnTo>
                  <a:lnTo>
                    <a:pt x="1784235" y="2354440"/>
                  </a:lnTo>
                  <a:lnTo>
                    <a:pt x="1770837" y="2316315"/>
                  </a:lnTo>
                  <a:lnTo>
                    <a:pt x="1785429" y="2275243"/>
                  </a:lnTo>
                  <a:lnTo>
                    <a:pt x="1796694" y="2281466"/>
                  </a:lnTo>
                  <a:lnTo>
                    <a:pt x="1805838" y="2293632"/>
                  </a:lnTo>
                  <a:lnTo>
                    <a:pt x="1803996" y="2260904"/>
                  </a:lnTo>
                  <a:lnTo>
                    <a:pt x="1813128" y="2235200"/>
                  </a:lnTo>
                  <a:lnTo>
                    <a:pt x="1800110" y="2215654"/>
                  </a:lnTo>
                  <a:lnTo>
                    <a:pt x="1800110" y="2233917"/>
                  </a:lnTo>
                  <a:lnTo>
                    <a:pt x="1791055" y="2259406"/>
                  </a:lnTo>
                  <a:lnTo>
                    <a:pt x="1778381" y="2257133"/>
                  </a:lnTo>
                  <a:lnTo>
                    <a:pt x="1792617" y="2217051"/>
                  </a:lnTo>
                  <a:lnTo>
                    <a:pt x="1800110" y="2233917"/>
                  </a:lnTo>
                  <a:lnTo>
                    <a:pt x="1800110" y="2215654"/>
                  </a:lnTo>
                  <a:lnTo>
                    <a:pt x="1795551" y="2208796"/>
                  </a:lnTo>
                  <a:lnTo>
                    <a:pt x="1786864" y="2203462"/>
                  </a:lnTo>
                  <a:lnTo>
                    <a:pt x="1786864" y="2211108"/>
                  </a:lnTo>
                  <a:lnTo>
                    <a:pt x="1781886" y="2209330"/>
                  </a:lnTo>
                  <a:lnTo>
                    <a:pt x="1780476" y="2213292"/>
                  </a:lnTo>
                  <a:lnTo>
                    <a:pt x="1769211" y="2207056"/>
                  </a:lnTo>
                  <a:lnTo>
                    <a:pt x="1771319" y="2201126"/>
                  </a:lnTo>
                  <a:lnTo>
                    <a:pt x="1782762" y="2206853"/>
                  </a:lnTo>
                  <a:lnTo>
                    <a:pt x="1786864" y="2211108"/>
                  </a:lnTo>
                  <a:lnTo>
                    <a:pt x="1786864" y="2203462"/>
                  </a:lnTo>
                  <a:lnTo>
                    <a:pt x="1773428" y="2195195"/>
                  </a:lnTo>
                  <a:lnTo>
                    <a:pt x="1785099" y="2162340"/>
                  </a:lnTo>
                  <a:lnTo>
                    <a:pt x="1776933" y="2147392"/>
                  </a:lnTo>
                  <a:lnTo>
                    <a:pt x="1779752" y="2139467"/>
                  </a:lnTo>
                  <a:lnTo>
                    <a:pt x="1767776" y="2135225"/>
                  </a:lnTo>
                  <a:lnTo>
                    <a:pt x="1770926" y="2126373"/>
                  </a:lnTo>
                  <a:lnTo>
                    <a:pt x="1761972" y="2113648"/>
                  </a:lnTo>
                  <a:lnTo>
                    <a:pt x="1764715" y="2105914"/>
                  </a:lnTo>
                  <a:lnTo>
                    <a:pt x="1755101" y="2095042"/>
                  </a:lnTo>
                  <a:lnTo>
                    <a:pt x="1769884" y="2091385"/>
                  </a:lnTo>
                  <a:lnTo>
                    <a:pt x="1776031" y="2074062"/>
                  </a:lnTo>
                  <a:lnTo>
                    <a:pt x="1789099" y="2075218"/>
                  </a:lnTo>
                  <a:lnTo>
                    <a:pt x="1791538" y="2068360"/>
                  </a:lnTo>
                  <a:lnTo>
                    <a:pt x="1782356" y="2056257"/>
                  </a:lnTo>
                  <a:lnTo>
                    <a:pt x="1773453" y="2043404"/>
                  </a:lnTo>
                  <a:lnTo>
                    <a:pt x="1764931" y="2029434"/>
                  </a:lnTo>
                  <a:lnTo>
                    <a:pt x="1768208" y="2020227"/>
                  </a:lnTo>
                  <a:lnTo>
                    <a:pt x="1786978" y="2005304"/>
                  </a:lnTo>
                  <a:lnTo>
                    <a:pt x="1794484" y="1984209"/>
                  </a:lnTo>
                  <a:lnTo>
                    <a:pt x="1784705" y="1973783"/>
                  </a:lnTo>
                  <a:lnTo>
                    <a:pt x="1788845" y="1962150"/>
                  </a:lnTo>
                  <a:lnTo>
                    <a:pt x="1778279" y="1953933"/>
                  </a:lnTo>
                  <a:lnTo>
                    <a:pt x="1768284" y="1944116"/>
                  </a:lnTo>
                  <a:lnTo>
                    <a:pt x="1809978" y="1826768"/>
                  </a:lnTo>
                  <a:lnTo>
                    <a:pt x="1788820" y="1886343"/>
                  </a:lnTo>
                  <a:lnTo>
                    <a:pt x="1798472" y="1897087"/>
                  </a:lnTo>
                  <a:lnTo>
                    <a:pt x="1816252" y="1847049"/>
                  </a:lnTo>
                  <a:lnTo>
                    <a:pt x="1812201" y="1820545"/>
                  </a:lnTo>
                  <a:lnTo>
                    <a:pt x="1820113" y="1798269"/>
                  </a:lnTo>
                  <a:lnTo>
                    <a:pt x="1816049" y="1771751"/>
                  </a:lnTo>
                  <a:lnTo>
                    <a:pt x="1811997" y="1745234"/>
                  </a:lnTo>
                  <a:lnTo>
                    <a:pt x="1800098" y="1778723"/>
                  </a:lnTo>
                  <a:lnTo>
                    <a:pt x="1804276" y="1804898"/>
                  </a:lnTo>
                  <a:lnTo>
                    <a:pt x="1793709" y="1796694"/>
                  </a:lnTo>
                  <a:lnTo>
                    <a:pt x="1794421" y="1794713"/>
                  </a:lnTo>
                  <a:lnTo>
                    <a:pt x="1784553" y="1784527"/>
                  </a:lnTo>
                  <a:lnTo>
                    <a:pt x="1790014" y="1769186"/>
                  </a:lnTo>
                  <a:lnTo>
                    <a:pt x="1781098" y="1756333"/>
                  </a:lnTo>
                  <a:lnTo>
                    <a:pt x="1802955" y="1694802"/>
                  </a:lnTo>
                  <a:lnTo>
                    <a:pt x="1813204" y="1703870"/>
                  </a:lnTo>
                  <a:lnTo>
                    <a:pt x="1811769" y="1707946"/>
                  </a:lnTo>
                  <a:lnTo>
                    <a:pt x="1822538" y="1715541"/>
                  </a:lnTo>
                  <a:lnTo>
                    <a:pt x="1819529" y="1686102"/>
                  </a:lnTo>
                  <a:lnTo>
                    <a:pt x="1828419" y="1661058"/>
                  </a:lnTo>
                  <a:lnTo>
                    <a:pt x="1825205" y="1632191"/>
                  </a:lnTo>
                  <a:lnTo>
                    <a:pt x="1836420" y="1600619"/>
                  </a:lnTo>
                  <a:lnTo>
                    <a:pt x="1827161" y="1588731"/>
                  </a:lnTo>
                  <a:lnTo>
                    <a:pt x="1835416" y="1565503"/>
                  </a:lnTo>
                  <a:lnTo>
                    <a:pt x="1826272" y="1553298"/>
                  </a:lnTo>
                  <a:lnTo>
                    <a:pt x="1830933" y="1540192"/>
                  </a:lnTo>
                  <a:lnTo>
                    <a:pt x="1818259" y="1537919"/>
                  </a:lnTo>
                  <a:lnTo>
                    <a:pt x="1816849" y="1541881"/>
                  </a:lnTo>
                  <a:lnTo>
                    <a:pt x="1809330" y="1525130"/>
                  </a:lnTo>
                  <a:lnTo>
                    <a:pt x="1812975" y="1514868"/>
                  </a:lnTo>
                  <a:lnTo>
                    <a:pt x="1827530" y="1511820"/>
                  </a:lnTo>
                  <a:lnTo>
                    <a:pt x="1850605" y="1446872"/>
                  </a:lnTo>
                  <a:lnTo>
                    <a:pt x="2111705" y="711974"/>
                  </a:lnTo>
                  <a:lnTo>
                    <a:pt x="2099525" y="708317"/>
                  </a:lnTo>
                  <a:lnTo>
                    <a:pt x="2112911" y="708596"/>
                  </a:lnTo>
                  <a:lnTo>
                    <a:pt x="2123452" y="678903"/>
                  </a:lnTo>
                  <a:close/>
                </a:path>
                <a:path w="2690494" h="3131820">
                  <a:moveTo>
                    <a:pt x="2198154" y="961796"/>
                  </a:moveTo>
                  <a:lnTo>
                    <a:pt x="2196490" y="960501"/>
                  </a:lnTo>
                  <a:lnTo>
                    <a:pt x="2197633" y="963282"/>
                  </a:lnTo>
                  <a:lnTo>
                    <a:pt x="2198154" y="961796"/>
                  </a:lnTo>
                  <a:close/>
                </a:path>
                <a:path w="2690494" h="3131820">
                  <a:moveTo>
                    <a:pt x="2206333" y="955789"/>
                  </a:moveTo>
                  <a:lnTo>
                    <a:pt x="2205063" y="953109"/>
                  </a:lnTo>
                  <a:lnTo>
                    <a:pt x="2203081" y="952398"/>
                  </a:lnTo>
                  <a:lnTo>
                    <a:pt x="2204351" y="955090"/>
                  </a:lnTo>
                  <a:lnTo>
                    <a:pt x="2206333" y="955789"/>
                  </a:lnTo>
                  <a:close/>
                </a:path>
                <a:path w="2690494" h="3131820">
                  <a:moveTo>
                    <a:pt x="2690418" y="1776488"/>
                  </a:moveTo>
                  <a:lnTo>
                    <a:pt x="2688717" y="453567"/>
                  </a:lnTo>
                  <a:lnTo>
                    <a:pt x="2688120" y="0"/>
                  </a:lnTo>
                  <a:lnTo>
                    <a:pt x="2687015" y="3098"/>
                  </a:lnTo>
                  <a:lnTo>
                    <a:pt x="2674353" y="825"/>
                  </a:lnTo>
                  <a:lnTo>
                    <a:pt x="2670835" y="10718"/>
                  </a:lnTo>
                  <a:lnTo>
                    <a:pt x="2636723" y="68808"/>
                  </a:lnTo>
                  <a:lnTo>
                    <a:pt x="2602039" y="166446"/>
                  </a:lnTo>
                  <a:lnTo>
                    <a:pt x="2601417" y="244043"/>
                  </a:lnTo>
                  <a:lnTo>
                    <a:pt x="2589276" y="278218"/>
                  </a:lnTo>
                  <a:lnTo>
                    <a:pt x="2566124" y="495122"/>
                  </a:lnTo>
                  <a:lnTo>
                    <a:pt x="2550706" y="538518"/>
                  </a:lnTo>
                  <a:lnTo>
                    <a:pt x="2547061" y="586714"/>
                  </a:lnTo>
                  <a:lnTo>
                    <a:pt x="2515501" y="675538"/>
                  </a:lnTo>
                  <a:lnTo>
                    <a:pt x="2505164" y="780516"/>
                  </a:lnTo>
                  <a:lnTo>
                    <a:pt x="2483015" y="880795"/>
                  </a:lnTo>
                  <a:lnTo>
                    <a:pt x="2465921" y="928916"/>
                  </a:lnTo>
                  <a:lnTo>
                    <a:pt x="2460701" y="981519"/>
                  </a:lnTo>
                  <a:lnTo>
                    <a:pt x="2432837" y="1059942"/>
                  </a:lnTo>
                  <a:lnTo>
                    <a:pt x="2416416" y="1144117"/>
                  </a:lnTo>
                  <a:lnTo>
                    <a:pt x="2387612" y="1301064"/>
                  </a:lnTo>
                  <a:lnTo>
                    <a:pt x="2374239" y="1300772"/>
                  </a:lnTo>
                  <a:lnTo>
                    <a:pt x="2366911" y="1283462"/>
                  </a:lnTo>
                  <a:lnTo>
                    <a:pt x="2347480" y="1262278"/>
                  </a:lnTo>
                  <a:lnTo>
                    <a:pt x="2340013" y="1245349"/>
                  </a:lnTo>
                  <a:lnTo>
                    <a:pt x="2330361" y="1234579"/>
                  </a:lnTo>
                  <a:lnTo>
                    <a:pt x="2320721" y="1223797"/>
                  </a:lnTo>
                  <a:lnTo>
                    <a:pt x="2316988" y="1234287"/>
                  </a:lnTo>
                  <a:lnTo>
                    <a:pt x="2327135" y="1243634"/>
                  </a:lnTo>
                  <a:lnTo>
                    <a:pt x="2323592" y="1253629"/>
                  </a:lnTo>
                  <a:lnTo>
                    <a:pt x="2312898" y="1245819"/>
                  </a:lnTo>
                  <a:lnTo>
                    <a:pt x="2302065" y="1238377"/>
                  </a:lnTo>
                  <a:lnTo>
                    <a:pt x="2291156" y="1231125"/>
                  </a:lnTo>
                  <a:lnTo>
                    <a:pt x="2292654" y="1226921"/>
                  </a:lnTo>
                  <a:lnTo>
                    <a:pt x="2306116" y="1226972"/>
                  </a:lnTo>
                  <a:lnTo>
                    <a:pt x="2307869" y="1222019"/>
                  </a:lnTo>
                  <a:lnTo>
                    <a:pt x="2322118" y="1219835"/>
                  </a:lnTo>
                  <a:lnTo>
                    <a:pt x="2315324" y="1201051"/>
                  </a:lnTo>
                  <a:lnTo>
                    <a:pt x="2306713" y="1187361"/>
                  </a:lnTo>
                  <a:lnTo>
                    <a:pt x="2289479" y="1159967"/>
                  </a:lnTo>
                  <a:lnTo>
                    <a:pt x="2282685" y="1141183"/>
                  </a:lnTo>
                  <a:lnTo>
                    <a:pt x="2267902" y="1144841"/>
                  </a:lnTo>
                  <a:lnTo>
                    <a:pt x="2277643" y="1155369"/>
                  </a:lnTo>
                  <a:lnTo>
                    <a:pt x="2275205" y="1162215"/>
                  </a:lnTo>
                  <a:lnTo>
                    <a:pt x="2284603" y="1173670"/>
                  </a:lnTo>
                  <a:lnTo>
                    <a:pt x="2279878" y="1186992"/>
                  </a:lnTo>
                  <a:lnTo>
                    <a:pt x="2270010" y="1176832"/>
                  </a:lnTo>
                  <a:lnTo>
                    <a:pt x="2272042" y="1171117"/>
                  </a:lnTo>
                  <a:lnTo>
                    <a:pt x="2261984" y="1161516"/>
                  </a:lnTo>
                  <a:lnTo>
                    <a:pt x="2263686" y="1156716"/>
                  </a:lnTo>
                  <a:lnTo>
                    <a:pt x="2253754" y="1146721"/>
                  </a:lnTo>
                  <a:lnTo>
                    <a:pt x="2266391" y="1111148"/>
                  </a:lnTo>
                  <a:lnTo>
                    <a:pt x="2256917" y="1099883"/>
                  </a:lnTo>
                  <a:lnTo>
                    <a:pt x="2258034" y="1096759"/>
                  </a:lnTo>
                  <a:lnTo>
                    <a:pt x="2245550" y="1093952"/>
                  </a:lnTo>
                  <a:lnTo>
                    <a:pt x="2253094" y="1072718"/>
                  </a:lnTo>
                  <a:lnTo>
                    <a:pt x="2243239" y="1062520"/>
                  </a:lnTo>
                  <a:lnTo>
                    <a:pt x="2244648" y="1058570"/>
                  </a:lnTo>
                  <a:lnTo>
                    <a:pt x="2234133" y="1050201"/>
                  </a:lnTo>
                  <a:lnTo>
                    <a:pt x="2235403" y="1046645"/>
                  </a:lnTo>
                  <a:lnTo>
                    <a:pt x="2224570" y="1039202"/>
                  </a:lnTo>
                  <a:lnTo>
                    <a:pt x="2223528" y="1042149"/>
                  </a:lnTo>
                  <a:lnTo>
                    <a:pt x="2211667" y="1037577"/>
                  </a:lnTo>
                  <a:lnTo>
                    <a:pt x="2200186" y="1031976"/>
                  </a:lnTo>
                  <a:lnTo>
                    <a:pt x="2188324" y="1027404"/>
                  </a:lnTo>
                  <a:lnTo>
                    <a:pt x="2191842" y="1017511"/>
                  </a:lnTo>
                  <a:lnTo>
                    <a:pt x="2215781" y="1026020"/>
                  </a:lnTo>
                  <a:lnTo>
                    <a:pt x="2219287" y="1016114"/>
                  </a:lnTo>
                  <a:lnTo>
                    <a:pt x="2204847" y="980897"/>
                  </a:lnTo>
                  <a:lnTo>
                    <a:pt x="2197633" y="963282"/>
                  </a:lnTo>
                  <a:lnTo>
                    <a:pt x="2197455" y="963777"/>
                  </a:lnTo>
                  <a:lnTo>
                    <a:pt x="2184082" y="963485"/>
                  </a:lnTo>
                  <a:lnTo>
                    <a:pt x="2187600" y="953592"/>
                  </a:lnTo>
                  <a:lnTo>
                    <a:pt x="2196490" y="960501"/>
                  </a:lnTo>
                  <a:lnTo>
                    <a:pt x="2190407" y="945667"/>
                  </a:lnTo>
                  <a:lnTo>
                    <a:pt x="2189708" y="947648"/>
                  </a:lnTo>
                  <a:lnTo>
                    <a:pt x="2179853" y="937463"/>
                  </a:lnTo>
                  <a:lnTo>
                    <a:pt x="2191588" y="904430"/>
                  </a:lnTo>
                  <a:lnTo>
                    <a:pt x="2185809" y="882738"/>
                  </a:lnTo>
                  <a:lnTo>
                    <a:pt x="2179510" y="862533"/>
                  </a:lnTo>
                  <a:lnTo>
                    <a:pt x="2173478" y="841578"/>
                  </a:lnTo>
                  <a:lnTo>
                    <a:pt x="2166328" y="823785"/>
                  </a:lnTo>
                  <a:lnTo>
                    <a:pt x="2158517" y="807834"/>
                  </a:lnTo>
                  <a:lnTo>
                    <a:pt x="2150440" y="792632"/>
                  </a:lnTo>
                  <a:lnTo>
                    <a:pt x="2142490" y="777062"/>
                  </a:lnTo>
                  <a:lnTo>
                    <a:pt x="2131225" y="770839"/>
                  </a:lnTo>
                  <a:lnTo>
                    <a:pt x="2146008" y="767168"/>
                  </a:lnTo>
                  <a:lnTo>
                    <a:pt x="2135441" y="758964"/>
                  </a:lnTo>
                  <a:lnTo>
                    <a:pt x="2138705" y="749769"/>
                  </a:lnTo>
                  <a:lnTo>
                    <a:pt x="2130069" y="736155"/>
                  </a:lnTo>
                  <a:lnTo>
                    <a:pt x="2133269" y="727151"/>
                  </a:lnTo>
                  <a:lnTo>
                    <a:pt x="2124164" y="714832"/>
                  </a:lnTo>
                  <a:lnTo>
                    <a:pt x="1859013" y="1461147"/>
                  </a:lnTo>
                  <a:lnTo>
                    <a:pt x="1879650" y="1478927"/>
                  </a:lnTo>
                  <a:lnTo>
                    <a:pt x="1888591" y="1491716"/>
                  </a:lnTo>
                  <a:lnTo>
                    <a:pt x="1897786" y="1503756"/>
                  </a:lnTo>
                  <a:lnTo>
                    <a:pt x="1904492" y="1522818"/>
                  </a:lnTo>
                  <a:lnTo>
                    <a:pt x="1923224" y="1545958"/>
                  </a:lnTo>
                  <a:lnTo>
                    <a:pt x="1942096" y="1568716"/>
                  </a:lnTo>
                  <a:lnTo>
                    <a:pt x="1949196" y="1586661"/>
                  </a:lnTo>
                  <a:lnTo>
                    <a:pt x="1979193" y="1616024"/>
                  </a:lnTo>
                  <a:lnTo>
                    <a:pt x="1997163" y="1641322"/>
                  </a:lnTo>
                  <a:lnTo>
                    <a:pt x="2015261" y="1666252"/>
                  </a:lnTo>
                  <a:lnTo>
                    <a:pt x="2045665" y="1694497"/>
                  </a:lnTo>
                  <a:lnTo>
                    <a:pt x="2065210" y="1715338"/>
                  </a:lnTo>
                  <a:lnTo>
                    <a:pt x="2085352" y="1734515"/>
                  </a:lnTo>
                  <a:lnTo>
                    <a:pt x="2105901" y="1752574"/>
                  </a:lnTo>
                  <a:lnTo>
                    <a:pt x="2138603" y="1774329"/>
                  </a:lnTo>
                  <a:lnTo>
                    <a:pt x="2149335" y="1782051"/>
                  </a:lnTo>
                  <a:lnTo>
                    <a:pt x="2160600" y="1788274"/>
                  </a:lnTo>
                  <a:lnTo>
                    <a:pt x="2183650" y="1799259"/>
                  </a:lnTo>
                  <a:lnTo>
                    <a:pt x="2243493" y="1820519"/>
                  </a:lnTo>
                  <a:lnTo>
                    <a:pt x="2256167" y="1822780"/>
                  </a:lnTo>
                  <a:lnTo>
                    <a:pt x="2280183" y="1831047"/>
                  </a:lnTo>
                  <a:lnTo>
                    <a:pt x="2304732" y="1837817"/>
                  </a:lnTo>
                  <a:lnTo>
                    <a:pt x="2330335" y="1841614"/>
                  </a:lnTo>
                  <a:lnTo>
                    <a:pt x="2345563" y="1836712"/>
                  </a:lnTo>
                  <a:lnTo>
                    <a:pt x="2373071" y="1835137"/>
                  </a:lnTo>
                  <a:lnTo>
                    <a:pt x="2403906" y="1824215"/>
                  </a:lnTo>
                  <a:lnTo>
                    <a:pt x="2431427" y="1822640"/>
                  </a:lnTo>
                  <a:lnTo>
                    <a:pt x="2474823" y="1814296"/>
                  </a:lnTo>
                  <a:lnTo>
                    <a:pt x="2561869" y="1796884"/>
                  </a:lnTo>
                  <a:lnTo>
                    <a:pt x="2605265" y="1788553"/>
                  </a:lnTo>
                  <a:lnTo>
                    <a:pt x="2607373" y="1782610"/>
                  </a:lnTo>
                  <a:lnTo>
                    <a:pt x="2621445" y="1780933"/>
                  </a:lnTo>
                  <a:lnTo>
                    <a:pt x="2620048" y="1784883"/>
                  </a:lnTo>
                  <a:lnTo>
                    <a:pt x="2632164" y="1788706"/>
                  </a:lnTo>
                  <a:lnTo>
                    <a:pt x="2634831" y="1781225"/>
                  </a:lnTo>
                  <a:lnTo>
                    <a:pt x="2622156" y="1778952"/>
                  </a:lnTo>
                  <a:lnTo>
                    <a:pt x="2624264" y="1773008"/>
                  </a:lnTo>
                  <a:lnTo>
                    <a:pt x="2636240" y="1777263"/>
                  </a:lnTo>
                  <a:lnTo>
                    <a:pt x="2634831" y="1781225"/>
                  </a:lnTo>
                  <a:lnTo>
                    <a:pt x="2632722" y="1787156"/>
                  </a:lnTo>
                  <a:lnTo>
                    <a:pt x="2645765" y="1788375"/>
                  </a:lnTo>
                  <a:lnTo>
                    <a:pt x="2659469" y="1787740"/>
                  </a:lnTo>
                  <a:lnTo>
                    <a:pt x="2688806" y="1781035"/>
                  </a:lnTo>
                  <a:lnTo>
                    <a:pt x="2690418" y="1776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501127" y="8654935"/>
              <a:ext cx="1466850" cy="1466850"/>
            </a:xfrm>
            <a:prstGeom prst="rect">
              <a:avLst/>
            </a:prstGeom>
            <a:blipFill>
              <a:blip r:embed="rId4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694052" y="9452089"/>
              <a:ext cx="476250" cy="409308"/>
            </a:xfrm>
            <a:prstGeom prst="rect">
              <a:avLst/>
            </a:prstGeom>
            <a:blipFill>
              <a:blip r:embed="rId4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419742" y="5765685"/>
            <a:ext cx="6454140" cy="4086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3000" spc="-65">
                <a:solidFill>
                  <a:srgbClr val="E8EDF0"/>
                </a:solidFill>
                <a:latin typeface="Arial"/>
                <a:cs typeface="Arial"/>
              </a:rPr>
              <a:t>Senior </a:t>
            </a:r>
            <a:r>
              <a:rPr dirty="0" sz="3000" spc="-380">
                <a:solidFill>
                  <a:srgbClr val="E8EDF0"/>
                </a:solidFill>
                <a:latin typeface="Arial"/>
                <a:cs typeface="Arial"/>
              </a:rPr>
              <a:t>PHP </a:t>
            </a:r>
            <a:r>
              <a:rPr dirty="0" sz="3000" spc="-40">
                <a:solidFill>
                  <a:srgbClr val="E8EDF0"/>
                </a:solidFill>
                <a:latin typeface="Arial"/>
                <a:cs typeface="Arial"/>
              </a:rPr>
              <a:t>Developer </a:t>
            </a:r>
            <a:r>
              <a:rPr dirty="0" sz="3000" spc="110">
                <a:solidFill>
                  <a:srgbClr val="E8EDF0"/>
                </a:solidFill>
                <a:latin typeface="Arial"/>
                <a:cs typeface="Arial"/>
              </a:rPr>
              <a:t>at </a:t>
            </a:r>
            <a:r>
              <a:rPr dirty="0" sz="3000" spc="-45">
                <a:solidFill>
                  <a:srgbClr val="E8EDF0"/>
                </a:solidFill>
                <a:latin typeface="Arial"/>
                <a:cs typeface="Arial"/>
              </a:rPr>
              <a:t>Oowlish,  </a:t>
            </a:r>
            <a:r>
              <a:rPr dirty="0" sz="3000" spc="35">
                <a:solidFill>
                  <a:srgbClr val="E8EDF0"/>
                </a:solidFill>
                <a:latin typeface="Arial"/>
                <a:cs typeface="Arial"/>
              </a:rPr>
              <a:t>Graduated </a:t>
            </a:r>
            <a:r>
              <a:rPr dirty="0" sz="3000" spc="-50">
                <a:solidFill>
                  <a:srgbClr val="E8EDF0"/>
                </a:solidFill>
                <a:latin typeface="Arial"/>
                <a:cs typeface="Arial"/>
              </a:rPr>
              <a:t>in </a:t>
            </a:r>
            <a:r>
              <a:rPr dirty="0" sz="3000" spc="-125">
                <a:solidFill>
                  <a:srgbClr val="E8EDF0"/>
                </a:solidFill>
                <a:latin typeface="Arial"/>
                <a:cs typeface="Arial"/>
              </a:rPr>
              <a:t>System </a:t>
            </a:r>
            <a:r>
              <a:rPr dirty="0" sz="3000" spc="-85">
                <a:solidFill>
                  <a:srgbClr val="E8EDF0"/>
                </a:solidFill>
                <a:latin typeface="Arial"/>
                <a:cs typeface="Arial"/>
              </a:rPr>
              <a:t>analysis </a:t>
            </a:r>
            <a:r>
              <a:rPr dirty="0" sz="3000">
                <a:solidFill>
                  <a:srgbClr val="E8EDF0"/>
                </a:solidFill>
                <a:latin typeface="Arial"/>
                <a:cs typeface="Arial"/>
              </a:rPr>
              <a:t>and  </a:t>
            </a:r>
            <a:r>
              <a:rPr dirty="0" sz="3000" spc="-25">
                <a:solidFill>
                  <a:srgbClr val="E8EDF0"/>
                </a:solidFill>
                <a:latin typeface="Arial"/>
                <a:cs typeface="Arial"/>
              </a:rPr>
              <a:t>development, </a:t>
            </a:r>
            <a:r>
              <a:rPr dirty="0" sz="3000" spc="-35">
                <a:solidFill>
                  <a:srgbClr val="E8EDF0"/>
                </a:solidFill>
                <a:latin typeface="Arial"/>
                <a:cs typeface="Arial"/>
              </a:rPr>
              <a:t>Zend </a:t>
            </a:r>
            <a:r>
              <a:rPr dirty="0" sz="3000" spc="60">
                <a:solidFill>
                  <a:srgbClr val="E8EDF0"/>
                </a:solidFill>
                <a:latin typeface="Arial"/>
                <a:cs typeface="Arial"/>
              </a:rPr>
              <a:t>certification  </a:t>
            </a:r>
            <a:r>
              <a:rPr dirty="0" sz="3000" spc="-20">
                <a:solidFill>
                  <a:srgbClr val="E8EDF0"/>
                </a:solidFill>
                <a:latin typeface="Arial"/>
                <a:cs typeface="Arial"/>
              </a:rPr>
              <a:t>engineer </a:t>
            </a:r>
            <a:r>
              <a:rPr dirty="0" sz="3000" spc="-380">
                <a:solidFill>
                  <a:srgbClr val="E8EDF0"/>
                </a:solidFill>
                <a:latin typeface="Arial"/>
                <a:cs typeface="Arial"/>
              </a:rPr>
              <a:t>PHP </a:t>
            </a:r>
            <a:r>
              <a:rPr dirty="0" sz="3000" spc="-190">
                <a:solidFill>
                  <a:srgbClr val="E8EDF0"/>
                </a:solidFill>
                <a:latin typeface="Arial"/>
                <a:cs typeface="Arial"/>
              </a:rPr>
              <a:t>7 </a:t>
            </a:r>
            <a:r>
              <a:rPr dirty="0" sz="3000">
                <a:solidFill>
                  <a:srgbClr val="E8EDF0"/>
                </a:solidFill>
                <a:latin typeface="Arial"/>
                <a:cs typeface="Arial"/>
              </a:rPr>
              <a:t>and </a:t>
            </a:r>
            <a:r>
              <a:rPr dirty="0" sz="3000" spc="-65">
                <a:solidFill>
                  <a:srgbClr val="E8EDF0"/>
                </a:solidFill>
                <a:latin typeface="Arial"/>
                <a:cs typeface="Arial"/>
              </a:rPr>
              <a:t>member </a:t>
            </a:r>
            <a:r>
              <a:rPr dirty="0" sz="3000" spc="-270">
                <a:solidFill>
                  <a:srgbClr val="E8EDF0"/>
                </a:solidFill>
                <a:latin typeface="Arial"/>
                <a:cs typeface="Arial"/>
              </a:rPr>
              <a:t>"PHP </a:t>
            </a:r>
            <a:r>
              <a:rPr dirty="0" sz="3000" spc="-40">
                <a:solidFill>
                  <a:srgbClr val="E8EDF0"/>
                </a:solidFill>
                <a:latin typeface="Arial"/>
                <a:cs typeface="Arial"/>
              </a:rPr>
              <a:t>com  </a:t>
            </a:r>
            <a:r>
              <a:rPr dirty="0" sz="3000" spc="20">
                <a:solidFill>
                  <a:srgbClr val="E8EDF0"/>
                </a:solidFill>
                <a:latin typeface="Arial"/>
                <a:cs typeface="Arial"/>
              </a:rPr>
              <a:t>rapadura"</a:t>
            </a:r>
            <a:r>
              <a:rPr dirty="0" sz="3000" spc="30">
                <a:solidFill>
                  <a:srgbClr val="E8EDF0"/>
                </a:solidFill>
                <a:latin typeface="Arial"/>
                <a:cs typeface="Arial"/>
              </a:rPr>
              <a:t> </a:t>
            </a:r>
            <a:r>
              <a:rPr dirty="0" sz="3000" spc="-50">
                <a:solidFill>
                  <a:srgbClr val="E8EDF0"/>
                </a:solidFill>
                <a:latin typeface="Arial"/>
                <a:cs typeface="Arial"/>
              </a:rPr>
              <a:t>community.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Arial"/>
              <a:cs typeface="Arial"/>
            </a:endParaRPr>
          </a:p>
          <a:p>
            <a:pPr algn="ctr" marR="639445">
              <a:lnSpc>
                <a:spcPct val="100000"/>
              </a:lnSpc>
              <a:spcBef>
                <a:spcPts val="2415"/>
              </a:spcBef>
            </a:pPr>
            <a:r>
              <a:rPr dirty="0" sz="3000" spc="101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3000" spc="-509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405" b="1">
                <a:solidFill>
                  <a:srgbClr val="FFFFFF"/>
                </a:solidFill>
                <a:latin typeface="Arial"/>
                <a:cs typeface="Arial"/>
              </a:rPr>
              <a:t>eerison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32442" y="9388475"/>
            <a:ext cx="1147445" cy="542925"/>
            <a:chOff x="432442" y="9388475"/>
            <a:chExt cx="1147445" cy="542925"/>
          </a:xfrm>
        </p:grpSpPr>
        <p:sp>
          <p:nvSpPr>
            <p:cNvPr id="56" name="object 56"/>
            <p:cNvSpPr/>
            <p:nvPr/>
          </p:nvSpPr>
          <p:spPr>
            <a:xfrm>
              <a:off x="1036741" y="9388475"/>
              <a:ext cx="542925" cy="542925"/>
            </a:xfrm>
            <a:prstGeom prst="rect">
              <a:avLst/>
            </a:prstGeom>
            <a:blipFill>
              <a:blip r:embed="rId4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32442" y="9399079"/>
              <a:ext cx="514350" cy="514350"/>
            </a:xfrm>
            <a:prstGeom prst="rect">
              <a:avLst/>
            </a:prstGeom>
            <a:blipFill>
              <a:blip r:embed="rId4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0305897" y="0"/>
            <a:ext cx="7982584" cy="10287000"/>
            <a:chOff x="10305897" y="0"/>
            <a:chExt cx="7982584" cy="10287000"/>
          </a:xfrm>
        </p:grpSpPr>
        <p:sp>
          <p:nvSpPr>
            <p:cNvPr id="4" name="object 4"/>
            <p:cNvSpPr/>
            <p:nvPr/>
          </p:nvSpPr>
          <p:spPr>
            <a:xfrm>
              <a:off x="10305897" y="0"/>
              <a:ext cx="7982102" cy="10286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426563" y="0"/>
              <a:ext cx="2861945" cy="3294379"/>
            </a:xfrm>
            <a:custGeom>
              <a:avLst/>
              <a:gdLst/>
              <a:ahLst/>
              <a:cxnLst/>
              <a:rect l="l" t="t" r="r" b="b"/>
              <a:pathLst>
                <a:path w="2861944" h="3294379">
                  <a:moveTo>
                    <a:pt x="243992" y="712381"/>
                  </a:moveTo>
                  <a:lnTo>
                    <a:pt x="242633" y="696772"/>
                  </a:lnTo>
                  <a:lnTo>
                    <a:pt x="239064" y="678954"/>
                  </a:lnTo>
                  <a:lnTo>
                    <a:pt x="234022" y="658190"/>
                  </a:lnTo>
                  <a:lnTo>
                    <a:pt x="228244" y="633742"/>
                  </a:lnTo>
                  <a:lnTo>
                    <a:pt x="213309" y="620725"/>
                  </a:lnTo>
                  <a:lnTo>
                    <a:pt x="197256" y="606221"/>
                  </a:lnTo>
                  <a:lnTo>
                    <a:pt x="178993" y="591731"/>
                  </a:lnTo>
                  <a:lnTo>
                    <a:pt x="157403" y="578700"/>
                  </a:lnTo>
                  <a:lnTo>
                    <a:pt x="135699" y="573722"/>
                  </a:lnTo>
                  <a:lnTo>
                    <a:pt x="110680" y="571334"/>
                  </a:lnTo>
                  <a:lnTo>
                    <a:pt x="89344" y="572617"/>
                  </a:lnTo>
                  <a:lnTo>
                    <a:pt x="78701" y="578700"/>
                  </a:lnTo>
                  <a:lnTo>
                    <a:pt x="55892" y="610031"/>
                  </a:lnTo>
                  <a:lnTo>
                    <a:pt x="29019" y="637679"/>
                  </a:lnTo>
                  <a:lnTo>
                    <a:pt x="7315" y="668274"/>
                  </a:lnTo>
                  <a:lnTo>
                    <a:pt x="0" y="708444"/>
                  </a:lnTo>
                  <a:lnTo>
                    <a:pt x="3556" y="741502"/>
                  </a:lnTo>
                  <a:lnTo>
                    <a:pt x="25450" y="791387"/>
                  </a:lnTo>
                  <a:lnTo>
                    <a:pt x="114300" y="825233"/>
                  </a:lnTo>
                  <a:lnTo>
                    <a:pt x="166751" y="827874"/>
                  </a:lnTo>
                  <a:lnTo>
                    <a:pt x="206667" y="815035"/>
                  </a:lnTo>
                  <a:lnTo>
                    <a:pt x="232181" y="787082"/>
                  </a:lnTo>
                  <a:lnTo>
                    <a:pt x="239001" y="770991"/>
                  </a:lnTo>
                  <a:lnTo>
                    <a:pt x="242506" y="752678"/>
                  </a:lnTo>
                  <a:lnTo>
                    <a:pt x="243801" y="732904"/>
                  </a:lnTo>
                  <a:lnTo>
                    <a:pt x="243992" y="712381"/>
                  </a:lnTo>
                  <a:close/>
                </a:path>
                <a:path w="2861944" h="3294379">
                  <a:moveTo>
                    <a:pt x="541604" y="1425981"/>
                  </a:moveTo>
                  <a:lnTo>
                    <a:pt x="515531" y="1380769"/>
                  </a:lnTo>
                  <a:lnTo>
                    <a:pt x="483247" y="1346733"/>
                  </a:lnTo>
                  <a:lnTo>
                    <a:pt x="446163" y="1326705"/>
                  </a:lnTo>
                  <a:lnTo>
                    <a:pt x="405396" y="1319949"/>
                  </a:lnTo>
                  <a:lnTo>
                    <a:pt x="362051" y="1325727"/>
                  </a:lnTo>
                  <a:lnTo>
                    <a:pt x="320916" y="1339672"/>
                  </a:lnTo>
                  <a:lnTo>
                    <a:pt x="280885" y="1357668"/>
                  </a:lnTo>
                  <a:lnTo>
                    <a:pt x="243065" y="1379359"/>
                  </a:lnTo>
                  <a:lnTo>
                    <a:pt x="208572" y="1404366"/>
                  </a:lnTo>
                  <a:lnTo>
                    <a:pt x="170192" y="1457439"/>
                  </a:lnTo>
                  <a:lnTo>
                    <a:pt x="159867" y="1487297"/>
                  </a:lnTo>
                  <a:lnTo>
                    <a:pt x="161340" y="1510512"/>
                  </a:lnTo>
                  <a:lnTo>
                    <a:pt x="190906" y="1553044"/>
                  </a:lnTo>
                  <a:lnTo>
                    <a:pt x="226885" y="1586509"/>
                  </a:lnTo>
                  <a:lnTo>
                    <a:pt x="268160" y="1611299"/>
                  </a:lnTo>
                  <a:lnTo>
                    <a:pt x="313601" y="1627771"/>
                  </a:lnTo>
                  <a:lnTo>
                    <a:pt x="362051" y="1636331"/>
                  </a:lnTo>
                  <a:lnTo>
                    <a:pt x="414616" y="1624418"/>
                  </a:lnTo>
                  <a:lnTo>
                    <a:pt x="457974" y="1597012"/>
                  </a:lnTo>
                  <a:lnTo>
                    <a:pt x="488784" y="1557820"/>
                  </a:lnTo>
                  <a:lnTo>
                    <a:pt x="503720" y="1510512"/>
                  </a:lnTo>
                  <a:lnTo>
                    <a:pt x="503847" y="1498295"/>
                  </a:lnTo>
                  <a:lnTo>
                    <a:pt x="504710" y="1486433"/>
                  </a:lnTo>
                  <a:lnTo>
                    <a:pt x="507047" y="1476794"/>
                  </a:lnTo>
                  <a:lnTo>
                    <a:pt x="511594" y="1471206"/>
                  </a:lnTo>
                  <a:lnTo>
                    <a:pt x="537108" y="1448219"/>
                  </a:lnTo>
                  <a:lnTo>
                    <a:pt x="541604" y="1425981"/>
                  </a:lnTo>
                  <a:close/>
                </a:path>
                <a:path w="2861944" h="3294379">
                  <a:moveTo>
                    <a:pt x="1145184" y="869645"/>
                  </a:moveTo>
                  <a:lnTo>
                    <a:pt x="1121143" y="800036"/>
                  </a:lnTo>
                  <a:lnTo>
                    <a:pt x="1090587" y="767422"/>
                  </a:lnTo>
                  <a:lnTo>
                    <a:pt x="1052487" y="740041"/>
                  </a:lnTo>
                  <a:lnTo>
                    <a:pt x="1010450" y="720750"/>
                  </a:lnTo>
                  <a:lnTo>
                    <a:pt x="968095" y="712381"/>
                  </a:lnTo>
                  <a:lnTo>
                    <a:pt x="929411" y="718820"/>
                  </a:lnTo>
                  <a:lnTo>
                    <a:pt x="893470" y="740333"/>
                  </a:lnTo>
                  <a:lnTo>
                    <a:pt x="862330" y="774306"/>
                  </a:lnTo>
                  <a:lnTo>
                    <a:pt x="838085" y="818095"/>
                  </a:lnTo>
                  <a:lnTo>
                    <a:pt x="822794" y="869099"/>
                  </a:lnTo>
                  <a:lnTo>
                    <a:pt x="818553" y="924687"/>
                  </a:lnTo>
                  <a:lnTo>
                    <a:pt x="830897" y="952881"/>
                  </a:lnTo>
                  <a:lnTo>
                    <a:pt x="862507" y="985964"/>
                  </a:lnTo>
                  <a:lnTo>
                    <a:pt x="905256" y="1017549"/>
                  </a:lnTo>
                  <a:lnTo>
                    <a:pt x="951026" y="1041196"/>
                  </a:lnTo>
                  <a:lnTo>
                    <a:pt x="991704" y="1050505"/>
                  </a:lnTo>
                  <a:lnTo>
                    <a:pt x="1040244" y="1045298"/>
                  </a:lnTo>
                  <a:lnTo>
                    <a:pt x="1076972" y="1029830"/>
                  </a:lnTo>
                  <a:lnTo>
                    <a:pt x="1122883" y="968959"/>
                  </a:lnTo>
                  <a:lnTo>
                    <a:pt x="1136002" y="924001"/>
                  </a:lnTo>
                  <a:lnTo>
                    <a:pt x="1145184" y="869645"/>
                  </a:lnTo>
                  <a:close/>
                </a:path>
                <a:path w="2861944" h="3294379">
                  <a:moveTo>
                    <a:pt x="1393113" y="303479"/>
                  </a:moveTo>
                  <a:lnTo>
                    <a:pt x="1385531" y="255384"/>
                  </a:lnTo>
                  <a:lnTo>
                    <a:pt x="1364526" y="212204"/>
                  </a:lnTo>
                  <a:lnTo>
                    <a:pt x="1332763" y="176949"/>
                  </a:lnTo>
                  <a:lnTo>
                    <a:pt x="1292872" y="152628"/>
                  </a:lnTo>
                  <a:lnTo>
                    <a:pt x="1247508" y="142278"/>
                  </a:lnTo>
                  <a:lnTo>
                    <a:pt x="1208824" y="150507"/>
                  </a:lnTo>
                  <a:lnTo>
                    <a:pt x="1177163" y="178650"/>
                  </a:lnTo>
                  <a:lnTo>
                    <a:pt x="1155090" y="222999"/>
                  </a:lnTo>
                  <a:lnTo>
                    <a:pt x="1145184" y="279895"/>
                  </a:lnTo>
                  <a:lnTo>
                    <a:pt x="1151356" y="321005"/>
                  </a:lnTo>
                  <a:lnTo>
                    <a:pt x="1172832" y="357771"/>
                  </a:lnTo>
                  <a:lnTo>
                    <a:pt x="1206957" y="387743"/>
                  </a:lnTo>
                  <a:lnTo>
                    <a:pt x="1251102" y="408470"/>
                  </a:lnTo>
                  <a:lnTo>
                    <a:pt x="1302600" y="417499"/>
                  </a:lnTo>
                  <a:lnTo>
                    <a:pt x="1338326" y="409079"/>
                  </a:lnTo>
                  <a:lnTo>
                    <a:pt x="1367040" y="385559"/>
                  </a:lnTo>
                  <a:lnTo>
                    <a:pt x="1386166" y="349491"/>
                  </a:lnTo>
                  <a:lnTo>
                    <a:pt x="1393113" y="303479"/>
                  </a:lnTo>
                  <a:close/>
                </a:path>
                <a:path w="2861944" h="3294379">
                  <a:moveTo>
                    <a:pt x="1585950" y="2866961"/>
                  </a:moveTo>
                  <a:lnTo>
                    <a:pt x="1584032" y="2824835"/>
                  </a:lnTo>
                  <a:lnTo>
                    <a:pt x="1552003" y="2767685"/>
                  </a:lnTo>
                  <a:lnTo>
                    <a:pt x="1471434" y="2739364"/>
                  </a:lnTo>
                  <a:lnTo>
                    <a:pt x="1408861" y="2733281"/>
                  </a:lnTo>
                  <a:lnTo>
                    <a:pt x="1375829" y="2741676"/>
                  </a:lnTo>
                  <a:lnTo>
                    <a:pt x="1344879" y="2764612"/>
                  </a:lnTo>
                  <a:lnTo>
                    <a:pt x="1319034" y="2798673"/>
                  </a:lnTo>
                  <a:lnTo>
                    <a:pt x="1301305" y="2840482"/>
                  </a:lnTo>
                  <a:lnTo>
                    <a:pt x="1294726" y="2886621"/>
                  </a:lnTo>
                  <a:lnTo>
                    <a:pt x="1309090" y="2912478"/>
                  </a:lnTo>
                  <a:lnTo>
                    <a:pt x="1345361" y="2943428"/>
                  </a:lnTo>
                  <a:lnTo>
                    <a:pt x="1393342" y="2973247"/>
                  </a:lnTo>
                  <a:lnTo>
                    <a:pt x="1442821" y="2995701"/>
                  </a:lnTo>
                  <a:lnTo>
                    <a:pt x="1483626" y="3004566"/>
                  </a:lnTo>
                  <a:lnTo>
                    <a:pt x="1516214" y="2990812"/>
                  </a:lnTo>
                  <a:lnTo>
                    <a:pt x="1549552" y="2956407"/>
                  </a:lnTo>
                  <a:lnTo>
                    <a:pt x="1575498" y="2911678"/>
                  </a:lnTo>
                  <a:lnTo>
                    <a:pt x="1585950" y="2866961"/>
                  </a:lnTo>
                  <a:close/>
                </a:path>
                <a:path w="2861944" h="3294379">
                  <a:moveTo>
                    <a:pt x="1751241" y="2198573"/>
                  </a:moveTo>
                  <a:lnTo>
                    <a:pt x="1748790" y="2152497"/>
                  </a:lnTo>
                  <a:lnTo>
                    <a:pt x="1734324" y="2113089"/>
                  </a:lnTo>
                  <a:lnTo>
                    <a:pt x="1708924" y="2081110"/>
                  </a:lnTo>
                  <a:lnTo>
                    <a:pt x="1673694" y="2057323"/>
                  </a:lnTo>
                  <a:lnTo>
                    <a:pt x="1629714" y="2042477"/>
                  </a:lnTo>
                  <a:lnTo>
                    <a:pt x="1578076" y="2037372"/>
                  </a:lnTo>
                  <a:lnTo>
                    <a:pt x="1533385" y="2042350"/>
                  </a:lnTo>
                  <a:lnTo>
                    <a:pt x="1497330" y="2057615"/>
                  </a:lnTo>
                  <a:lnTo>
                    <a:pt x="1469364" y="2083562"/>
                  </a:lnTo>
                  <a:lnTo>
                    <a:pt x="1448943" y="2120658"/>
                  </a:lnTo>
                  <a:lnTo>
                    <a:pt x="1435506" y="2169337"/>
                  </a:lnTo>
                  <a:lnTo>
                    <a:pt x="1428534" y="2230018"/>
                  </a:lnTo>
                  <a:lnTo>
                    <a:pt x="1432179" y="2267788"/>
                  </a:lnTo>
                  <a:lnTo>
                    <a:pt x="1473796" y="2323896"/>
                  </a:lnTo>
                  <a:lnTo>
                    <a:pt x="1512201" y="2343315"/>
                  </a:lnTo>
                  <a:lnTo>
                    <a:pt x="1562633" y="2357717"/>
                  </a:lnTo>
                  <a:lnTo>
                    <a:pt x="1625307" y="2367635"/>
                  </a:lnTo>
                  <a:lnTo>
                    <a:pt x="1670558" y="2351417"/>
                  </a:lnTo>
                  <a:lnTo>
                    <a:pt x="1704009" y="2332253"/>
                  </a:lnTo>
                  <a:lnTo>
                    <a:pt x="1734997" y="2268359"/>
                  </a:lnTo>
                  <a:lnTo>
                    <a:pt x="1751241" y="2198573"/>
                  </a:lnTo>
                  <a:close/>
                </a:path>
                <a:path w="2861944" h="3294379">
                  <a:moveTo>
                    <a:pt x="1901266" y="1350797"/>
                  </a:moveTo>
                  <a:lnTo>
                    <a:pt x="1885035" y="1298206"/>
                  </a:lnTo>
                  <a:lnTo>
                    <a:pt x="1851952" y="1261160"/>
                  </a:lnTo>
                  <a:lnTo>
                    <a:pt x="1812239" y="1237754"/>
                  </a:lnTo>
                  <a:lnTo>
                    <a:pt x="1766608" y="1226883"/>
                  </a:lnTo>
                  <a:lnTo>
                    <a:pt x="1715820" y="1227429"/>
                  </a:lnTo>
                  <a:lnTo>
                    <a:pt x="1663674" y="1236954"/>
                  </a:lnTo>
                  <a:lnTo>
                    <a:pt x="1629244" y="1256436"/>
                  </a:lnTo>
                  <a:lnTo>
                    <a:pt x="1609559" y="1289913"/>
                  </a:lnTo>
                  <a:lnTo>
                    <a:pt x="1601685" y="1341450"/>
                  </a:lnTo>
                  <a:lnTo>
                    <a:pt x="1604645" y="1384922"/>
                  </a:lnTo>
                  <a:lnTo>
                    <a:pt x="1618754" y="1421218"/>
                  </a:lnTo>
                  <a:lnTo>
                    <a:pt x="1644764" y="1450721"/>
                  </a:lnTo>
                  <a:lnTo>
                    <a:pt x="1683423" y="1473809"/>
                  </a:lnTo>
                  <a:lnTo>
                    <a:pt x="1735493" y="1490865"/>
                  </a:lnTo>
                  <a:lnTo>
                    <a:pt x="1779460" y="1495780"/>
                  </a:lnTo>
                  <a:lnTo>
                    <a:pt x="1815680" y="1485950"/>
                  </a:lnTo>
                  <a:lnTo>
                    <a:pt x="1842300" y="1459903"/>
                  </a:lnTo>
                  <a:lnTo>
                    <a:pt x="1857489" y="1416151"/>
                  </a:lnTo>
                  <a:lnTo>
                    <a:pt x="1857489" y="1412227"/>
                  </a:lnTo>
                  <a:lnTo>
                    <a:pt x="1865363" y="1404366"/>
                  </a:lnTo>
                  <a:lnTo>
                    <a:pt x="1873237" y="1400429"/>
                  </a:lnTo>
                  <a:lnTo>
                    <a:pt x="1894446" y="1376159"/>
                  </a:lnTo>
                  <a:lnTo>
                    <a:pt x="1901266" y="1350797"/>
                  </a:lnTo>
                  <a:close/>
                </a:path>
                <a:path w="2861944" h="3294379">
                  <a:moveTo>
                    <a:pt x="2001634" y="0"/>
                  </a:moveTo>
                  <a:lnTo>
                    <a:pt x="1829714" y="0"/>
                  </a:lnTo>
                  <a:lnTo>
                    <a:pt x="1851837" y="16840"/>
                  </a:lnTo>
                  <a:lnTo>
                    <a:pt x="1892909" y="20396"/>
                  </a:lnTo>
                  <a:lnTo>
                    <a:pt x="1925256" y="15976"/>
                  </a:lnTo>
                  <a:lnTo>
                    <a:pt x="1959813" y="17449"/>
                  </a:lnTo>
                  <a:lnTo>
                    <a:pt x="1967712" y="15976"/>
                  </a:lnTo>
                  <a:lnTo>
                    <a:pt x="1991410" y="11557"/>
                  </a:lnTo>
                  <a:lnTo>
                    <a:pt x="2001634" y="0"/>
                  </a:lnTo>
                  <a:close/>
                </a:path>
                <a:path w="2861944" h="3294379">
                  <a:moveTo>
                    <a:pt x="2085746" y="503999"/>
                  </a:moveTo>
                  <a:lnTo>
                    <a:pt x="2077466" y="461200"/>
                  </a:lnTo>
                  <a:lnTo>
                    <a:pt x="2060232" y="423760"/>
                  </a:lnTo>
                  <a:lnTo>
                    <a:pt x="2033600" y="392442"/>
                  </a:lnTo>
                  <a:lnTo>
                    <a:pt x="1997125" y="367995"/>
                  </a:lnTo>
                  <a:lnTo>
                    <a:pt x="1950377" y="351193"/>
                  </a:lnTo>
                  <a:lnTo>
                    <a:pt x="1892909" y="342798"/>
                  </a:lnTo>
                  <a:lnTo>
                    <a:pt x="1861921" y="356069"/>
                  </a:lnTo>
                  <a:lnTo>
                    <a:pt x="1827974" y="392925"/>
                  </a:lnTo>
                  <a:lnTo>
                    <a:pt x="1799932" y="440105"/>
                  </a:lnTo>
                  <a:lnTo>
                    <a:pt x="1786648" y="484339"/>
                  </a:lnTo>
                  <a:lnTo>
                    <a:pt x="1792414" y="521931"/>
                  </a:lnTo>
                  <a:lnTo>
                    <a:pt x="1811718" y="558317"/>
                  </a:lnTo>
                  <a:lnTo>
                    <a:pt x="1841754" y="590994"/>
                  </a:lnTo>
                  <a:lnTo>
                    <a:pt x="1879650" y="617435"/>
                  </a:lnTo>
                  <a:lnTo>
                    <a:pt x="1922564" y="635152"/>
                  </a:lnTo>
                  <a:lnTo>
                    <a:pt x="1967674" y="641604"/>
                  </a:lnTo>
                  <a:lnTo>
                    <a:pt x="2011591" y="630059"/>
                  </a:lnTo>
                  <a:lnTo>
                    <a:pt x="2050326" y="599338"/>
                  </a:lnTo>
                  <a:lnTo>
                    <a:pt x="2077250" y="555358"/>
                  </a:lnTo>
                  <a:lnTo>
                    <a:pt x="2085746" y="503999"/>
                  </a:lnTo>
                  <a:close/>
                </a:path>
                <a:path w="2861944" h="3294379">
                  <a:moveTo>
                    <a:pt x="2861437" y="3031477"/>
                  </a:moveTo>
                  <a:lnTo>
                    <a:pt x="2847911" y="3033814"/>
                  </a:lnTo>
                  <a:lnTo>
                    <a:pt x="2822143" y="3046831"/>
                  </a:lnTo>
                  <a:lnTo>
                    <a:pt x="2805976" y="3070187"/>
                  </a:lnTo>
                  <a:lnTo>
                    <a:pt x="2801975" y="3106801"/>
                  </a:lnTo>
                  <a:lnTo>
                    <a:pt x="2804807" y="3135668"/>
                  </a:lnTo>
                  <a:lnTo>
                    <a:pt x="2806903" y="3163811"/>
                  </a:lnTo>
                  <a:lnTo>
                    <a:pt x="2807512" y="3191941"/>
                  </a:lnTo>
                  <a:lnTo>
                    <a:pt x="2805912" y="3220821"/>
                  </a:lnTo>
                  <a:lnTo>
                    <a:pt x="2809913" y="3255213"/>
                  </a:lnTo>
                  <a:lnTo>
                    <a:pt x="2826080" y="3277819"/>
                  </a:lnTo>
                  <a:lnTo>
                    <a:pt x="2851848" y="3291586"/>
                  </a:lnTo>
                  <a:lnTo>
                    <a:pt x="2861437" y="3293884"/>
                  </a:lnTo>
                  <a:lnTo>
                    <a:pt x="2861437" y="3031477"/>
                  </a:lnTo>
                  <a:close/>
                </a:path>
                <a:path w="2861944" h="3294379">
                  <a:moveTo>
                    <a:pt x="2861437" y="567207"/>
                  </a:moveTo>
                  <a:lnTo>
                    <a:pt x="2855112" y="574281"/>
                  </a:lnTo>
                  <a:lnTo>
                    <a:pt x="2831376" y="615505"/>
                  </a:lnTo>
                  <a:lnTo>
                    <a:pt x="2821660" y="653402"/>
                  </a:lnTo>
                  <a:lnTo>
                    <a:pt x="2830093" y="697661"/>
                  </a:lnTo>
                  <a:lnTo>
                    <a:pt x="2853271" y="738517"/>
                  </a:lnTo>
                  <a:lnTo>
                    <a:pt x="2861437" y="746531"/>
                  </a:lnTo>
                  <a:lnTo>
                    <a:pt x="2861437" y="567207"/>
                  </a:lnTo>
                  <a:close/>
                </a:path>
              </a:pathLst>
            </a:custGeom>
            <a:solidFill>
              <a:srgbClr val="E8E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8193130" y="1241370"/>
              <a:ext cx="94869" cy="20777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702276" y="20395"/>
              <a:ext cx="459740" cy="1102360"/>
            </a:xfrm>
            <a:custGeom>
              <a:avLst/>
              <a:gdLst/>
              <a:ahLst/>
              <a:cxnLst/>
              <a:rect l="l" t="t" r="r" b="b"/>
              <a:pathLst>
                <a:path w="459740" h="1102360">
                  <a:moveTo>
                    <a:pt x="270471" y="1018311"/>
                  </a:moveTo>
                  <a:lnTo>
                    <a:pt x="265734" y="999883"/>
                  </a:lnTo>
                  <a:lnTo>
                    <a:pt x="259156" y="979982"/>
                  </a:lnTo>
                  <a:lnTo>
                    <a:pt x="253314" y="958608"/>
                  </a:lnTo>
                  <a:lnTo>
                    <a:pt x="250786" y="935748"/>
                  </a:lnTo>
                  <a:lnTo>
                    <a:pt x="248881" y="911059"/>
                  </a:lnTo>
                  <a:lnTo>
                    <a:pt x="238493" y="894461"/>
                  </a:lnTo>
                  <a:lnTo>
                    <a:pt x="221462" y="883780"/>
                  </a:lnTo>
                  <a:lnTo>
                    <a:pt x="199631" y="876769"/>
                  </a:lnTo>
                  <a:lnTo>
                    <a:pt x="152958" y="871486"/>
                  </a:lnTo>
                  <a:lnTo>
                    <a:pt x="109613" y="881684"/>
                  </a:lnTo>
                  <a:lnTo>
                    <a:pt x="72898" y="902208"/>
                  </a:lnTo>
                  <a:lnTo>
                    <a:pt x="46151" y="927887"/>
                  </a:lnTo>
                  <a:lnTo>
                    <a:pt x="16179" y="968679"/>
                  </a:lnTo>
                  <a:lnTo>
                    <a:pt x="0" y="1002309"/>
                  </a:lnTo>
                  <a:lnTo>
                    <a:pt x="1943" y="1030084"/>
                  </a:lnTo>
                  <a:lnTo>
                    <a:pt x="26377" y="1053325"/>
                  </a:lnTo>
                  <a:lnTo>
                    <a:pt x="77635" y="1073365"/>
                  </a:lnTo>
                  <a:lnTo>
                    <a:pt x="98298" y="1079868"/>
                  </a:lnTo>
                  <a:lnTo>
                    <a:pt x="139611" y="1094371"/>
                  </a:lnTo>
                  <a:lnTo>
                    <a:pt x="160274" y="1100886"/>
                  </a:lnTo>
                  <a:lnTo>
                    <a:pt x="199072" y="1102360"/>
                  </a:lnTo>
                  <a:lnTo>
                    <a:pt x="234556" y="1086142"/>
                  </a:lnTo>
                  <a:lnTo>
                    <a:pt x="260438" y="1056652"/>
                  </a:lnTo>
                  <a:lnTo>
                    <a:pt x="270471" y="1018311"/>
                  </a:lnTo>
                  <a:close/>
                </a:path>
                <a:path w="459740" h="1102360">
                  <a:moveTo>
                    <a:pt x="459371" y="172999"/>
                  </a:moveTo>
                  <a:lnTo>
                    <a:pt x="449757" y="123304"/>
                  </a:lnTo>
                  <a:lnTo>
                    <a:pt x="426935" y="79260"/>
                  </a:lnTo>
                  <a:lnTo>
                    <a:pt x="392785" y="42773"/>
                  </a:lnTo>
                  <a:lnTo>
                    <a:pt x="349173" y="15722"/>
                  </a:lnTo>
                  <a:lnTo>
                    <a:pt x="298018" y="0"/>
                  </a:lnTo>
                  <a:lnTo>
                    <a:pt x="284492" y="22796"/>
                  </a:lnTo>
                  <a:lnTo>
                    <a:pt x="272440" y="43738"/>
                  </a:lnTo>
                  <a:lnTo>
                    <a:pt x="260388" y="62484"/>
                  </a:lnTo>
                  <a:lnTo>
                    <a:pt x="246849" y="78638"/>
                  </a:lnTo>
                  <a:lnTo>
                    <a:pt x="218452" y="114388"/>
                  </a:lnTo>
                  <a:lnTo>
                    <a:pt x="205536" y="146456"/>
                  </a:lnTo>
                  <a:lnTo>
                    <a:pt x="210324" y="177050"/>
                  </a:lnTo>
                  <a:lnTo>
                    <a:pt x="235051" y="208381"/>
                  </a:lnTo>
                  <a:lnTo>
                    <a:pt x="291617" y="245732"/>
                  </a:lnTo>
                  <a:lnTo>
                    <a:pt x="357047" y="271284"/>
                  </a:lnTo>
                  <a:lnTo>
                    <a:pt x="384657" y="264782"/>
                  </a:lnTo>
                  <a:lnTo>
                    <a:pt x="418541" y="236893"/>
                  </a:lnTo>
                  <a:lnTo>
                    <a:pt x="447255" y="201625"/>
                  </a:lnTo>
                  <a:lnTo>
                    <a:pt x="459371" y="172999"/>
                  </a:lnTo>
                  <a:close/>
                </a:path>
              </a:pathLst>
            </a:custGeom>
            <a:solidFill>
              <a:srgbClr val="E8E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7461151" y="2878749"/>
              <a:ext cx="251863" cy="23590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7913412" y="1636326"/>
              <a:ext cx="225607" cy="2359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414341" y="1612736"/>
              <a:ext cx="236122" cy="23983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887001" y="63640"/>
              <a:ext cx="224316" cy="23590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006600" y="2190321"/>
              <a:ext cx="248604" cy="18909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7919868" y="2211586"/>
              <a:ext cx="265430" cy="193040"/>
            </a:xfrm>
            <a:custGeom>
              <a:avLst/>
              <a:gdLst/>
              <a:ahLst/>
              <a:cxnLst/>
              <a:rect l="l" t="t" r="r" b="b"/>
              <a:pathLst>
                <a:path w="265430" h="193039">
                  <a:moveTo>
                    <a:pt x="95371" y="192531"/>
                  </a:moveTo>
                  <a:lnTo>
                    <a:pt x="65179" y="185527"/>
                  </a:lnTo>
                  <a:lnTo>
                    <a:pt x="35725" y="172626"/>
                  </a:lnTo>
                  <a:lnTo>
                    <a:pt x="9592" y="156040"/>
                  </a:lnTo>
                  <a:lnTo>
                    <a:pt x="0" y="130053"/>
                  </a:lnTo>
                  <a:lnTo>
                    <a:pt x="3689" y="86743"/>
                  </a:lnTo>
                  <a:lnTo>
                    <a:pt x="16233" y="42695"/>
                  </a:lnTo>
                  <a:lnTo>
                    <a:pt x="33204" y="14498"/>
                  </a:lnTo>
                  <a:lnTo>
                    <a:pt x="73173" y="0"/>
                  </a:lnTo>
                  <a:lnTo>
                    <a:pt x="128637" y="1720"/>
                  </a:lnTo>
                  <a:lnTo>
                    <a:pt x="182625" y="16709"/>
                  </a:lnTo>
                  <a:lnTo>
                    <a:pt x="218167" y="42020"/>
                  </a:lnTo>
                  <a:lnTo>
                    <a:pt x="227206" y="57009"/>
                  </a:lnTo>
                  <a:lnTo>
                    <a:pt x="237352" y="73473"/>
                  </a:lnTo>
                  <a:lnTo>
                    <a:pt x="249711" y="92886"/>
                  </a:lnTo>
                  <a:lnTo>
                    <a:pt x="265391" y="116722"/>
                  </a:lnTo>
                  <a:lnTo>
                    <a:pt x="196030" y="159971"/>
                  </a:lnTo>
                  <a:lnTo>
                    <a:pt x="160796" y="178647"/>
                  </a:lnTo>
                  <a:lnTo>
                    <a:pt x="123718" y="191425"/>
                  </a:lnTo>
                  <a:lnTo>
                    <a:pt x="95371" y="192531"/>
                  </a:lnTo>
                  <a:close/>
                </a:path>
              </a:pathLst>
            </a:custGeom>
            <a:solidFill>
              <a:srgbClr val="E8E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7945202" y="2709685"/>
              <a:ext cx="247928" cy="20444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7429668" y="2344036"/>
              <a:ext cx="232187" cy="20444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7457215" y="1738551"/>
              <a:ext cx="204639" cy="18085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710072" y="2453925"/>
            <a:ext cx="6860540" cy="35687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0810">
              <a:lnSpc>
                <a:spcPct val="116300"/>
              </a:lnSpc>
              <a:spcBef>
                <a:spcPts val="95"/>
              </a:spcBef>
              <a:tabLst>
                <a:tab pos="5332095" algn="l"/>
              </a:tabLst>
            </a:pPr>
            <a:r>
              <a:rPr dirty="0" sz="10000" spc="1480">
                <a:solidFill>
                  <a:srgbClr val="E8EDF0"/>
                </a:solidFill>
              </a:rPr>
              <a:t>WHAT	</a:t>
            </a:r>
            <a:r>
              <a:rPr dirty="0" sz="10000" spc="725">
                <a:solidFill>
                  <a:srgbClr val="E8EDF0"/>
                </a:solidFill>
              </a:rPr>
              <a:t>IS  </a:t>
            </a:r>
            <a:r>
              <a:rPr dirty="0" sz="10000" spc="1145">
                <a:solidFill>
                  <a:srgbClr val="E8EDF0"/>
                </a:solidFill>
              </a:rPr>
              <a:t>S</a:t>
            </a:r>
            <a:r>
              <a:rPr dirty="0" sz="10000" spc="225">
                <a:solidFill>
                  <a:srgbClr val="E8EDF0"/>
                </a:solidFill>
              </a:rPr>
              <a:t>E</a:t>
            </a:r>
            <a:r>
              <a:rPr dirty="0" sz="10000" spc="2130">
                <a:solidFill>
                  <a:srgbClr val="E8EDF0"/>
                </a:solidFill>
              </a:rPr>
              <a:t>N</a:t>
            </a:r>
            <a:r>
              <a:rPr dirty="0" sz="10000" spc="944">
                <a:solidFill>
                  <a:srgbClr val="E8EDF0"/>
                </a:solidFill>
              </a:rPr>
              <a:t>T</a:t>
            </a:r>
            <a:r>
              <a:rPr dirty="0" sz="10000" spc="1030">
                <a:solidFill>
                  <a:srgbClr val="E8EDF0"/>
                </a:solidFill>
              </a:rPr>
              <a:t>R</a:t>
            </a:r>
            <a:r>
              <a:rPr dirty="0" sz="10000" spc="1785">
                <a:solidFill>
                  <a:srgbClr val="E8EDF0"/>
                </a:solidFill>
              </a:rPr>
              <a:t>Y</a:t>
            </a:r>
            <a:r>
              <a:rPr dirty="0" sz="10000" spc="-150">
                <a:solidFill>
                  <a:srgbClr val="E8EDF0"/>
                </a:solidFill>
              </a:rPr>
              <a:t>?</a:t>
            </a:r>
            <a:endParaRPr sz="10000"/>
          </a:p>
        </p:txBody>
      </p:sp>
      <p:sp>
        <p:nvSpPr>
          <p:cNvPr id="18" name="object 18"/>
          <p:cNvSpPr/>
          <p:nvPr/>
        </p:nvSpPr>
        <p:spPr>
          <a:xfrm>
            <a:off x="25" y="9218003"/>
            <a:ext cx="3552190" cy="1080135"/>
          </a:xfrm>
          <a:custGeom>
            <a:avLst/>
            <a:gdLst/>
            <a:ahLst/>
            <a:cxnLst/>
            <a:rect l="l" t="t" r="r" b="b"/>
            <a:pathLst>
              <a:path w="3552190" h="1080134">
                <a:moveTo>
                  <a:pt x="150761" y="1059802"/>
                </a:moveTo>
                <a:lnTo>
                  <a:pt x="149872" y="1057846"/>
                </a:lnTo>
                <a:lnTo>
                  <a:pt x="148805" y="1060691"/>
                </a:lnTo>
                <a:lnTo>
                  <a:pt x="149694" y="1062647"/>
                </a:lnTo>
                <a:lnTo>
                  <a:pt x="150761" y="1059802"/>
                </a:lnTo>
                <a:close/>
              </a:path>
              <a:path w="3552190" h="1080134">
                <a:moveTo>
                  <a:pt x="222034" y="59715"/>
                </a:moveTo>
                <a:lnTo>
                  <a:pt x="210997" y="50774"/>
                </a:lnTo>
                <a:lnTo>
                  <a:pt x="128168" y="88265"/>
                </a:lnTo>
                <a:lnTo>
                  <a:pt x="116395" y="107530"/>
                </a:lnTo>
                <a:lnTo>
                  <a:pt x="222034" y="59715"/>
                </a:lnTo>
                <a:close/>
              </a:path>
              <a:path w="3552190" h="1080134">
                <a:moveTo>
                  <a:pt x="285965" y="797496"/>
                </a:moveTo>
                <a:lnTo>
                  <a:pt x="276580" y="787806"/>
                </a:lnTo>
                <a:lnTo>
                  <a:pt x="271691" y="790016"/>
                </a:lnTo>
                <a:lnTo>
                  <a:pt x="260108" y="781316"/>
                </a:lnTo>
                <a:lnTo>
                  <a:pt x="256235" y="810958"/>
                </a:lnTo>
                <a:lnTo>
                  <a:pt x="285965" y="797496"/>
                </a:lnTo>
                <a:close/>
              </a:path>
              <a:path w="3552190" h="1080134">
                <a:moveTo>
                  <a:pt x="811022" y="629564"/>
                </a:moveTo>
                <a:lnTo>
                  <a:pt x="805840" y="590092"/>
                </a:lnTo>
                <a:lnTo>
                  <a:pt x="804799" y="562673"/>
                </a:lnTo>
                <a:lnTo>
                  <a:pt x="803211" y="535520"/>
                </a:lnTo>
                <a:lnTo>
                  <a:pt x="796150" y="510832"/>
                </a:lnTo>
                <a:lnTo>
                  <a:pt x="792873" y="498373"/>
                </a:lnTo>
                <a:lnTo>
                  <a:pt x="784847" y="474129"/>
                </a:lnTo>
                <a:lnTo>
                  <a:pt x="758659" y="416280"/>
                </a:lnTo>
                <a:lnTo>
                  <a:pt x="751471" y="405587"/>
                </a:lnTo>
                <a:lnTo>
                  <a:pt x="740752" y="382562"/>
                </a:lnTo>
                <a:lnTo>
                  <a:pt x="728573" y="360197"/>
                </a:lnTo>
                <a:lnTo>
                  <a:pt x="713460" y="339153"/>
                </a:lnTo>
                <a:lnTo>
                  <a:pt x="699185" y="331673"/>
                </a:lnTo>
                <a:lnTo>
                  <a:pt x="678764" y="313042"/>
                </a:lnTo>
                <a:lnTo>
                  <a:pt x="643877" y="287007"/>
                </a:lnTo>
                <a:lnTo>
                  <a:pt x="628688" y="279933"/>
                </a:lnTo>
                <a:lnTo>
                  <a:pt x="592162" y="254647"/>
                </a:lnTo>
                <a:lnTo>
                  <a:pt x="518375" y="204406"/>
                </a:lnTo>
                <a:lnTo>
                  <a:pt x="481850" y="179120"/>
                </a:lnTo>
                <a:lnTo>
                  <a:pt x="474662" y="168427"/>
                </a:lnTo>
                <a:lnTo>
                  <a:pt x="468795" y="171081"/>
                </a:lnTo>
                <a:lnTo>
                  <a:pt x="464896" y="172847"/>
                </a:lnTo>
                <a:lnTo>
                  <a:pt x="455752" y="163055"/>
                </a:lnTo>
                <a:lnTo>
                  <a:pt x="461606" y="160401"/>
                </a:lnTo>
                <a:lnTo>
                  <a:pt x="468795" y="171081"/>
                </a:lnTo>
                <a:lnTo>
                  <a:pt x="463130" y="159702"/>
                </a:lnTo>
                <a:lnTo>
                  <a:pt x="456374" y="148831"/>
                </a:lnTo>
                <a:lnTo>
                  <a:pt x="448144" y="138607"/>
                </a:lnTo>
                <a:lnTo>
                  <a:pt x="438086" y="129222"/>
                </a:lnTo>
                <a:lnTo>
                  <a:pt x="417830" y="124447"/>
                </a:lnTo>
                <a:lnTo>
                  <a:pt x="391604" y="108445"/>
                </a:lnTo>
                <a:lnTo>
                  <a:pt x="369887" y="104330"/>
                </a:lnTo>
                <a:lnTo>
                  <a:pt x="342188" y="88976"/>
                </a:lnTo>
                <a:lnTo>
                  <a:pt x="319316" y="85394"/>
                </a:lnTo>
                <a:lnTo>
                  <a:pt x="290830" y="70408"/>
                </a:lnTo>
                <a:lnTo>
                  <a:pt x="266852" y="67322"/>
                </a:lnTo>
                <a:lnTo>
                  <a:pt x="236537" y="53162"/>
                </a:lnTo>
                <a:lnTo>
                  <a:pt x="44018" y="140296"/>
                </a:lnTo>
                <a:lnTo>
                  <a:pt x="19583" y="137414"/>
                </a:lnTo>
                <a:lnTo>
                  <a:pt x="7442" y="156845"/>
                </a:lnTo>
                <a:lnTo>
                  <a:pt x="2387" y="173075"/>
                </a:lnTo>
                <a:lnTo>
                  <a:pt x="1689" y="368554"/>
                </a:lnTo>
                <a:lnTo>
                  <a:pt x="101" y="815352"/>
                </a:lnTo>
                <a:lnTo>
                  <a:pt x="0" y="843280"/>
                </a:lnTo>
                <a:lnTo>
                  <a:pt x="64554" y="814070"/>
                </a:lnTo>
                <a:lnTo>
                  <a:pt x="138188" y="766800"/>
                </a:lnTo>
                <a:lnTo>
                  <a:pt x="279425" y="688949"/>
                </a:lnTo>
                <a:lnTo>
                  <a:pt x="283387" y="687146"/>
                </a:lnTo>
                <a:lnTo>
                  <a:pt x="275742" y="704545"/>
                </a:lnTo>
                <a:lnTo>
                  <a:pt x="273697" y="733348"/>
                </a:lnTo>
                <a:lnTo>
                  <a:pt x="266420" y="750582"/>
                </a:lnTo>
                <a:lnTo>
                  <a:pt x="265214" y="765073"/>
                </a:lnTo>
                <a:lnTo>
                  <a:pt x="264007" y="779551"/>
                </a:lnTo>
                <a:lnTo>
                  <a:pt x="279400" y="772591"/>
                </a:lnTo>
                <a:lnTo>
                  <a:pt x="280289" y="758253"/>
                </a:lnTo>
                <a:lnTo>
                  <a:pt x="288074" y="754722"/>
                </a:lnTo>
                <a:lnTo>
                  <a:pt x="289255" y="768134"/>
                </a:lnTo>
                <a:lnTo>
                  <a:pt x="290982" y="781291"/>
                </a:lnTo>
                <a:lnTo>
                  <a:pt x="293077" y="794283"/>
                </a:lnTo>
                <a:lnTo>
                  <a:pt x="256235" y="810958"/>
                </a:lnTo>
                <a:lnTo>
                  <a:pt x="238747" y="846747"/>
                </a:lnTo>
                <a:lnTo>
                  <a:pt x="234873" y="876388"/>
                </a:lnTo>
                <a:lnTo>
                  <a:pt x="248881" y="870038"/>
                </a:lnTo>
                <a:lnTo>
                  <a:pt x="250393" y="855421"/>
                </a:lnTo>
                <a:lnTo>
                  <a:pt x="257505" y="852195"/>
                </a:lnTo>
                <a:lnTo>
                  <a:pt x="259549" y="837336"/>
                </a:lnTo>
                <a:lnTo>
                  <a:pt x="261518" y="836447"/>
                </a:lnTo>
                <a:lnTo>
                  <a:pt x="270662" y="846251"/>
                </a:lnTo>
                <a:lnTo>
                  <a:pt x="264833" y="848880"/>
                </a:lnTo>
                <a:lnTo>
                  <a:pt x="264414" y="863015"/>
                </a:lnTo>
                <a:lnTo>
                  <a:pt x="259130" y="865403"/>
                </a:lnTo>
                <a:lnTo>
                  <a:pt x="259638" y="879106"/>
                </a:lnTo>
                <a:lnTo>
                  <a:pt x="253961" y="881684"/>
                </a:lnTo>
                <a:lnTo>
                  <a:pt x="253161" y="895985"/>
                </a:lnTo>
                <a:lnTo>
                  <a:pt x="245643" y="899388"/>
                </a:lnTo>
                <a:lnTo>
                  <a:pt x="230339" y="892378"/>
                </a:lnTo>
                <a:lnTo>
                  <a:pt x="226161" y="894270"/>
                </a:lnTo>
                <a:lnTo>
                  <a:pt x="224091" y="909142"/>
                </a:lnTo>
                <a:lnTo>
                  <a:pt x="214083" y="913676"/>
                </a:lnTo>
                <a:lnTo>
                  <a:pt x="220751" y="924598"/>
                </a:lnTo>
                <a:lnTo>
                  <a:pt x="217614" y="926020"/>
                </a:lnTo>
                <a:lnTo>
                  <a:pt x="217144" y="940168"/>
                </a:lnTo>
                <a:lnTo>
                  <a:pt x="199161" y="948309"/>
                </a:lnTo>
                <a:lnTo>
                  <a:pt x="200494" y="961644"/>
                </a:lnTo>
                <a:lnTo>
                  <a:pt x="196430" y="963485"/>
                </a:lnTo>
                <a:lnTo>
                  <a:pt x="198158" y="976642"/>
                </a:lnTo>
                <a:lnTo>
                  <a:pt x="195008" y="978065"/>
                </a:lnTo>
                <a:lnTo>
                  <a:pt x="197281" y="990981"/>
                </a:lnTo>
                <a:lnTo>
                  <a:pt x="203149" y="988326"/>
                </a:lnTo>
                <a:lnTo>
                  <a:pt x="208076" y="1000036"/>
                </a:lnTo>
                <a:lnTo>
                  <a:pt x="211975" y="1012202"/>
                </a:lnTo>
                <a:lnTo>
                  <a:pt x="216903" y="1023912"/>
                </a:lnTo>
                <a:lnTo>
                  <a:pt x="207137" y="1028344"/>
                </a:lnTo>
                <a:lnTo>
                  <a:pt x="196659" y="1005192"/>
                </a:lnTo>
                <a:lnTo>
                  <a:pt x="198615" y="1004316"/>
                </a:lnTo>
                <a:lnTo>
                  <a:pt x="189471" y="994511"/>
                </a:lnTo>
                <a:lnTo>
                  <a:pt x="181660" y="998042"/>
                </a:lnTo>
                <a:lnTo>
                  <a:pt x="157810" y="1050658"/>
                </a:lnTo>
                <a:lnTo>
                  <a:pt x="149860" y="1068197"/>
                </a:lnTo>
                <a:lnTo>
                  <a:pt x="167436" y="1060246"/>
                </a:lnTo>
                <a:lnTo>
                  <a:pt x="168770" y="1073581"/>
                </a:lnTo>
                <a:lnTo>
                  <a:pt x="161785" y="1076744"/>
                </a:lnTo>
                <a:lnTo>
                  <a:pt x="499770" y="1077112"/>
                </a:lnTo>
                <a:lnTo>
                  <a:pt x="767626" y="955878"/>
                </a:lnTo>
                <a:lnTo>
                  <a:pt x="766330" y="928598"/>
                </a:lnTo>
                <a:lnTo>
                  <a:pt x="769518" y="913206"/>
                </a:lnTo>
                <a:lnTo>
                  <a:pt x="771969" y="898156"/>
                </a:lnTo>
                <a:lnTo>
                  <a:pt x="781354" y="879970"/>
                </a:lnTo>
                <a:lnTo>
                  <a:pt x="785329" y="850290"/>
                </a:lnTo>
                <a:lnTo>
                  <a:pt x="788924" y="820788"/>
                </a:lnTo>
                <a:lnTo>
                  <a:pt x="791972" y="791527"/>
                </a:lnTo>
                <a:lnTo>
                  <a:pt x="797890" y="760971"/>
                </a:lnTo>
                <a:lnTo>
                  <a:pt x="803998" y="730326"/>
                </a:lnTo>
                <a:lnTo>
                  <a:pt x="804494" y="688276"/>
                </a:lnTo>
                <a:lnTo>
                  <a:pt x="809307" y="658215"/>
                </a:lnTo>
                <a:lnTo>
                  <a:pt x="811022" y="629564"/>
                </a:lnTo>
                <a:close/>
              </a:path>
              <a:path w="3552190" h="1080134">
                <a:moveTo>
                  <a:pt x="982954" y="816610"/>
                </a:moveTo>
                <a:lnTo>
                  <a:pt x="981011" y="803554"/>
                </a:lnTo>
                <a:lnTo>
                  <a:pt x="961364" y="826376"/>
                </a:lnTo>
                <a:lnTo>
                  <a:pt x="974153" y="820597"/>
                </a:lnTo>
                <a:lnTo>
                  <a:pt x="982954" y="816610"/>
                </a:lnTo>
                <a:close/>
              </a:path>
              <a:path w="3552190" h="1080134">
                <a:moveTo>
                  <a:pt x="1187386" y="635457"/>
                </a:moveTo>
                <a:lnTo>
                  <a:pt x="1170584" y="634809"/>
                </a:lnTo>
                <a:lnTo>
                  <a:pt x="1159040" y="642391"/>
                </a:lnTo>
                <a:lnTo>
                  <a:pt x="1149197" y="652741"/>
                </a:lnTo>
                <a:lnTo>
                  <a:pt x="1137475" y="660400"/>
                </a:lnTo>
                <a:lnTo>
                  <a:pt x="1138453" y="662597"/>
                </a:lnTo>
                <a:lnTo>
                  <a:pt x="1139253" y="664324"/>
                </a:lnTo>
                <a:lnTo>
                  <a:pt x="1142098" y="665391"/>
                </a:lnTo>
                <a:lnTo>
                  <a:pt x="1143863" y="669315"/>
                </a:lnTo>
                <a:lnTo>
                  <a:pt x="1187386" y="635457"/>
                </a:lnTo>
                <a:close/>
              </a:path>
              <a:path w="3552190" h="1080134">
                <a:moveTo>
                  <a:pt x="1234821" y="588784"/>
                </a:moveTo>
                <a:lnTo>
                  <a:pt x="1230934" y="575652"/>
                </a:lnTo>
                <a:lnTo>
                  <a:pt x="1206220" y="600760"/>
                </a:lnTo>
                <a:lnTo>
                  <a:pt x="1198943" y="608990"/>
                </a:lnTo>
                <a:lnTo>
                  <a:pt x="1221828" y="602322"/>
                </a:lnTo>
                <a:lnTo>
                  <a:pt x="1232776" y="596633"/>
                </a:lnTo>
                <a:lnTo>
                  <a:pt x="1234821" y="588784"/>
                </a:lnTo>
                <a:close/>
              </a:path>
              <a:path w="3552190" h="1080134">
                <a:moveTo>
                  <a:pt x="1314056" y="535673"/>
                </a:moveTo>
                <a:lnTo>
                  <a:pt x="1313167" y="533717"/>
                </a:lnTo>
                <a:lnTo>
                  <a:pt x="1308366" y="533527"/>
                </a:lnTo>
                <a:lnTo>
                  <a:pt x="1305534" y="532447"/>
                </a:lnTo>
                <a:lnTo>
                  <a:pt x="1300734" y="532257"/>
                </a:lnTo>
                <a:lnTo>
                  <a:pt x="1304467" y="535292"/>
                </a:lnTo>
                <a:lnTo>
                  <a:pt x="1310144" y="537438"/>
                </a:lnTo>
                <a:lnTo>
                  <a:pt x="1313865" y="540473"/>
                </a:lnTo>
                <a:lnTo>
                  <a:pt x="1312989" y="538518"/>
                </a:lnTo>
                <a:lnTo>
                  <a:pt x="1314056" y="535673"/>
                </a:lnTo>
                <a:close/>
              </a:path>
              <a:path w="3552190" h="1080134">
                <a:moveTo>
                  <a:pt x="1462087" y="353085"/>
                </a:moveTo>
                <a:lnTo>
                  <a:pt x="1458366" y="350050"/>
                </a:lnTo>
                <a:lnTo>
                  <a:pt x="1457477" y="348094"/>
                </a:lnTo>
                <a:lnTo>
                  <a:pt x="1454632" y="347027"/>
                </a:lnTo>
                <a:lnTo>
                  <a:pt x="1444320" y="360133"/>
                </a:lnTo>
                <a:lnTo>
                  <a:pt x="1433372" y="372859"/>
                </a:lnTo>
                <a:lnTo>
                  <a:pt x="1411452" y="397230"/>
                </a:lnTo>
                <a:lnTo>
                  <a:pt x="1412341" y="399186"/>
                </a:lnTo>
                <a:lnTo>
                  <a:pt x="1416062" y="402221"/>
                </a:lnTo>
                <a:lnTo>
                  <a:pt x="1418907" y="403301"/>
                </a:lnTo>
                <a:lnTo>
                  <a:pt x="1428978" y="389636"/>
                </a:lnTo>
                <a:lnTo>
                  <a:pt x="1442961" y="379730"/>
                </a:lnTo>
                <a:lnTo>
                  <a:pt x="1455712" y="369062"/>
                </a:lnTo>
                <a:lnTo>
                  <a:pt x="1462087" y="353085"/>
                </a:lnTo>
                <a:close/>
              </a:path>
              <a:path w="3552190" h="1080134">
                <a:moveTo>
                  <a:pt x="1984209" y="815009"/>
                </a:moveTo>
                <a:lnTo>
                  <a:pt x="1955101" y="797509"/>
                </a:lnTo>
                <a:lnTo>
                  <a:pt x="1946198" y="829843"/>
                </a:lnTo>
                <a:lnTo>
                  <a:pt x="1950110" y="828078"/>
                </a:lnTo>
                <a:lnTo>
                  <a:pt x="1957743" y="829348"/>
                </a:lnTo>
                <a:lnTo>
                  <a:pt x="1964486" y="828649"/>
                </a:lnTo>
                <a:lnTo>
                  <a:pt x="1971408" y="823150"/>
                </a:lnTo>
                <a:lnTo>
                  <a:pt x="1977275" y="820496"/>
                </a:lnTo>
                <a:lnTo>
                  <a:pt x="1984209" y="815009"/>
                </a:lnTo>
                <a:close/>
              </a:path>
              <a:path w="3552190" h="1080134">
                <a:moveTo>
                  <a:pt x="2580157" y="456171"/>
                </a:moveTo>
                <a:lnTo>
                  <a:pt x="2576550" y="402043"/>
                </a:lnTo>
                <a:lnTo>
                  <a:pt x="2564460" y="351751"/>
                </a:lnTo>
                <a:lnTo>
                  <a:pt x="2545346" y="304647"/>
                </a:lnTo>
                <a:lnTo>
                  <a:pt x="2541028" y="292658"/>
                </a:lnTo>
                <a:lnTo>
                  <a:pt x="2535783" y="281089"/>
                </a:lnTo>
                <a:lnTo>
                  <a:pt x="2531884" y="282867"/>
                </a:lnTo>
                <a:lnTo>
                  <a:pt x="2509748" y="264998"/>
                </a:lnTo>
                <a:lnTo>
                  <a:pt x="2493213" y="258546"/>
                </a:lnTo>
                <a:lnTo>
                  <a:pt x="2477414" y="251752"/>
                </a:lnTo>
                <a:lnTo>
                  <a:pt x="2457475" y="232892"/>
                </a:lnTo>
                <a:lnTo>
                  <a:pt x="2411933" y="197751"/>
                </a:lnTo>
                <a:lnTo>
                  <a:pt x="2362352" y="164426"/>
                </a:lnTo>
                <a:lnTo>
                  <a:pt x="2315807" y="143675"/>
                </a:lnTo>
                <a:lnTo>
                  <a:pt x="2268905" y="123075"/>
                </a:lnTo>
                <a:lnTo>
                  <a:pt x="2262784" y="111912"/>
                </a:lnTo>
                <a:lnTo>
                  <a:pt x="2257209" y="100495"/>
                </a:lnTo>
                <a:lnTo>
                  <a:pt x="2251278" y="89242"/>
                </a:lnTo>
                <a:lnTo>
                  <a:pt x="1377975" y="484479"/>
                </a:lnTo>
                <a:lnTo>
                  <a:pt x="1376019" y="485368"/>
                </a:lnTo>
                <a:lnTo>
                  <a:pt x="1377353" y="498703"/>
                </a:lnTo>
                <a:lnTo>
                  <a:pt x="1375397" y="499592"/>
                </a:lnTo>
                <a:lnTo>
                  <a:pt x="1371625" y="487362"/>
                </a:lnTo>
                <a:lnTo>
                  <a:pt x="1372031" y="478116"/>
                </a:lnTo>
                <a:lnTo>
                  <a:pt x="1377975" y="484479"/>
                </a:lnTo>
                <a:lnTo>
                  <a:pt x="2249284" y="90131"/>
                </a:lnTo>
                <a:lnTo>
                  <a:pt x="2238984" y="80860"/>
                </a:lnTo>
                <a:lnTo>
                  <a:pt x="2227580" y="72085"/>
                </a:lnTo>
                <a:lnTo>
                  <a:pt x="2215451" y="63627"/>
                </a:lnTo>
                <a:lnTo>
                  <a:pt x="2208187" y="66916"/>
                </a:lnTo>
                <a:lnTo>
                  <a:pt x="2176589" y="53340"/>
                </a:lnTo>
                <a:lnTo>
                  <a:pt x="2117166" y="38417"/>
                </a:lnTo>
                <a:lnTo>
                  <a:pt x="2085568" y="24828"/>
                </a:lnTo>
                <a:lnTo>
                  <a:pt x="2051951" y="12166"/>
                </a:lnTo>
                <a:lnTo>
                  <a:pt x="2017242" y="0"/>
                </a:lnTo>
                <a:lnTo>
                  <a:pt x="1984108" y="1054"/>
                </a:lnTo>
                <a:lnTo>
                  <a:pt x="1799247" y="84721"/>
                </a:lnTo>
                <a:lnTo>
                  <a:pt x="1783295" y="105879"/>
                </a:lnTo>
                <a:lnTo>
                  <a:pt x="1752041" y="120027"/>
                </a:lnTo>
                <a:lnTo>
                  <a:pt x="1742897" y="110223"/>
                </a:lnTo>
                <a:lnTo>
                  <a:pt x="1746313" y="122618"/>
                </a:lnTo>
                <a:lnTo>
                  <a:pt x="1749742" y="135001"/>
                </a:lnTo>
                <a:lnTo>
                  <a:pt x="1747126" y="150126"/>
                </a:lnTo>
                <a:lnTo>
                  <a:pt x="1701952" y="170573"/>
                </a:lnTo>
                <a:lnTo>
                  <a:pt x="1683410" y="192900"/>
                </a:lnTo>
                <a:lnTo>
                  <a:pt x="1659077" y="203911"/>
                </a:lnTo>
                <a:lnTo>
                  <a:pt x="1619986" y="249491"/>
                </a:lnTo>
                <a:lnTo>
                  <a:pt x="1598498" y="259219"/>
                </a:lnTo>
                <a:lnTo>
                  <a:pt x="1604975" y="242341"/>
                </a:lnTo>
                <a:lnTo>
                  <a:pt x="1603019" y="243230"/>
                </a:lnTo>
                <a:lnTo>
                  <a:pt x="1597787" y="231660"/>
                </a:lnTo>
                <a:lnTo>
                  <a:pt x="1597710" y="259575"/>
                </a:lnTo>
                <a:lnTo>
                  <a:pt x="1573276" y="270637"/>
                </a:lnTo>
                <a:lnTo>
                  <a:pt x="1544307" y="311619"/>
                </a:lnTo>
                <a:lnTo>
                  <a:pt x="1530197" y="331952"/>
                </a:lnTo>
                <a:lnTo>
                  <a:pt x="1523009" y="321259"/>
                </a:lnTo>
                <a:lnTo>
                  <a:pt x="1521053" y="322148"/>
                </a:lnTo>
                <a:lnTo>
                  <a:pt x="1523631" y="307047"/>
                </a:lnTo>
                <a:lnTo>
                  <a:pt x="1543354" y="298119"/>
                </a:lnTo>
                <a:lnTo>
                  <a:pt x="1569008" y="272567"/>
                </a:lnTo>
                <a:lnTo>
                  <a:pt x="1579575" y="253834"/>
                </a:lnTo>
                <a:lnTo>
                  <a:pt x="1581531" y="252958"/>
                </a:lnTo>
                <a:lnTo>
                  <a:pt x="1588719" y="263639"/>
                </a:lnTo>
                <a:lnTo>
                  <a:pt x="1597710" y="259575"/>
                </a:lnTo>
                <a:lnTo>
                  <a:pt x="1597710" y="231698"/>
                </a:lnTo>
                <a:lnTo>
                  <a:pt x="1595831" y="232537"/>
                </a:lnTo>
                <a:lnTo>
                  <a:pt x="1476121" y="342480"/>
                </a:lnTo>
                <a:lnTo>
                  <a:pt x="1478076" y="341604"/>
                </a:lnTo>
                <a:lnTo>
                  <a:pt x="1495031" y="347865"/>
                </a:lnTo>
                <a:lnTo>
                  <a:pt x="1479562" y="382752"/>
                </a:lnTo>
                <a:lnTo>
                  <a:pt x="1455547" y="407555"/>
                </a:lnTo>
                <a:lnTo>
                  <a:pt x="1435214" y="430707"/>
                </a:lnTo>
                <a:lnTo>
                  <a:pt x="1420253" y="437476"/>
                </a:lnTo>
                <a:lnTo>
                  <a:pt x="1416964" y="425018"/>
                </a:lnTo>
                <a:lnTo>
                  <a:pt x="1419542" y="409905"/>
                </a:lnTo>
                <a:lnTo>
                  <a:pt x="1411808" y="413410"/>
                </a:lnTo>
                <a:lnTo>
                  <a:pt x="1411808" y="455231"/>
                </a:lnTo>
                <a:lnTo>
                  <a:pt x="1372247" y="473138"/>
                </a:lnTo>
                <a:lnTo>
                  <a:pt x="1379474" y="455930"/>
                </a:lnTo>
                <a:lnTo>
                  <a:pt x="1404620" y="444563"/>
                </a:lnTo>
                <a:lnTo>
                  <a:pt x="1411808" y="455231"/>
                </a:lnTo>
                <a:lnTo>
                  <a:pt x="1411808" y="413410"/>
                </a:lnTo>
                <a:lnTo>
                  <a:pt x="1391437" y="422630"/>
                </a:lnTo>
                <a:lnTo>
                  <a:pt x="1371307" y="445681"/>
                </a:lnTo>
                <a:lnTo>
                  <a:pt x="1358861" y="465251"/>
                </a:lnTo>
                <a:lnTo>
                  <a:pt x="1361579" y="477964"/>
                </a:lnTo>
                <a:lnTo>
                  <a:pt x="1364297" y="490677"/>
                </a:lnTo>
                <a:lnTo>
                  <a:pt x="1353743" y="495452"/>
                </a:lnTo>
                <a:lnTo>
                  <a:pt x="1337119" y="516915"/>
                </a:lnTo>
                <a:lnTo>
                  <a:pt x="1326553" y="521690"/>
                </a:lnTo>
                <a:lnTo>
                  <a:pt x="1325930" y="535914"/>
                </a:lnTo>
                <a:lnTo>
                  <a:pt x="1323975" y="536803"/>
                </a:lnTo>
                <a:lnTo>
                  <a:pt x="1320482" y="552323"/>
                </a:lnTo>
                <a:lnTo>
                  <a:pt x="1312125" y="556107"/>
                </a:lnTo>
                <a:lnTo>
                  <a:pt x="1309725" y="571131"/>
                </a:lnTo>
                <a:lnTo>
                  <a:pt x="1295374" y="577634"/>
                </a:lnTo>
                <a:lnTo>
                  <a:pt x="1288186" y="566940"/>
                </a:lnTo>
                <a:lnTo>
                  <a:pt x="1270000" y="575170"/>
                </a:lnTo>
                <a:lnTo>
                  <a:pt x="1265377" y="563333"/>
                </a:lnTo>
                <a:lnTo>
                  <a:pt x="1257452" y="608736"/>
                </a:lnTo>
                <a:lnTo>
                  <a:pt x="1244015" y="628764"/>
                </a:lnTo>
                <a:lnTo>
                  <a:pt x="1219847" y="625754"/>
                </a:lnTo>
                <a:lnTo>
                  <a:pt x="1205509" y="618299"/>
                </a:lnTo>
                <a:lnTo>
                  <a:pt x="1197698" y="621842"/>
                </a:lnTo>
                <a:lnTo>
                  <a:pt x="1200988" y="634288"/>
                </a:lnTo>
                <a:lnTo>
                  <a:pt x="1193787" y="623608"/>
                </a:lnTo>
                <a:lnTo>
                  <a:pt x="1199019" y="635177"/>
                </a:lnTo>
                <a:lnTo>
                  <a:pt x="1192923" y="637933"/>
                </a:lnTo>
                <a:lnTo>
                  <a:pt x="1192060" y="652272"/>
                </a:lnTo>
                <a:lnTo>
                  <a:pt x="1186688" y="654697"/>
                </a:lnTo>
                <a:lnTo>
                  <a:pt x="1188008" y="668045"/>
                </a:lnTo>
                <a:lnTo>
                  <a:pt x="1187754" y="682104"/>
                </a:lnTo>
                <a:lnTo>
                  <a:pt x="1130731" y="707910"/>
                </a:lnTo>
                <a:lnTo>
                  <a:pt x="1131900" y="693445"/>
                </a:lnTo>
                <a:lnTo>
                  <a:pt x="1137221" y="691032"/>
                </a:lnTo>
                <a:lnTo>
                  <a:pt x="1137297" y="677062"/>
                </a:lnTo>
                <a:lnTo>
                  <a:pt x="1138453" y="662597"/>
                </a:lnTo>
                <a:lnTo>
                  <a:pt x="1124534" y="682828"/>
                </a:lnTo>
                <a:lnTo>
                  <a:pt x="1107567" y="690511"/>
                </a:lnTo>
                <a:lnTo>
                  <a:pt x="1097292" y="709104"/>
                </a:lnTo>
                <a:lnTo>
                  <a:pt x="1082522" y="715784"/>
                </a:lnTo>
                <a:lnTo>
                  <a:pt x="1065771" y="737311"/>
                </a:lnTo>
                <a:lnTo>
                  <a:pt x="1043800" y="747255"/>
                </a:lnTo>
                <a:lnTo>
                  <a:pt x="1027061" y="768769"/>
                </a:lnTo>
                <a:lnTo>
                  <a:pt x="1010310" y="790282"/>
                </a:lnTo>
                <a:lnTo>
                  <a:pt x="1043368" y="775322"/>
                </a:lnTo>
                <a:lnTo>
                  <a:pt x="1059776" y="753960"/>
                </a:lnTo>
                <a:lnTo>
                  <a:pt x="1061110" y="767295"/>
                </a:lnTo>
                <a:lnTo>
                  <a:pt x="1059154" y="768184"/>
                </a:lnTo>
                <a:lnTo>
                  <a:pt x="1058532" y="782408"/>
                </a:lnTo>
                <a:lnTo>
                  <a:pt x="1043393" y="789254"/>
                </a:lnTo>
                <a:lnTo>
                  <a:pt x="1040142" y="804672"/>
                </a:lnTo>
                <a:lnTo>
                  <a:pt x="973899" y="834644"/>
                </a:lnTo>
                <a:lnTo>
                  <a:pt x="974153" y="820597"/>
                </a:lnTo>
                <a:lnTo>
                  <a:pt x="936675" y="837552"/>
                </a:lnTo>
                <a:lnTo>
                  <a:pt x="917587" y="860132"/>
                </a:lnTo>
                <a:lnTo>
                  <a:pt x="886447" y="874229"/>
                </a:lnTo>
                <a:lnTo>
                  <a:pt x="884148" y="889215"/>
                </a:lnTo>
                <a:lnTo>
                  <a:pt x="861212" y="899591"/>
                </a:lnTo>
                <a:lnTo>
                  <a:pt x="858608" y="914704"/>
                </a:lnTo>
                <a:lnTo>
                  <a:pt x="845667" y="920572"/>
                </a:lnTo>
                <a:lnTo>
                  <a:pt x="852855" y="931252"/>
                </a:lnTo>
                <a:lnTo>
                  <a:pt x="856767" y="929487"/>
                </a:lnTo>
                <a:lnTo>
                  <a:pt x="849668" y="946632"/>
                </a:lnTo>
                <a:lnTo>
                  <a:pt x="839533" y="951217"/>
                </a:lnTo>
                <a:lnTo>
                  <a:pt x="827100" y="942911"/>
                </a:lnTo>
                <a:lnTo>
                  <a:pt x="762990" y="971931"/>
                </a:lnTo>
                <a:lnTo>
                  <a:pt x="530491" y="1077150"/>
                </a:lnTo>
                <a:lnTo>
                  <a:pt x="561213" y="1077188"/>
                </a:lnTo>
                <a:lnTo>
                  <a:pt x="1237183" y="1077937"/>
                </a:lnTo>
                <a:lnTo>
                  <a:pt x="1636610" y="1078382"/>
                </a:lnTo>
                <a:lnTo>
                  <a:pt x="1643468" y="1061339"/>
                </a:lnTo>
                <a:lnTo>
                  <a:pt x="1726996" y="995641"/>
                </a:lnTo>
                <a:lnTo>
                  <a:pt x="1763420" y="951280"/>
                </a:lnTo>
                <a:lnTo>
                  <a:pt x="1804746" y="918641"/>
                </a:lnTo>
                <a:lnTo>
                  <a:pt x="1875434" y="830884"/>
                </a:lnTo>
                <a:lnTo>
                  <a:pt x="1915642" y="798741"/>
                </a:lnTo>
                <a:lnTo>
                  <a:pt x="1981365" y="741121"/>
                </a:lnTo>
                <a:lnTo>
                  <a:pt x="1979942" y="755700"/>
                </a:lnTo>
                <a:lnTo>
                  <a:pt x="1974392" y="758215"/>
                </a:lnTo>
                <a:lnTo>
                  <a:pt x="1974799" y="771969"/>
                </a:lnTo>
                <a:lnTo>
                  <a:pt x="1975586" y="785558"/>
                </a:lnTo>
                <a:lnTo>
                  <a:pt x="1991207" y="778484"/>
                </a:lnTo>
                <a:lnTo>
                  <a:pt x="1986280" y="794651"/>
                </a:lnTo>
                <a:lnTo>
                  <a:pt x="1992160" y="805942"/>
                </a:lnTo>
                <a:lnTo>
                  <a:pt x="1997570" y="803490"/>
                </a:lnTo>
                <a:lnTo>
                  <a:pt x="2006917" y="813193"/>
                </a:lnTo>
                <a:lnTo>
                  <a:pt x="1965896" y="831761"/>
                </a:lnTo>
                <a:lnTo>
                  <a:pt x="1957971" y="849287"/>
                </a:lnTo>
                <a:lnTo>
                  <a:pt x="1950237" y="866736"/>
                </a:lnTo>
                <a:lnTo>
                  <a:pt x="1937639" y="872439"/>
                </a:lnTo>
                <a:lnTo>
                  <a:pt x="1930806" y="889469"/>
                </a:lnTo>
                <a:lnTo>
                  <a:pt x="1929663" y="903922"/>
                </a:lnTo>
                <a:lnTo>
                  <a:pt x="1924570" y="906233"/>
                </a:lnTo>
                <a:lnTo>
                  <a:pt x="1925078" y="919937"/>
                </a:lnTo>
                <a:lnTo>
                  <a:pt x="1919795" y="922324"/>
                </a:lnTo>
                <a:lnTo>
                  <a:pt x="1911591" y="953922"/>
                </a:lnTo>
                <a:lnTo>
                  <a:pt x="1895944" y="974940"/>
                </a:lnTo>
                <a:lnTo>
                  <a:pt x="1882495" y="994968"/>
                </a:lnTo>
                <a:lnTo>
                  <a:pt x="1880882" y="1023581"/>
                </a:lnTo>
                <a:lnTo>
                  <a:pt x="1886115" y="1035151"/>
                </a:lnTo>
                <a:lnTo>
                  <a:pt x="1880260" y="1037805"/>
                </a:lnTo>
                <a:lnTo>
                  <a:pt x="1864982" y="1058659"/>
                </a:lnTo>
                <a:lnTo>
                  <a:pt x="1861273" y="1074280"/>
                </a:lnTo>
                <a:lnTo>
                  <a:pt x="2437790" y="1078217"/>
                </a:lnTo>
                <a:lnTo>
                  <a:pt x="2449703" y="1030998"/>
                </a:lnTo>
                <a:lnTo>
                  <a:pt x="2466860" y="995362"/>
                </a:lnTo>
                <a:lnTo>
                  <a:pt x="2478405" y="948309"/>
                </a:lnTo>
                <a:lnTo>
                  <a:pt x="2494648" y="913079"/>
                </a:lnTo>
                <a:lnTo>
                  <a:pt x="2506434" y="865924"/>
                </a:lnTo>
                <a:lnTo>
                  <a:pt x="2517686" y="819010"/>
                </a:lnTo>
                <a:lnTo>
                  <a:pt x="2539250" y="725614"/>
                </a:lnTo>
                <a:lnTo>
                  <a:pt x="2541930" y="696518"/>
                </a:lnTo>
                <a:lnTo>
                  <a:pt x="2549677" y="679069"/>
                </a:lnTo>
                <a:lnTo>
                  <a:pt x="2557043" y="661797"/>
                </a:lnTo>
                <a:lnTo>
                  <a:pt x="2558631" y="633196"/>
                </a:lnTo>
                <a:lnTo>
                  <a:pt x="2562758" y="589508"/>
                </a:lnTo>
                <a:lnTo>
                  <a:pt x="2571026" y="557885"/>
                </a:lnTo>
                <a:lnTo>
                  <a:pt x="2573324" y="515023"/>
                </a:lnTo>
                <a:lnTo>
                  <a:pt x="2575268" y="472325"/>
                </a:lnTo>
                <a:lnTo>
                  <a:pt x="2580157" y="456171"/>
                </a:lnTo>
                <a:close/>
              </a:path>
              <a:path w="3552190" h="1080134">
                <a:moveTo>
                  <a:pt x="3194418" y="217741"/>
                </a:moveTo>
                <a:lnTo>
                  <a:pt x="3189630" y="217551"/>
                </a:lnTo>
                <a:lnTo>
                  <a:pt x="3185020" y="212559"/>
                </a:lnTo>
                <a:lnTo>
                  <a:pt x="3183064" y="213436"/>
                </a:lnTo>
                <a:lnTo>
                  <a:pt x="3172587" y="221983"/>
                </a:lnTo>
                <a:lnTo>
                  <a:pt x="3164243" y="238175"/>
                </a:lnTo>
                <a:lnTo>
                  <a:pt x="3159937" y="257416"/>
                </a:lnTo>
                <a:lnTo>
                  <a:pt x="3161525" y="275082"/>
                </a:lnTo>
                <a:lnTo>
                  <a:pt x="3170593" y="263906"/>
                </a:lnTo>
                <a:lnTo>
                  <a:pt x="3174682" y="257340"/>
                </a:lnTo>
                <a:lnTo>
                  <a:pt x="3179140" y="246875"/>
                </a:lnTo>
                <a:lnTo>
                  <a:pt x="3194418" y="217741"/>
                </a:lnTo>
                <a:close/>
              </a:path>
              <a:path w="3552190" h="1080134">
                <a:moveTo>
                  <a:pt x="3238398" y="130378"/>
                </a:moveTo>
                <a:lnTo>
                  <a:pt x="3236861" y="117132"/>
                </a:lnTo>
                <a:lnTo>
                  <a:pt x="3237776" y="104228"/>
                </a:lnTo>
                <a:lnTo>
                  <a:pt x="3228136" y="121081"/>
                </a:lnTo>
                <a:lnTo>
                  <a:pt x="3220504" y="124536"/>
                </a:lnTo>
                <a:lnTo>
                  <a:pt x="3227692" y="135229"/>
                </a:lnTo>
                <a:lnTo>
                  <a:pt x="3231604" y="133464"/>
                </a:lnTo>
                <a:lnTo>
                  <a:pt x="3234055" y="133680"/>
                </a:lnTo>
                <a:lnTo>
                  <a:pt x="3233547" y="132588"/>
                </a:lnTo>
                <a:lnTo>
                  <a:pt x="3238398" y="130378"/>
                </a:lnTo>
                <a:close/>
              </a:path>
              <a:path w="3552190" h="1080134">
                <a:moveTo>
                  <a:pt x="3238893" y="102273"/>
                </a:moveTo>
                <a:lnTo>
                  <a:pt x="3237877" y="102730"/>
                </a:lnTo>
                <a:lnTo>
                  <a:pt x="3237776" y="104228"/>
                </a:lnTo>
                <a:lnTo>
                  <a:pt x="3238893" y="102273"/>
                </a:lnTo>
                <a:close/>
              </a:path>
              <a:path w="3552190" h="1080134">
                <a:moveTo>
                  <a:pt x="3552126" y="225374"/>
                </a:moveTo>
                <a:lnTo>
                  <a:pt x="3548291" y="213169"/>
                </a:lnTo>
                <a:lnTo>
                  <a:pt x="3547859" y="213360"/>
                </a:lnTo>
                <a:lnTo>
                  <a:pt x="3536454" y="204584"/>
                </a:lnTo>
                <a:lnTo>
                  <a:pt x="3532022" y="192646"/>
                </a:lnTo>
                <a:lnTo>
                  <a:pt x="3537940" y="189966"/>
                </a:lnTo>
                <a:lnTo>
                  <a:pt x="3541915" y="174231"/>
                </a:lnTo>
                <a:lnTo>
                  <a:pt x="3522370" y="169138"/>
                </a:lnTo>
                <a:lnTo>
                  <a:pt x="3503371" y="163804"/>
                </a:lnTo>
                <a:lnTo>
                  <a:pt x="3484727" y="158292"/>
                </a:lnTo>
                <a:lnTo>
                  <a:pt x="3466274" y="152704"/>
                </a:lnTo>
                <a:lnTo>
                  <a:pt x="3462363" y="154470"/>
                </a:lnTo>
                <a:lnTo>
                  <a:pt x="3458743" y="142176"/>
                </a:lnTo>
                <a:lnTo>
                  <a:pt x="3448723" y="132765"/>
                </a:lnTo>
                <a:lnTo>
                  <a:pt x="3422586" y="144602"/>
                </a:lnTo>
                <a:lnTo>
                  <a:pt x="3423208" y="130378"/>
                </a:lnTo>
                <a:lnTo>
                  <a:pt x="3402901" y="125628"/>
                </a:lnTo>
                <a:lnTo>
                  <a:pt x="3379178" y="108483"/>
                </a:lnTo>
                <a:lnTo>
                  <a:pt x="3362160" y="102247"/>
                </a:lnTo>
                <a:lnTo>
                  <a:pt x="3341001" y="83947"/>
                </a:lnTo>
                <a:lnTo>
                  <a:pt x="3324834" y="77317"/>
                </a:lnTo>
                <a:lnTo>
                  <a:pt x="3309035" y="70523"/>
                </a:lnTo>
                <a:lnTo>
                  <a:pt x="3281692" y="82905"/>
                </a:lnTo>
                <a:lnTo>
                  <a:pt x="3271443" y="73609"/>
                </a:lnTo>
                <a:lnTo>
                  <a:pt x="3252012" y="82397"/>
                </a:lnTo>
                <a:lnTo>
                  <a:pt x="3262769" y="77520"/>
                </a:lnTo>
                <a:lnTo>
                  <a:pt x="3245942" y="71208"/>
                </a:lnTo>
                <a:lnTo>
                  <a:pt x="3232137" y="77457"/>
                </a:lnTo>
                <a:lnTo>
                  <a:pt x="3237382" y="89027"/>
                </a:lnTo>
                <a:lnTo>
                  <a:pt x="3241268" y="87261"/>
                </a:lnTo>
                <a:lnTo>
                  <a:pt x="3238893" y="102273"/>
                </a:lnTo>
                <a:lnTo>
                  <a:pt x="3277260" y="112788"/>
                </a:lnTo>
                <a:lnTo>
                  <a:pt x="3283102" y="138036"/>
                </a:lnTo>
                <a:lnTo>
                  <a:pt x="3234055" y="133680"/>
                </a:lnTo>
                <a:lnTo>
                  <a:pt x="3238792" y="144145"/>
                </a:lnTo>
                <a:lnTo>
                  <a:pt x="3234258" y="160134"/>
                </a:lnTo>
                <a:lnTo>
                  <a:pt x="3204248" y="173710"/>
                </a:lnTo>
                <a:lnTo>
                  <a:pt x="3204324" y="187617"/>
                </a:lnTo>
                <a:lnTo>
                  <a:pt x="3203079" y="216065"/>
                </a:lnTo>
                <a:lnTo>
                  <a:pt x="3200679" y="231089"/>
                </a:lnTo>
                <a:lnTo>
                  <a:pt x="3192691" y="234708"/>
                </a:lnTo>
                <a:lnTo>
                  <a:pt x="3189922" y="249897"/>
                </a:lnTo>
                <a:lnTo>
                  <a:pt x="3182289" y="253352"/>
                </a:lnTo>
                <a:lnTo>
                  <a:pt x="3185579" y="265811"/>
                </a:lnTo>
                <a:lnTo>
                  <a:pt x="3183623" y="266687"/>
                </a:lnTo>
                <a:lnTo>
                  <a:pt x="3184944" y="280035"/>
                </a:lnTo>
                <a:lnTo>
                  <a:pt x="3176981" y="283641"/>
                </a:lnTo>
                <a:lnTo>
                  <a:pt x="3174809" y="298564"/>
                </a:lnTo>
                <a:lnTo>
                  <a:pt x="3175914" y="312000"/>
                </a:lnTo>
                <a:lnTo>
                  <a:pt x="3183077" y="322694"/>
                </a:lnTo>
                <a:lnTo>
                  <a:pt x="3178543" y="338683"/>
                </a:lnTo>
                <a:lnTo>
                  <a:pt x="3166821" y="343992"/>
                </a:lnTo>
                <a:lnTo>
                  <a:pt x="3153778" y="335965"/>
                </a:lnTo>
                <a:lnTo>
                  <a:pt x="3147911" y="338620"/>
                </a:lnTo>
                <a:lnTo>
                  <a:pt x="3151301" y="351015"/>
                </a:lnTo>
                <a:lnTo>
                  <a:pt x="3148761" y="352171"/>
                </a:lnTo>
                <a:lnTo>
                  <a:pt x="3150679" y="365239"/>
                </a:lnTo>
                <a:lnTo>
                  <a:pt x="3146666" y="367055"/>
                </a:lnTo>
                <a:lnTo>
                  <a:pt x="3128378" y="347459"/>
                </a:lnTo>
                <a:lnTo>
                  <a:pt x="3137878" y="343154"/>
                </a:lnTo>
                <a:lnTo>
                  <a:pt x="3143415" y="326707"/>
                </a:lnTo>
                <a:lnTo>
                  <a:pt x="3155289" y="321335"/>
                </a:lnTo>
                <a:lnTo>
                  <a:pt x="3162833" y="303974"/>
                </a:lnTo>
                <a:lnTo>
                  <a:pt x="3163201" y="303809"/>
                </a:lnTo>
                <a:lnTo>
                  <a:pt x="3159061" y="291744"/>
                </a:lnTo>
                <a:lnTo>
                  <a:pt x="3160903" y="290918"/>
                </a:lnTo>
                <a:lnTo>
                  <a:pt x="3158223" y="278180"/>
                </a:lnTo>
                <a:lnTo>
                  <a:pt x="3126448" y="320446"/>
                </a:lnTo>
                <a:lnTo>
                  <a:pt x="3099079" y="360718"/>
                </a:lnTo>
                <a:lnTo>
                  <a:pt x="3086379" y="394347"/>
                </a:lnTo>
                <a:lnTo>
                  <a:pt x="3070301" y="414248"/>
                </a:lnTo>
                <a:lnTo>
                  <a:pt x="3070301" y="457377"/>
                </a:lnTo>
                <a:lnTo>
                  <a:pt x="3070288" y="471335"/>
                </a:lnTo>
                <a:lnTo>
                  <a:pt x="3065869" y="487260"/>
                </a:lnTo>
                <a:lnTo>
                  <a:pt x="3047187" y="495719"/>
                </a:lnTo>
                <a:lnTo>
                  <a:pt x="3050476" y="480301"/>
                </a:lnTo>
                <a:lnTo>
                  <a:pt x="3053575" y="464959"/>
                </a:lnTo>
                <a:lnTo>
                  <a:pt x="3062274" y="461022"/>
                </a:lnTo>
                <a:lnTo>
                  <a:pt x="3066643" y="445096"/>
                </a:lnTo>
                <a:lnTo>
                  <a:pt x="3070301" y="457377"/>
                </a:lnTo>
                <a:lnTo>
                  <a:pt x="3070301" y="414248"/>
                </a:lnTo>
                <a:lnTo>
                  <a:pt x="3068624" y="416318"/>
                </a:lnTo>
                <a:lnTo>
                  <a:pt x="3055747" y="450024"/>
                </a:lnTo>
                <a:lnTo>
                  <a:pt x="3036722" y="472579"/>
                </a:lnTo>
                <a:lnTo>
                  <a:pt x="3002508" y="515950"/>
                </a:lnTo>
                <a:lnTo>
                  <a:pt x="2990913" y="549071"/>
                </a:lnTo>
                <a:lnTo>
                  <a:pt x="2958884" y="591451"/>
                </a:lnTo>
                <a:lnTo>
                  <a:pt x="2943707" y="612254"/>
                </a:lnTo>
                <a:lnTo>
                  <a:pt x="2934119" y="644474"/>
                </a:lnTo>
                <a:lnTo>
                  <a:pt x="2919120" y="665200"/>
                </a:lnTo>
                <a:lnTo>
                  <a:pt x="2913265" y="667854"/>
                </a:lnTo>
                <a:lnTo>
                  <a:pt x="2912719" y="668921"/>
                </a:lnTo>
                <a:lnTo>
                  <a:pt x="2912719" y="723861"/>
                </a:lnTo>
                <a:lnTo>
                  <a:pt x="2909951" y="739051"/>
                </a:lnTo>
                <a:lnTo>
                  <a:pt x="2891028" y="747623"/>
                </a:lnTo>
                <a:lnTo>
                  <a:pt x="2875597" y="740676"/>
                </a:lnTo>
                <a:lnTo>
                  <a:pt x="2879509" y="738898"/>
                </a:lnTo>
                <a:lnTo>
                  <a:pt x="2878175" y="725563"/>
                </a:lnTo>
                <a:lnTo>
                  <a:pt x="2901619" y="714946"/>
                </a:lnTo>
                <a:lnTo>
                  <a:pt x="2912719" y="723861"/>
                </a:lnTo>
                <a:lnTo>
                  <a:pt x="2912719" y="668921"/>
                </a:lnTo>
                <a:lnTo>
                  <a:pt x="2903842" y="686066"/>
                </a:lnTo>
                <a:lnTo>
                  <a:pt x="2879775" y="710895"/>
                </a:lnTo>
                <a:lnTo>
                  <a:pt x="2870365" y="729094"/>
                </a:lnTo>
                <a:lnTo>
                  <a:pt x="2857512" y="734910"/>
                </a:lnTo>
                <a:lnTo>
                  <a:pt x="2850451" y="752055"/>
                </a:lnTo>
                <a:lnTo>
                  <a:pt x="2838513" y="757453"/>
                </a:lnTo>
                <a:lnTo>
                  <a:pt x="2831998" y="774344"/>
                </a:lnTo>
                <a:lnTo>
                  <a:pt x="2808770" y="812736"/>
                </a:lnTo>
                <a:lnTo>
                  <a:pt x="2757081" y="877951"/>
                </a:lnTo>
                <a:lnTo>
                  <a:pt x="2733852" y="916343"/>
                </a:lnTo>
                <a:lnTo>
                  <a:pt x="2708287" y="941844"/>
                </a:lnTo>
                <a:lnTo>
                  <a:pt x="2666898" y="1016342"/>
                </a:lnTo>
                <a:lnTo>
                  <a:pt x="2640241" y="1042352"/>
                </a:lnTo>
                <a:lnTo>
                  <a:pt x="2614701" y="1067841"/>
                </a:lnTo>
                <a:lnTo>
                  <a:pt x="2618600" y="1080020"/>
                </a:lnTo>
                <a:lnTo>
                  <a:pt x="3135757" y="1068997"/>
                </a:lnTo>
                <a:lnTo>
                  <a:pt x="3150387" y="1062380"/>
                </a:lnTo>
                <a:lnTo>
                  <a:pt x="3179851" y="1021168"/>
                </a:lnTo>
                <a:lnTo>
                  <a:pt x="3203956" y="968438"/>
                </a:lnTo>
                <a:lnTo>
                  <a:pt x="3233128" y="927354"/>
                </a:lnTo>
                <a:lnTo>
                  <a:pt x="3309874" y="808977"/>
                </a:lnTo>
                <a:lnTo>
                  <a:pt x="3334588" y="769912"/>
                </a:lnTo>
                <a:lnTo>
                  <a:pt x="3353308" y="719620"/>
                </a:lnTo>
                <a:lnTo>
                  <a:pt x="3379787" y="679754"/>
                </a:lnTo>
                <a:lnTo>
                  <a:pt x="3400641" y="628497"/>
                </a:lnTo>
                <a:lnTo>
                  <a:pt x="3426295" y="589000"/>
                </a:lnTo>
                <a:lnTo>
                  <a:pt x="3446234" y="538162"/>
                </a:lnTo>
                <a:lnTo>
                  <a:pt x="3470859" y="499135"/>
                </a:lnTo>
                <a:lnTo>
                  <a:pt x="3489655" y="448805"/>
                </a:lnTo>
                <a:lnTo>
                  <a:pt x="3508933" y="398259"/>
                </a:lnTo>
                <a:lnTo>
                  <a:pt x="3525634" y="348881"/>
                </a:lnTo>
                <a:lnTo>
                  <a:pt x="3535642" y="288594"/>
                </a:lnTo>
                <a:lnTo>
                  <a:pt x="3550526" y="240042"/>
                </a:lnTo>
                <a:lnTo>
                  <a:pt x="3549256" y="226682"/>
                </a:lnTo>
                <a:lnTo>
                  <a:pt x="3552126" y="225374"/>
                </a:lnTo>
                <a:close/>
              </a:path>
            </a:pathLst>
          </a:custGeom>
          <a:solidFill>
            <a:srgbClr val="E8EDF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9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99957" y="362091"/>
            <a:ext cx="11317605" cy="18256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774065" marR="766445">
              <a:lnSpc>
                <a:spcPct val="115799"/>
              </a:lnSpc>
              <a:spcBef>
                <a:spcPts val="100"/>
              </a:spcBef>
              <a:tabLst>
                <a:tab pos="3035935" algn="l"/>
                <a:tab pos="3731895" algn="l"/>
                <a:tab pos="3775075" algn="l"/>
                <a:tab pos="4700270" algn="l"/>
                <a:tab pos="5410835" algn="l"/>
                <a:tab pos="6969759" algn="l"/>
                <a:tab pos="8778875" algn="l"/>
                <a:tab pos="8799830" algn="l"/>
              </a:tabLst>
            </a:pPr>
            <a:r>
              <a:rPr dirty="0" sz="3400" spc="420"/>
              <a:t>S</a:t>
            </a:r>
            <a:r>
              <a:rPr dirty="0" sz="3400" spc="105"/>
              <a:t>E</a:t>
            </a:r>
            <a:r>
              <a:rPr dirty="0" sz="3400" spc="755"/>
              <a:t>N</a:t>
            </a:r>
            <a:r>
              <a:rPr dirty="0" sz="3400" spc="350"/>
              <a:t>T</a:t>
            </a:r>
            <a:r>
              <a:rPr dirty="0" sz="3400" spc="380"/>
              <a:t>R</a:t>
            </a:r>
            <a:r>
              <a:rPr dirty="0" sz="3400" spc="229"/>
              <a:t>Y</a:t>
            </a:r>
            <a:r>
              <a:rPr dirty="0" sz="3400"/>
              <a:t>	</a:t>
            </a:r>
            <a:r>
              <a:rPr dirty="0" sz="3400" spc="505"/>
              <a:t>I</a:t>
            </a:r>
            <a:r>
              <a:rPr dirty="0" sz="3400" spc="15"/>
              <a:t>S</a:t>
            </a:r>
            <a:r>
              <a:rPr dirty="0" sz="3400"/>
              <a:t>	</a:t>
            </a:r>
            <a:r>
              <a:rPr dirty="0" sz="3400" spc="615"/>
              <a:t>A</a:t>
            </a:r>
            <a:r>
              <a:rPr dirty="0" sz="3400" spc="350"/>
              <a:t>N</a:t>
            </a:r>
            <a:r>
              <a:rPr dirty="0" sz="3400"/>
              <a:t>	</a:t>
            </a:r>
            <a:r>
              <a:rPr dirty="0" sz="3400" spc="740"/>
              <a:t>O</a:t>
            </a:r>
            <a:r>
              <a:rPr dirty="0" sz="3400" spc="400"/>
              <a:t>P</a:t>
            </a:r>
            <a:r>
              <a:rPr dirty="0" sz="3400" spc="105"/>
              <a:t>E</a:t>
            </a:r>
            <a:r>
              <a:rPr dirty="0" sz="3400" spc="755"/>
              <a:t>N</a:t>
            </a:r>
            <a:r>
              <a:rPr dirty="0" sz="3400" spc="370"/>
              <a:t>-</a:t>
            </a:r>
            <a:r>
              <a:rPr dirty="0" sz="3400" spc="-540"/>
              <a:t> </a:t>
            </a:r>
            <a:r>
              <a:rPr dirty="0" sz="3400" spc="420"/>
              <a:t>S</a:t>
            </a:r>
            <a:r>
              <a:rPr dirty="0" sz="3400" spc="740"/>
              <a:t>O</a:t>
            </a:r>
            <a:r>
              <a:rPr dirty="0" sz="3400" spc="475"/>
              <a:t>U</a:t>
            </a:r>
            <a:r>
              <a:rPr dirty="0" sz="3400" spc="380"/>
              <a:t>R</a:t>
            </a:r>
            <a:r>
              <a:rPr dirty="0" sz="3400" spc="505"/>
              <a:t>C</a:t>
            </a:r>
            <a:r>
              <a:rPr dirty="0" sz="3400" spc="-300"/>
              <a:t>E</a:t>
            </a:r>
            <a:r>
              <a:rPr dirty="0" sz="3400"/>
              <a:t>	</a:t>
            </a:r>
            <a:r>
              <a:rPr dirty="0" sz="3400" spc="105"/>
              <a:t>E</a:t>
            </a:r>
            <a:r>
              <a:rPr dirty="0" sz="3400" spc="380"/>
              <a:t>RR</a:t>
            </a:r>
            <a:r>
              <a:rPr dirty="0" sz="3400" spc="740"/>
              <a:t>O</a:t>
            </a:r>
            <a:r>
              <a:rPr dirty="0" sz="3400" spc="-15"/>
              <a:t>R  </a:t>
            </a:r>
            <a:r>
              <a:rPr dirty="0" sz="3400" spc="490"/>
              <a:t>TRACKING		</a:t>
            </a:r>
            <a:r>
              <a:rPr dirty="0" sz="3400" spc="420"/>
              <a:t>TOOL	</a:t>
            </a:r>
            <a:r>
              <a:rPr dirty="0" sz="3400" spc="360"/>
              <a:t>THAT	</a:t>
            </a:r>
            <a:r>
              <a:rPr dirty="0" sz="3400" spc="260"/>
              <a:t>HELPS		</a:t>
            </a:r>
            <a:r>
              <a:rPr dirty="0" sz="3400" spc="484"/>
              <a:t>YOU</a:t>
            </a:r>
            <a:endParaRPr sz="3400"/>
          </a:p>
          <a:p>
            <a:pPr algn="ctr">
              <a:lnSpc>
                <a:spcPct val="100000"/>
              </a:lnSpc>
              <a:spcBef>
                <a:spcPts val="645"/>
              </a:spcBef>
              <a:tabLst>
                <a:tab pos="2753995" algn="l"/>
                <a:tab pos="4092575" algn="l"/>
                <a:tab pos="5140325" algn="l"/>
                <a:tab pos="7804784" algn="l"/>
                <a:tab pos="8568055" algn="l"/>
                <a:tab pos="10086975" algn="l"/>
              </a:tabLst>
            </a:pPr>
            <a:r>
              <a:rPr dirty="0" sz="3400" spc="785"/>
              <a:t>M</a:t>
            </a:r>
            <a:r>
              <a:rPr dirty="0" sz="3400" spc="740"/>
              <a:t>O</a:t>
            </a:r>
            <a:r>
              <a:rPr dirty="0" sz="3400" spc="755"/>
              <a:t>N</a:t>
            </a:r>
            <a:r>
              <a:rPr dirty="0" sz="3400" spc="505"/>
              <a:t>I</a:t>
            </a:r>
            <a:r>
              <a:rPr dirty="0" sz="3400" spc="350"/>
              <a:t>T</a:t>
            </a:r>
            <a:r>
              <a:rPr dirty="0" sz="3400" spc="740"/>
              <a:t>O</a:t>
            </a:r>
            <a:r>
              <a:rPr dirty="0" sz="3400" spc="-25"/>
              <a:t>R</a:t>
            </a:r>
            <a:r>
              <a:rPr dirty="0" sz="3400"/>
              <a:t>	</a:t>
            </a:r>
            <a:r>
              <a:rPr dirty="0" sz="3400" spc="615"/>
              <a:t>A</a:t>
            </a:r>
            <a:r>
              <a:rPr dirty="0" sz="3400" spc="755"/>
              <a:t>N</a:t>
            </a:r>
            <a:r>
              <a:rPr dirty="0" sz="3400" spc="50"/>
              <a:t>D</a:t>
            </a:r>
            <a:r>
              <a:rPr dirty="0" sz="3400"/>
              <a:t>	</a:t>
            </a:r>
            <a:r>
              <a:rPr dirty="0" sz="3400" spc="254"/>
              <a:t>F</a:t>
            </a:r>
            <a:r>
              <a:rPr dirty="0" sz="3400" spc="505"/>
              <a:t>I</a:t>
            </a:r>
            <a:r>
              <a:rPr dirty="0" sz="3400" spc="445"/>
              <a:t>X</a:t>
            </a:r>
            <a:r>
              <a:rPr dirty="0" sz="3400"/>
              <a:t>	</a:t>
            </a:r>
            <a:r>
              <a:rPr dirty="0" sz="3400" spc="505"/>
              <a:t>C</a:t>
            </a:r>
            <a:r>
              <a:rPr dirty="0" sz="3400" spc="380"/>
              <a:t>R</a:t>
            </a:r>
            <a:r>
              <a:rPr dirty="0" sz="3400" spc="615"/>
              <a:t>A</a:t>
            </a:r>
            <a:r>
              <a:rPr dirty="0" sz="3400" spc="420"/>
              <a:t>S</a:t>
            </a:r>
            <a:r>
              <a:rPr dirty="0" sz="3400" spc="540"/>
              <a:t>H</a:t>
            </a:r>
            <a:r>
              <a:rPr dirty="0" sz="3400" spc="105"/>
              <a:t>E</a:t>
            </a:r>
            <a:r>
              <a:rPr dirty="0" sz="3400" spc="15"/>
              <a:t>S</a:t>
            </a:r>
            <a:r>
              <a:rPr dirty="0" sz="3400"/>
              <a:t>	</a:t>
            </a:r>
            <a:r>
              <a:rPr dirty="0" sz="3400" spc="505"/>
              <a:t>I</a:t>
            </a:r>
            <a:r>
              <a:rPr dirty="0" sz="3400" spc="350"/>
              <a:t>N</a:t>
            </a:r>
            <a:r>
              <a:rPr dirty="0" sz="3400"/>
              <a:t>	</a:t>
            </a:r>
            <a:r>
              <a:rPr dirty="0" sz="3400" spc="380"/>
              <a:t>R</a:t>
            </a:r>
            <a:r>
              <a:rPr dirty="0" sz="3400" spc="105"/>
              <a:t>E</a:t>
            </a:r>
            <a:r>
              <a:rPr dirty="0" sz="3400" spc="615"/>
              <a:t>A</a:t>
            </a:r>
            <a:r>
              <a:rPr dirty="0" sz="3400" spc="-160"/>
              <a:t>L</a:t>
            </a:r>
            <a:r>
              <a:rPr dirty="0" sz="3400"/>
              <a:t>	</a:t>
            </a:r>
            <a:r>
              <a:rPr dirty="0" sz="3400" spc="350"/>
              <a:t>T</a:t>
            </a:r>
            <a:r>
              <a:rPr dirty="0" sz="3400" spc="505"/>
              <a:t>I</a:t>
            </a:r>
            <a:r>
              <a:rPr dirty="0" sz="3400" spc="785"/>
              <a:t>M</a:t>
            </a:r>
            <a:r>
              <a:rPr dirty="0" sz="3400" spc="-300"/>
              <a:t>E</a:t>
            </a:r>
            <a:endParaRPr sz="3400"/>
          </a:p>
        </p:txBody>
      </p:sp>
      <p:sp>
        <p:nvSpPr>
          <p:cNvPr id="4" name="object 4"/>
          <p:cNvSpPr/>
          <p:nvPr/>
        </p:nvSpPr>
        <p:spPr>
          <a:xfrm>
            <a:off x="1066" y="63"/>
            <a:ext cx="2707640" cy="2416810"/>
          </a:xfrm>
          <a:custGeom>
            <a:avLst/>
            <a:gdLst/>
            <a:ahLst/>
            <a:cxnLst/>
            <a:rect l="l" t="t" r="r" b="b"/>
            <a:pathLst>
              <a:path w="2707640" h="2416810">
                <a:moveTo>
                  <a:pt x="458431" y="1713738"/>
                </a:moveTo>
                <a:lnTo>
                  <a:pt x="457962" y="1711147"/>
                </a:lnTo>
                <a:lnTo>
                  <a:pt x="456438" y="1710080"/>
                </a:lnTo>
                <a:lnTo>
                  <a:pt x="456895" y="1712671"/>
                </a:lnTo>
                <a:lnTo>
                  <a:pt x="458431" y="1713738"/>
                </a:lnTo>
                <a:close/>
              </a:path>
              <a:path w="2707640" h="2416810">
                <a:moveTo>
                  <a:pt x="1030719" y="993101"/>
                </a:moveTo>
                <a:lnTo>
                  <a:pt x="1023810" y="980808"/>
                </a:lnTo>
                <a:lnTo>
                  <a:pt x="1013345" y="995768"/>
                </a:lnTo>
                <a:lnTo>
                  <a:pt x="1014476" y="1016292"/>
                </a:lnTo>
                <a:lnTo>
                  <a:pt x="1027823" y="997242"/>
                </a:lnTo>
                <a:lnTo>
                  <a:pt x="1030719" y="993101"/>
                </a:lnTo>
                <a:close/>
              </a:path>
              <a:path w="2707640" h="2416810">
                <a:moveTo>
                  <a:pt x="1043952" y="935863"/>
                </a:moveTo>
                <a:lnTo>
                  <a:pt x="1031125" y="942809"/>
                </a:lnTo>
                <a:lnTo>
                  <a:pt x="1025867" y="953579"/>
                </a:lnTo>
                <a:lnTo>
                  <a:pt x="1023099" y="965657"/>
                </a:lnTo>
                <a:lnTo>
                  <a:pt x="1017739" y="976553"/>
                </a:lnTo>
                <a:lnTo>
                  <a:pt x="1020800" y="978700"/>
                </a:lnTo>
                <a:lnTo>
                  <a:pt x="1023391" y="978242"/>
                </a:lnTo>
                <a:lnTo>
                  <a:pt x="1026452" y="980376"/>
                </a:lnTo>
                <a:lnTo>
                  <a:pt x="1043952" y="935863"/>
                </a:lnTo>
                <a:close/>
              </a:path>
              <a:path w="2707640" h="2416810">
                <a:moveTo>
                  <a:pt x="1060653" y="886802"/>
                </a:moveTo>
                <a:lnTo>
                  <a:pt x="1058697" y="880046"/>
                </a:lnTo>
                <a:lnTo>
                  <a:pt x="1049997" y="871956"/>
                </a:lnTo>
                <a:lnTo>
                  <a:pt x="1042657" y="901636"/>
                </a:lnTo>
                <a:lnTo>
                  <a:pt x="1040879" y="910996"/>
                </a:lnTo>
                <a:lnTo>
                  <a:pt x="1055001" y="895896"/>
                </a:lnTo>
                <a:lnTo>
                  <a:pt x="1060653" y="886802"/>
                </a:lnTo>
                <a:close/>
              </a:path>
              <a:path w="2707640" h="2416810">
                <a:moveTo>
                  <a:pt x="1096340" y="809015"/>
                </a:moveTo>
                <a:lnTo>
                  <a:pt x="1094803" y="807948"/>
                </a:lnTo>
                <a:lnTo>
                  <a:pt x="1094346" y="805345"/>
                </a:lnTo>
                <a:lnTo>
                  <a:pt x="1092822" y="804278"/>
                </a:lnTo>
                <a:lnTo>
                  <a:pt x="1089152" y="806259"/>
                </a:lnTo>
                <a:lnTo>
                  <a:pt x="1086561" y="806716"/>
                </a:lnTo>
                <a:lnTo>
                  <a:pt x="1082903" y="808697"/>
                </a:lnTo>
                <a:lnTo>
                  <a:pt x="1087018" y="809307"/>
                </a:lnTo>
                <a:lnTo>
                  <a:pt x="1092212" y="808393"/>
                </a:lnTo>
                <a:lnTo>
                  <a:pt x="1096340" y="809015"/>
                </a:lnTo>
                <a:close/>
              </a:path>
              <a:path w="2707640" h="2416810">
                <a:moveTo>
                  <a:pt x="1126363" y="618324"/>
                </a:moveTo>
                <a:lnTo>
                  <a:pt x="1124051" y="603580"/>
                </a:lnTo>
                <a:lnTo>
                  <a:pt x="1119936" y="602970"/>
                </a:lnTo>
                <a:lnTo>
                  <a:pt x="1118400" y="601891"/>
                </a:lnTo>
                <a:lnTo>
                  <a:pt x="1115809" y="602348"/>
                </a:lnTo>
                <a:lnTo>
                  <a:pt x="1113904" y="616699"/>
                </a:lnTo>
                <a:lnTo>
                  <a:pt x="1111377" y="631037"/>
                </a:lnTo>
                <a:lnTo>
                  <a:pt x="1105789" y="658926"/>
                </a:lnTo>
                <a:lnTo>
                  <a:pt x="1107325" y="659993"/>
                </a:lnTo>
                <a:lnTo>
                  <a:pt x="1111440" y="660615"/>
                </a:lnTo>
                <a:lnTo>
                  <a:pt x="1114044" y="660158"/>
                </a:lnTo>
                <a:lnTo>
                  <a:pt x="1115517" y="645502"/>
                </a:lnTo>
                <a:lnTo>
                  <a:pt x="1121562" y="631926"/>
                </a:lnTo>
                <a:lnTo>
                  <a:pt x="1126363" y="618324"/>
                </a:lnTo>
                <a:close/>
              </a:path>
              <a:path w="2707640" h="2416810">
                <a:moveTo>
                  <a:pt x="1164907" y="491375"/>
                </a:moveTo>
                <a:lnTo>
                  <a:pt x="1163739" y="493039"/>
                </a:lnTo>
                <a:lnTo>
                  <a:pt x="1163396" y="494741"/>
                </a:lnTo>
                <a:lnTo>
                  <a:pt x="1164907" y="491375"/>
                </a:lnTo>
                <a:close/>
              </a:path>
              <a:path w="2707640" h="2416810">
                <a:moveTo>
                  <a:pt x="1718157" y="717423"/>
                </a:moveTo>
                <a:lnTo>
                  <a:pt x="1688693" y="717232"/>
                </a:lnTo>
                <a:lnTo>
                  <a:pt x="1696351" y="745312"/>
                </a:lnTo>
                <a:lnTo>
                  <a:pt x="1698485" y="742264"/>
                </a:lnTo>
                <a:lnTo>
                  <a:pt x="1704746" y="739825"/>
                </a:lnTo>
                <a:lnTo>
                  <a:pt x="1709470" y="736320"/>
                </a:lnTo>
                <a:lnTo>
                  <a:pt x="1712214" y="729157"/>
                </a:lnTo>
                <a:lnTo>
                  <a:pt x="1715414" y="724585"/>
                </a:lnTo>
                <a:lnTo>
                  <a:pt x="1718157" y="717423"/>
                </a:lnTo>
                <a:close/>
              </a:path>
              <a:path w="2707640" h="2416810">
                <a:moveTo>
                  <a:pt x="1803577" y="1417104"/>
                </a:moveTo>
                <a:lnTo>
                  <a:pt x="1784477" y="1422247"/>
                </a:lnTo>
                <a:lnTo>
                  <a:pt x="1785175" y="1443393"/>
                </a:lnTo>
                <a:lnTo>
                  <a:pt x="1803577" y="1417104"/>
                </a:lnTo>
                <a:close/>
              </a:path>
              <a:path w="2707640" h="2416810">
                <a:moveTo>
                  <a:pt x="2374633" y="3441"/>
                </a:moveTo>
                <a:lnTo>
                  <a:pt x="2361539" y="0"/>
                </a:lnTo>
                <a:lnTo>
                  <a:pt x="2367229" y="5702"/>
                </a:lnTo>
                <a:lnTo>
                  <a:pt x="2373071" y="5664"/>
                </a:lnTo>
                <a:lnTo>
                  <a:pt x="2374633" y="3441"/>
                </a:lnTo>
                <a:close/>
              </a:path>
              <a:path w="2707640" h="2416810">
                <a:moveTo>
                  <a:pt x="2707043" y="148666"/>
                </a:moveTo>
                <a:lnTo>
                  <a:pt x="2700007" y="92290"/>
                </a:lnTo>
                <a:lnTo>
                  <a:pt x="2702776" y="44043"/>
                </a:lnTo>
                <a:lnTo>
                  <a:pt x="2699855" y="3924"/>
                </a:lnTo>
                <a:lnTo>
                  <a:pt x="2373071" y="5664"/>
                </a:lnTo>
                <a:lnTo>
                  <a:pt x="2370645" y="9131"/>
                </a:lnTo>
                <a:lnTo>
                  <a:pt x="2367229" y="5702"/>
                </a:lnTo>
                <a:lnTo>
                  <a:pt x="2357513" y="5753"/>
                </a:lnTo>
                <a:lnTo>
                  <a:pt x="2358491" y="26492"/>
                </a:lnTo>
                <a:lnTo>
                  <a:pt x="2346248" y="43992"/>
                </a:lnTo>
                <a:lnTo>
                  <a:pt x="2344597" y="68503"/>
                </a:lnTo>
                <a:lnTo>
                  <a:pt x="2343442" y="92290"/>
                </a:lnTo>
                <a:lnTo>
                  <a:pt x="2352598" y="123494"/>
                </a:lnTo>
                <a:lnTo>
                  <a:pt x="2350655" y="192709"/>
                </a:lnTo>
                <a:lnTo>
                  <a:pt x="2347455" y="197294"/>
                </a:lnTo>
                <a:lnTo>
                  <a:pt x="2349855" y="216001"/>
                </a:lnTo>
                <a:lnTo>
                  <a:pt x="2344255" y="246151"/>
                </a:lnTo>
                <a:lnTo>
                  <a:pt x="2343721" y="246913"/>
                </a:lnTo>
                <a:lnTo>
                  <a:pt x="2362657" y="241998"/>
                </a:lnTo>
                <a:lnTo>
                  <a:pt x="2366924" y="235902"/>
                </a:lnTo>
                <a:lnTo>
                  <a:pt x="2372969" y="249428"/>
                </a:lnTo>
                <a:lnTo>
                  <a:pt x="2357056" y="272148"/>
                </a:lnTo>
                <a:lnTo>
                  <a:pt x="2348788" y="261810"/>
                </a:lnTo>
                <a:lnTo>
                  <a:pt x="2350922" y="258762"/>
                </a:lnTo>
                <a:lnTo>
                  <a:pt x="2343721" y="246913"/>
                </a:lnTo>
                <a:lnTo>
                  <a:pt x="2336254" y="257581"/>
                </a:lnTo>
                <a:lnTo>
                  <a:pt x="2339632" y="274891"/>
                </a:lnTo>
                <a:lnTo>
                  <a:pt x="2332913" y="284492"/>
                </a:lnTo>
                <a:lnTo>
                  <a:pt x="2336800" y="301078"/>
                </a:lnTo>
                <a:lnTo>
                  <a:pt x="2330386" y="310248"/>
                </a:lnTo>
                <a:lnTo>
                  <a:pt x="2332786" y="351104"/>
                </a:lnTo>
                <a:lnTo>
                  <a:pt x="2327186" y="425538"/>
                </a:lnTo>
                <a:lnTo>
                  <a:pt x="2319185" y="459117"/>
                </a:lnTo>
                <a:lnTo>
                  <a:pt x="2323173" y="497713"/>
                </a:lnTo>
                <a:lnTo>
                  <a:pt x="2309939" y="560908"/>
                </a:lnTo>
                <a:lnTo>
                  <a:pt x="2313330" y="600367"/>
                </a:lnTo>
                <a:lnTo>
                  <a:pt x="2287727" y="725512"/>
                </a:lnTo>
                <a:lnTo>
                  <a:pt x="2291092" y="764997"/>
                </a:lnTo>
                <a:lnTo>
                  <a:pt x="2277427" y="828814"/>
                </a:lnTo>
                <a:lnTo>
                  <a:pt x="2280793" y="868286"/>
                </a:lnTo>
                <a:lnTo>
                  <a:pt x="2267826" y="886815"/>
                </a:lnTo>
                <a:lnTo>
                  <a:pt x="2259723" y="964819"/>
                </a:lnTo>
                <a:lnTo>
                  <a:pt x="2242921" y="1055255"/>
                </a:lnTo>
                <a:lnTo>
                  <a:pt x="2232520" y="1070114"/>
                </a:lnTo>
                <a:lnTo>
                  <a:pt x="2232520" y="1114399"/>
                </a:lnTo>
                <a:lnTo>
                  <a:pt x="2222119" y="1129258"/>
                </a:lnTo>
                <a:lnTo>
                  <a:pt x="2223579" y="1082878"/>
                </a:lnTo>
                <a:lnTo>
                  <a:pt x="2224062" y="1060043"/>
                </a:lnTo>
                <a:lnTo>
                  <a:pt x="2213838" y="1030363"/>
                </a:lnTo>
                <a:lnTo>
                  <a:pt x="2217445" y="980922"/>
                </a:lnTo>
                <a:lnTo>
                  <a:pt x="2208682" y="949147"/>
                </a:lnTo>
                <a:lnTo>
                  <a:pt x="2209838" y="925360"/>
                </a:lnTo>
                <a:lnTo>
                  <a:pt x="2200846" y="871753"/>
                </a:lnTo>
                <a:lnTo>
                  <a:pt x="2172474" y="712978"/>
                </a:lnTo>
                <a:lnTo>
                  <a:pt x="2161133" y="640588"/>
                </a:lnTo>
                <a:lnTo>
                  <a:pt x="2144814" y="597471"/>
                </a:lnTo>
                <a:lnTo>
                  <a:pt x="2138591" y="562076"/>
                </a:lnTo>
                <a:lnTo>
                  <a:pt x="2132812" y="526046"/>
                </a:lnTo>
                <a:lnTo>
                  <a:pt x="2116315" y="483171"/>
                </a:lnTo>
                <a:lnTo>
                  <a:pt x="2099627" y="440575"/>
                </a:lnTo>
                <a:lnTo>
                  <a:pt x="2093239" y="405409"/>
                </a:lnTo>
                <a:lnTo>
                  <a:pt x="2079612" y="380580"/>
                </a:lnTo>
                <a:lnTo>
                  <a:pt x="2068957" y="329361"/>
                </a:lnTo>
                <a:lnTo>
                  <a:pt x="2038007" y="262851"/>
                </a:lnTo>
                <a:lnTo>
                  <a:pt x="2027034" y="234226"/>
                </a:lnTo>
                <a:lnTo>
                  <a:pt x="2015871" y="205905"/>
                </a:lnTo>
                <a:lnTo>
                  <a:pt x="2000592" y="183426"/>
                </a:lnTo>
                <a:lnTo>
                  <a:pt x="1995322" y="168808"/>
                </a:lnTo>
                <a:lnTo>
                  <a:pt x="1978850" y="148056"/>
                </a:lnTo>
                <a:lnTo>
                  <a:pt x="1961172" y="129006"/>
                </a:lnTo>
                <a:lnTo>
                  <a:pt x="1952472" y="119291"/>
                </a:lnTo>
                <a:lnTo>
                  <a:pt x="1932368" y="103733"/>
                </a:lnTo>
                <a:lnTo>
                  <a:pt x="1911858" y="88734"/>
                </a:lnTo>
                <a:lnTo>
                  <a:pt x="1901952" y="80733"/>
                </a:lnTo>
                <a:lnTo>
                  <a:pt x="1891550" y="73456"/>
                </a:lnTo>
                <a:lnTo>
                  <a:pt x="1889417" y="76504"/>
                </a:lnTo>
                <a:lnTo>
                  <a:pt x="1872640" y="78308"/>
                </a:lnTo>
                <a:lnTo>
                  <a:pt x="1856066" y="79844"/>
                </a:lnTo>
                <a:lnTo>
                  <a:pt x="1830311" y="73723"/>
                </a:lnTo>
                <a:lnTo>
                  <a:pt x="1830311" y="1511782"/>
                </a:lnTo>
                <a:lnTo>
                  <a:pt x="1821878" y="1523834"/>
                </a:lnTo>
                <a:lnTo>
                  <a:pt x="1827060" y="1538579"/>
                </a:lnTo>
                <a:lnTo>
                  <a:pt x="1809991" y="1518678"/>
                </a:lnTo>
                <a:lnTo>
                  <a:pt x="1811655" y="1516291"/>
                </a:lnTo>
                <a:lnTo>
                  <a:pt x="1803311" y="1506067"/>
                </a:lnTo>
                <a:lnTo>
                  <a:pt x="1815058" y="1489290"/>
                </a:lnTo>
                <a:lnTo>
                  <a:pt x="1825459" y="1496568"/>
                </a:lnTo>
                <a:lnTo>
                  <a:pt x="1823326" y="1499616"/>
                </a:lnTo>
                <a:lnTo>
                  <a:pt x="1830311" y="1511782"/>
                </a:lnTo>
                <a:lnTo>
                  <a:pt x="1830311" y="73723"/>
                </a:lnTo>
                <a:lnTo>
                  <a:pt x="1829498" y="73520"/>
                </a:lnTo>
                <a:lnTo>
                  <a:pt x="1813928" y="73609"/>
                </a:lnTo>
                <a:lnTo>
                  <a:pt x="1796630" y="72593"/>
                </a:lnTo>
                <a:lnTo>
                  <a:pt x="1796630" y="1006271"/>
                </a:lnTo>
                <a:lnTo>
                  <a:pt x="1784769" y="1001064"/>
                </a:lnTo>
                <a:lnTo>
                  <a:pt x="1773021" y="995705"/>
                </a:lnTo>
                <a:lnTo>
                  <a:pt x="1761058" y="990638"/>
                </a:lnTo>
                <a:lnTo>
                  <a:pt x="1748612" y="986282"/>
                </a:lnTo>
                <a:lnTo>
                  <a:pt x="1763623" y="986980"/>
                </a:lnTo>
                <a:lnTo>
                  <a:pt x="1782470" y="982205"/>
                </a:lnTo>
                <a:lnTo>
                  <a:pt x="1786483" y="976464"/>
                </a:lnTo>
                <a:lnTo>
                  <a:pt x="1792617" y="989850"/>
                </a:lnTo>
                <a:lnTo>
                  <a:pt x="1796630" y="1006271"/>
                </a:lnTo>
                <a:lnTo>
                  <a:pt x="1796630" y="72593"/>
                </a:lnTo>
                <a:lnTo>
                  <a:pt x="1769275" y="70954"/>
                </a:lnTo>
                <a:lnTo>
                  <a:pt x="1712023" y="64160"/>
                </a:lnTo>
                <a:lnTo>
                  <a:pt x="1663966" y="66370"/>
                </a:lnTo>
                <a:lnTo>
                  <a:pt x="1626120" y="76136"/>
                </a:lnTo>
                <a:lnTo>
                  <a:pt x="1615236" y="69545"/>
                </a:lnTo>
                <a:lnTo>
                  <a:pt x="1604645" y="62522"/>
                </a:lnTo>
                <a:lnTo>
                  <a:pt x="1593862" y="55791"/>
                </a:lnTo>
                <a:lnTo>
                  <a:pt x="1592770" y="57340"/>
                </a:lnTo>
                <a:lnTo>
                  <a:pt x="1579600" y="54013"/>
                </a:lnTo>
                <a:lnTo>
                  <a:pt x="1576235" y="58813"/>
                </a:lnTo>
                <a:lnTo>
                  <a:pt x="1562061" y="56921"/>
                </a:lnTo>
                <a:lnTo>
                  <a:pt x="1547698" y="55308"/>
                </a:lnTo>
                <a:lnTo>
                  <a:pt x="1525752" y="64503"/>
                </a:lnTo>
                <a:lnTo>
                  <a:pt x="1470672" y="76758"/>
                </a:lnTo>
                <a:lnTo>
                  <a:pt x="1448727" y="85953"/>
                </a:lnTo>
                <a:lnTo>
                  <a:pt x="1415275" y="89433"/>
                </a:lnTo>
                <a:lnTo>
                  <a:pt x="1381239" y="93776"/>
                </a:lnTo>
                <a:lnTo>
                  <a:pt x="1355598" y="108254"/>
                </a:lnTo>
                <a:lnTo>
                  <a:pt x="1266799" y="235102"/>
                </a:lnTo>
                <a:lnTo>
                  <a:pt x="1265034" y="259765"/>
                </a:lnTo>
                <a:lnTo>
                  <a:pt x="1236395" y="300685"/>
                </a:lnTo>
                <a:lnTo>
                  <a:pt x="1223860" y="296443"/>
                </a:lnTo>
                <a:lnTo>
                  <a:pt x="1233271" y="305142"/>
                </a:lnTo>
                <a:lnTo>
                  <a:pt x="1242682" y="313842"/>
                </a:lnTo>
                <a:lnTo>
                  <a:pt x="1238389" y="319963"/>
                </a:lnTo>
                <a:lnTo>
                  <a:pt x="1242314" y="336511"/>
                </a:lnTo>
                <a:lnTo>
                  <a:pt x="1211135" y="381050"/>
                </a:lnTo>
                <a:lnTo>
                  <a:pt x="1208252" y="407314"/>
                </a:lnTo>
                <a:lnTo>
                  <a:pt x="1201991" y="460552"/>
                </a:lnTo>
                <a:lnTo>
                  <a:pt x="1194917" y="470649"/>
                </a:lnTo>
                <a:lnTo>
                  <a:pt x="1180630" y="468934"/>
                </a:lnTo>
                <a:lnTo>
                  <a:pt x="1186256" y="460895"/>
                </a:lnTo>
                <a:lnTo>
                  <a:pt x="1174775" y="455129"/>
                </a:lnTo>
                <a:lnTo>
                  <a:pt x="1173708" y="456653"/>
                </a:lnTo>
                <a:lnTo>
                  <a:pt x="1164907" y="491375"/>
                </a:lnTo>
                <a:lnTo>
                  <a:pt x="1176629" y="474624"/>
                </a:lnTo>
                <a:lnTo>
                  <a:pt x="1176477" y="496989"/>
                </a:lnTo>
                <a:lnTo>
                  <a:pt x="1165352" y="535038"/>
                </a:lnTo>
                <a:lnTo>
                  <a:pt x="1165174" y="557428"/>
                </a:lnTo>
                <a:lnTo>
                  <a:pt x="1164107" y="558952"/>
                </a:lnTo>
                <a:lnTo>
                  <a:pt x="1153706" y="551662"/>
                </a:lnTo>
                <a:lnTo>
                  <a:pt x="1159040" y="544042"/>
                </a:lnTo>
                <a:lnTo>
                  <a:pt x="1157274" y="524421"/>
                </a:lnTo>
                <a:lnTo>
                  <a:pt x="1163396" y="494741"/>
                </a:lnTo>
                <a:lnTo>
                  <a:pt x="1136904" y="553529"/>
                </a:lnTo>
                <a:lnTo>
                  <a:pt x="1128102" y="588238"/>
                </a:lnTo>
                <a:lnTo>
                  <a:pt x="1129169" y="586714"/>
                </a:lnTo>
                <a:lnTo>
                  <a:pt x="1139571" y="594004"/>
                </a:lnTo>
                <a:lnTo>
                  <a:pt x="1145971" y="584860"/>
                </a:lnTo>
                <a:lnTo>
                  <a:pt x="1152613" y="619671"/>
                </a:lnTo>
                <a:lnTo>
                  <a:pt x="1147038" y="649770"/>
                </a:lnTo>
                <a:lnTo>
                  <a:pt x="1126769" y="678726"/>
                </a:lnTo>
                <a:lnTo>
                  <a:pt x="1126769" y="700874"/>
                </a:lnTo>
                <a:lnTo>
                  <a:pt x="1126236" y="701649"/>
                </a:lnTo>
                <a:lnTo>
                  <a:pt x="1126236" y="745921"/>
                </a:lnTo>
                <a:lnTo>
                  <a:pt x="1123035" y="750493"/>
                </a:lnTo>
                <a:lnTo>
                  <a:pt x="1113434" y="742061"/>
                </a:lnTo>
                <a:lnTo>
                  <a:pt x="1110437" y="737120"/>
                </a:lnTo>
                <a:lnTo>
                  <a:pt x="1114767" y="740156"/>
                </a:lnTo>
                <a:lnTo>
                  <a:pt x="1116901" y="737120"/>
                </a:lnTo>
                <a:lnTo>
                  <a:pt x="1126236" y="745921"/>
                </a:lnTo>
                <a:lnTo>
                  <a:pt x="1126236" y="701649"/>
                </a:lnTo>
                <a:lnTo>
                  <a:pt x="1113040" y="720496"/>
                </a:lnTo>
                <a:lnTo>
                  <a:pt x="1114234" y="696633"/>
                </a:lnTo>
                <a:lnTo>
                  <a:pt x="1126769" y="700874"/>
                </a:lnTo>
                <a:lnTo>
                  <a:pt x="1126769" y="678726"/>
                </a:lnTo>
                <a:lnTo>
                  <a:pt x="1125969" y="679869"/>
                </a:lnTo>
                <a:lnTo>
                  <a:pt x="1119835" y="666483"/>
                </a:lnTo>
                <a:lnTo>
                  <a:pt x="1104480" y="688416"/>
                </a:lnTo>
                <a:lnTo>
                  <a:pt x="1101026" y="715492"/>
                </a:lnTo>
                <a:lnTo>
                  <a:pt x="1101788" y="736561"/>
                </a:lnTo>
                <a:lnTo>
                  <a:pt x="1119835" y="755065"/>
                </a:lnTo>
                <a:lnTo>
                  <a:pt x="1096365" y="788593"/>
                </a:lnTo>
                <a:lnTo>
                  <a:pt x="1103566" y="800455"/>
                </a:lnTo>
                <a:lnTo>
                  <a:pt x="1102499" y="801979"/>
                </a:lnTo>
                <a:lnTo>
                  <a:pt x="1108138" y="816063"/>
                </a:lnTo>
                <a:lnTo>
                  <a:pt x="1103566" y="822591"/>
                </a:lnTo>
                <a:lnTo>
                  <a:pt x="1109802" y="835825"/>
                </a:lnTo>
                <a:lnTo>
                  <a:pt x="1101966" y="847026"/>
                </a:lnTo>
                <a:lnTo>
                  <a:pt x="1090498" y="841260"/>
                </a:lnTo>
                <a:lnTo>
                  <a:pt x="1080566" y="855459"/>
                </a:lnTo>
                <a:lnTo>
                  <a:pt x="1070495" y="847699"/>
                </a:lnTo>
                <a:lnTo>
                  <a:pt x="1076858" y="860742"/>
                </a:lnTo>
                <a:lnTo>
                  <a:pt x="1083030" y="874077"/>
                </a:lnTo>
                <a:lnTo>
                  <a:pt x="1088796" y="887984"/>
                </a:lnTo>
                <a:lnTo>
                  <a:pt x="1093965" y="902741"/>
                </a:lnTo>
                <a:lnTo>
                  <a:pt x="1078598" y="902550"/>
                </a:lnTo>
                <a:lnTo>
                  <a:pt x="1057859" y="910043"/>
                </a:lnTo>
                <a:lnTo>
                  <a:pt x="1046492" y="926274"/>
                </a:lnTo>
                <a:lnTo>
                  <a:pt x="1056894" y="933564"/>
                </a:lnTo>
                <a:lnTo>
                  <a:pt x="1050226" y="943089"/>
                </a:lnTo>
                <a:lnTo>
                  <a:pt x="1057681" y="954570"/>
                </a:lnTo>
                <a:lnTo>
                  <a:pt x="1055560" y="957618"/>
                </a:lnTo>
                <a:lnTo>
                  <a:pt x="1062964" y="969187"/>
                </a:lnTo>
                <a:lnTo>
                  <a:pt x="1035316" y="1008672"/>
                </a:lnTo>
                <a:lnTo>
                  <a:pt x="1027823" y="997242"/>
                </a:lnTo>
                <a:lnTo>
                  <a:pt x="1006017" y="1028395"/>
                </a:lnTo>
                <a:lnTo>
                  <a:pt x="1008341" y="1047203"/>
                </a:lnTo>
                <a:lnTo>
                  <a:pt x="996340" y="1064348"/>
                </a:lnTo>
                <a:lnTo>
                  <a:pt x="994740" y="1088771"/>
                </a:lnTo>
                <a:lnTo>
                  <a:pt x="982738" y="1105928"/>
                </a:lnTo>
                <a:lnTo>
                  <a:pt x="981138" y="1130350"/>
                </a:lnTo>
                <a:lnTo>
                  <a:pt x="999197" y="1104557"/>
                </a:lnTo>
                <a:lnTo>
                  <a:pt x="1000607" y="1080389"/>
                </a:lnTo>
                <a:lnTo>
                  <a:pt x="1008888" y="1090726"/>
                </a:lnTo>
                <a:lnTo>
                  <a:pt x="1007821" y="1092250"/>
                </a:lnTo>
                <a:lnTo>
                  <a:pt x="1015022" y="1104099"/>
                </a:lnTo>
                <a:lnTo>
                  <a:pt x="1002118" y="1122540"/>
                </a:lnTo>
                <a:lnTo>
                  <a:pt x="1007287" y="1137297"/>
                </a:lnTo>
                <a:lnTo>
                  <a:pt x="976337" y="1181493"/>
                </a:lnTo>
                <a:lnTo>
                  <a:pt x="970203" y="1168120"/>
                </a:lnTo>
                <a:lnTo>
                  <a:pt x="973404" y="1163548"/>
                </a:lnTo>
                <a:lnTo>
                  <a:pt x="965136" y="1153210"/>
                </a:lnTo>
                <a:lnTo>
                  <a:pt x="961948" y="1179906"/>
                </a:lnTo>
                <a:lnTo>
                  <a:pt x="948461" y="1199172"/>
                </a:lnTo>
                <a:lnTo>
                  <a:pt x="945578" y="1225435"/>
                </a:lnTo>
                <a:lnTo>
                  <a:pt x="924458" y="1255610"/>
                </a:lnTo>
                <a:lnTo>
                  <a:pt x="930541" y="1269060"/>
                </a:lnTo>
                <a:lnTo>
                  <a:pt x="907783" y="1301572"/>
                </a:lnTo>
                <a:lnTo>
                  <a:pt x="921397" y="1304277"/>
                </a:lnTo>
                <a:lnTo>
                  <a:pt x="924598" y="1299705"/>
                </a:lnTo>
                <a:lnTo>
                  <a:pt x="928268" y="1316609"/>
                </a:lnTo>
                <a:lnTo>
                  <a:pt x="918794" y="1330134"/>
                </a:lnTo>
                <a:lnTo>
                  <a:pt x="906462" y="1325613"/>
                </a:lnTo>
                <a:lnTo>
                  <a:pt x="873379" y="1372870"/>
                </a:lnTo>
                <a:lnTo>
                  <a:pt x="868375" y="1357871"/>
                </a:lnTo>
                <a:lnTo>
                  <a:pt x="862977" y="1343444"/>
                </a:lnTo>
                <a:lnTo>
                  <a:pt x="857173" y="1329588"/>
                </a:lnTo>
                <a:lnTo>
                  <a:pt x="850963" y="1316304"/>
                </a:lnTo>
                <a:lnTo>
                  <a:pt x="848550" y="1297609"/>
                </a:lnTo>
                <a:lnTo>
                  <a:pt x="835634" y="1271778"/>
                </a:lnTo>
                <a:lnTo>
                  <a:pt x="832904" y="1253515"/>
                </a:lnTo>
                <a:lnTo>
                  <a:pt x="819492" y="1228394"/>
                </a:lnTo>
                <a:lnTo>
                  <a:pt x="807631" y="1201039"/>
                </a:lnTo>
                <a:lnTo>
                  <a:pt x="795870" y="1173543"/>
                </a:lnTo>
                <a:lnTo>
                  <a:pt x="783920" y="1146340"/>
                </a:lnTo>
                <a:lnTo>
                  <a:pt x="757313" y="1095768"/>
                </a:lnTo>
                <a:lnTo>
                  <a:pt x="726592" y="1051064"/>
                </a:lnTo>
                <a:lnTo>
                  <a:pt x="702106" y="1019606"/>
                </a:lnTo>
                <a:lnTo>
                  <a:pt x="673290" y="994333"/>
                </a:lnTo>
                <a:lnTo>
                  <a:pt x="621271" y="957922"/>
                </a:lnTo>
                <a:lnTo>
                  <a:pt x="620204" y="959446"/>
                </a:lnTo>
                <a:lnTo>
                  <a:pt x="599262" y="945070"/>
                </a:lnTo>
                <a:lnTo>
                  <a:pt x="577519" y="931837"/>
                </a:lnTo>
                <a:lnTo>
                  <a:pt x="564578" y="928166"/>
                </a:lnTo>
                <a:lnTo>
                  <a:pt x="538835" y="920648"/>
                </a:lnTo>
                <a:lnTo>
                  <a:pt x="522998" y="921131"/>
                </a:lnTo>
                <a:lnTo>
                  <a:pt x="491718" y="921524"/>
                </a:lnTo>
                <a:lnTo>
                  <a:pt x="465480" y="914717"/>
                </a:lnTo>
                <a:lnTo>
                  <a:pt x="433298" y="916393"/>
                </a:lnTo>
                <a:lnTo>
                  <a:pt x="347738" y="905751"/>
                </a:lnTo>
                <a:lnTo>
                  <a:pt x="315556" y="907427"/>
                </a:lnTo>
                <a:lnTo>
                  <a:pt x="313423" y="910475"/>
                </a:lnTo>
                <a:lnTo>
                  <a:pt x="301955" y="904709"/>
                </a:lnTo>
                <a:lnTo>
                  <a:pt x="300888" y="906233"/>
                </a:lnTo>
                <a:lnTo>
                  <a:pt x="299821" y="905548"/>
                </a:lnTo>
                <a:lnTo>
                  <a:pt x="299821" y="907757"/>
                </a:lnTo>
                <a:lnTo>
                  <a:pt x="296621" y="912329"/>
                </a:lnTo>
                <a:lnTo>
                  <a:pt x="284086" y="908100"/>
                </a:lnTo>
                <a:lnTo>
                  <a:pt x="287286" y="903528"/>
                </a:lnTo>
                <a:lnTo>
                  <a:pt x="299821" y="907757"/>
                </a:lnTo>
                <a:lnTo>
                  <a:pt x="299821" y="905548"/>
                </a:lnTo>
                <a:lnTo>
                  <a:pt x="290245" y="899287"/>
                </a:lnTo>
                <a:lnTo>
                  <a:pt x="279019" y="893191"/>
                </a:lnTo>
                <a:lnTo>
                  <a:pt x="277380" y="895527"/>
                </a:lnTo>
                <a:lnTo>
                  <a:pt x="264337" y="892009"/>
                </a:lnTo>
                <a:lnTo>
                  <a:pt x="245732" y="896442"/>
                </a:lnTo>
                <a:lnTo>
                  <a:pt x="216319" y="894168"/>
                </a:lnTo>
                <a:lnTo>
                  <a:pt x="196913" y="899744"/>
                </a:lnTo>
                <a:lnTo>
                  <a:pt x="177114" y="905891"/>
                </a:lnTo>
                <a:lnTo>
                  <a:pt x="146672" y="905090"/>
                </a:lnTo>
                <a:lnTo>
                  <a:pt x="126428" y="911860"/>
                </a:lnTo>
                <a:lnTo>
                  <a:pt x="105791" y="919187"/>
                </a:lnTo>
                <a:lnTo>
                  <a:pt x="74142" y="920102"/>
                </a:lnTo>
                <a:lnTo>
                  <a:pt x="4953" y="1018933"/>
                </a:lnTo>
                <a:lnTo>
                  <a:pt x="3644" y="1308696"/>
                </a:lnTo>
                <a:lnTo>
                  <a:pt x="812" y="1932813"/>
                </a:lnTo>
                <a:lnTo>
                  <a:pt x="0" y="2111121"/>
                </a:lnTo>
                <a:lnTo>
                  <a:pt x="29654" y="2068766"/>
                </a:lnTo>
                <a:lnTo>
                  <a:pt x="46443" y="2022640"/>
                </a:lnTo>
                <a:lnTo>
                  <a:pt x="59436" y="1981936"/>
                </a:lnTo>
                <a:lnTo>
                  <a:pt x="107010" y="1913966"/>
                </a:lnTo>
                <a:lnTo>
                  <a:pt x="120599" y="1872424"/>
                </a:lnTo>
                <a:lnTo>
                  <a:pt x="151853" y="1827771"/>
                </a:lnTo>
                <a:lnTo>
                  <a:pt x="193205" y="1724406"/>
                </a:lnTo>
                <a:lnTo>
                  <a:pt x="224307" y="1679981"/>
                </a:lnTo>
                <a:lnTo>
                  <a:pt x="245173" y="1628038"/>
                </a:lnTo>
                <a:lnTo>
                  <a:pt x="287451" y="1567649"/>
                </a:lnTo>
                <a:lnTo>
                  <a:pt x="320116" y="1498828"/>
                </a:lnTo>
                <a:lnTo>
                  <a:pt x="389737" y="1377238"/>
                </a:lnTo>
                <a:lnTo>
                  <a:pt x="391871" y="1374190"/>
                </a:lnTo>
                <a:lnTo>
                  <a:pt x="395249" y="1391513"/>
                </a:lnTo>
                <a:lnTo>
                  <a:pt x="409219" y="1415846"/>
                </a:lnTo>
                <a:lnTo>
                  <a:pt x="412788" y="1432890"/>
                </a:lnTo>
                <a:lnTo>
                  <a:pt x="416153" y="1450225"/>
                </a:lnTo>
                <a:lnTo>
                  <a:pt x="429755" y="1452943"/>
                </a:lnTo>
                <a:lnTo>
                  <a:pt x="421805" y="1442161"/>
                </a:lnTo>
                <a:lnTo>
                  <a:pt x="427901" y="1433436"/>
                </a:lnTo>
                <a:lnTo>
                  <a:pt x="421754" y="1420088"/>
                </a:lnTo>
                <a:lnTo>
                  <a:pt x="429945" y="1430528"/>
                </a:lnTo>
                <a:lnTo>
                  <a:pt x="438429" y="1440561"/>
                </a:lnTo>
                <a:lnTo>
                  <a:pt x="447116" y="1450289"/>
                </a:lnTo>
                <a:lnTo>
                  <a:pt x="440956" y="1459077"/>
                </a:lnTo>
                <a:lnTo>
                  <a:pt x="427888" y="1455610"/>
                </a:lnTo>
                <a:lnTo>
                  <a:pt x="424421" y="1460563"/>
                </a:lnTo>
                <a:lnTo>
                  <a:pt x="426986" y="1479042"/>
                </a:lnTo>
                <a:lnTo>
                  <a:pt x="432523" y="1515414"/>
                </a:lnTo>
                <a:lnTo>
                  <a:pt x="435102" y="1533893"/>
                </a:lnTo>
                <a:lnTo>
                  <a:pt x="449770" y="1535087"/>
                </a:lnTo>
                <a:lnTo>
                  <a:pt x="442747" y="1522958"/>
                </a:lnTo>
                <a:lnTo>
                  <a:pt x="450316" y="1512150"/>
                </a:lnTo>
                <a:lnTo>
                  <a:pt x="443903" y="1499171"/>
                </a:lnTo>
                <a:lnTo>
                  <a:pt x="447103" y="1494599"/>
                </a:lnTo>
                <a:lnTo>
                  <a:pt x="454317" y="1506435"/>
                </a:lnTo>
                <a:lnTo>
                  <a:pt x="451231" y="1510842"/>
                </a:lnTo>
                <a:lnTo>
                  <a:pt x="458749" y="1522247"/>
                </a:lnTo>
                <a:lnTo>
                  <a:pt x="456171" y="1525930"/>
                </a:lnTo>
                <a:lnTo>
                  <a:pt x="463473" y="1537652"/>
                </a:lnTo>
                <a:lnTo>
                  <a:pt x="438835" y="1572844"/>
                </a:lnTo>
                <a:lnTo>
                  <a:pt x="450024" y="1579016"/>
                </a:lnTo>
                <a:lnTo>
                  <a:pt x="448310" y="1581467"/>
                </a:lnTo>
                <a:lnTo>
                  <a:pt x="455587" y="1593202"/>
                </a:lnTo>
                <a:lnTo>
                  <a:pt x="445770" y="1607223"/>
                </a:lnTo>
                <a:lnTo>
                  <a:pt x="454037" y="1617560"/>
                </a:lnTo>
                <a:lnTo>
                  <a:pt x="450837" y="1622132"/>
                </a:lnTo>
                <a:lnTo>
                  <a:pt x="456971" y="1635506"/>
                </a:lnTo>
                <a:lnTo>
                  <a:pt x="460171" y="1630934"/>
                </a:lnTo>
                <a:lnTo>
                  <a:pt x="470420" y="1638465"/>
                </a:lnTo>
                <a:lnTo>
                  <a:pt x="480085" y="1646796"/>
                </a:lnTo>
                <a:lnTo>
                  <a:pt x="490321" y="1654314"/>
                </a:lnTo>
                <a:lnTo>
                  <a:pt x="484987" y="1661934"/>
                </a:lnTo>
                <a:lnTo>
                  <a:pt x="464185" y="1647367"/>
                </a:lnTo>
                <a:lnTo>
                  <a:pt x="458851" y="1654987"/>
                </a:lnTo>
                <a:lnTo>
                  <a:pt x="460451" y="1696986"/>
                </a:lnTo>
                <a:lnTo>
                  <a:pt x="461251" y="1717992"/>
                </a:lnTo>
                <a:lnTo>
                  <a:pt x="470852" y="1704276"/>
                </a:lnTo>
                <a:lnTo>
                  <a:pt x="479120" y="1714601"/>
                </a:lnTo>
                <a:lnTo>
                  <a:pt x="471652" y="1725269"/>
                </a:lnTo>
                <a:lnTo>
                  <a:pt x="477786" y="1738655"/>
                </a:lnTo>
                <a:lnTo>
                  <a:pt x="462114" y="1761032"/>
                </a:lnTo>
                <a:lnTo>
                  <a:pt x="463118" y="1781759"/>
                </a:lnTo>
                <a:lnTo>
                  <a:pt x="464921" y="1801329"/>
                </a:lnTo>
                <a:lnTo>
                  <a:pt x="466318" y="1821472"/>
                </a:lnTo>
                <a:lnTo>
                  <a:pt x="459016" y="1831898"/>
                </a:lnTo>
                <a:lnTo>
                  <a:pt x="463118" y="1848180"/>
                </a:lnTo>
                <a:lnTo>
                  <a:pt x="467626" y="1863902"/>
                </a:lnTo>
                <a:lnTo>
                  <a:pt x="471932" y="1879892"/>
                </a:lnTo>
                <a:lnTo>
                  <a:pt x="464451" y="1890572"/>
                </a:lnTo>
                <a:lnTo>
                  <a:pt x="469912" y="1904923"/>
                </a:lnTo>
                <a:lnTo>
                  <a:pt x="464858" y="1912137"/>
                </a:lnTo>
                <a:lnTo>
                  <a:pt x="470408" y="1926348"/>
                </a:lnTo>
                <a:lnTo>
                  <a:pt x="464997" y="1934095"/>
                </a:lnTo>
                <a:lnTo>
                  <a:pt x="477532" y="1938324"/>
                </a:lnTo>
                <a:lnTo>
                  <a:pt x="487934" y="1945614"/>
                </a:lnTo>
                <a:lnTo>
                  <a:pt x="469798" y="1971522"/>
                </a:lnTo>
                <a:lnTo>
                  <a:pt x="476732" y="1983752"/>
                </a:lnTo>
                <a:lnTo>
                  <a:pt x="471665" y="1991004"/>
                </a:lnTo>
                <a:lnTo>
                  <a:pt x="476199" y="2006663"/>
                </a:lnTo>
                <a:lnTo>
                  <a:pt x="470331" y="2015045"/>
                </a:lnTo>
                <a:lnTo>
                  <a:pt x="473367" y="2032850"/>
                </a:lnTo>
                <a:lnTo>
                  <a:pt x="466598" y="2042528"/>
                </a:lnTo>
                <a:lnTo>
                  <a:pt x="472236" y="2056625"/>
                </a:lnTo>
                <a:lnTo>
                  <a:pt x="491667" y="2073135"/>
                </a:lnTo>
                <a:lnTo>
                  <a:pt x="477799" y="2092947"/>
                </a:lnTo>
                <a:lnTo>
                  <a:pt x="488213" y="2100237"/>
                </a:lnTo>
                <a:lnTo>
                  <a:pt x="489280" y="2098713"/>
                </a:lnTo>
                <a:lnTo>
                  <a:pt x="499681" y="2105990"/>
                </a:lnTo>
                <a:lnTo>
                  <a:pt x="477278" y="2138007"/>
                </a:lnTo>
                <a:lnTo>
                  <a:pt x="487680" y="2145284"/>
                </a:lnTo>
                <a:lnTo>
                  <a:pt x="511149" y="2111756"/>
                </a:lnTo>
                <a:lnTo>
                  <a:pt x="514972" y="2128443"/>
                </a:lnTo>
                <a:lnTo>
                  <a:pt x="508088" y="2138286"/>
                </a:lnTo>
                <a:lnTo>
                  <a:pt x="511403" y="2155685"/>
                </a:lnTo>
                <a:lnTo>
                  <a:pt x="514616" y="2173236"/>
                </a:lnTo>
                <a:lnTo>
                  <a:pt x="550633" y="2188222"/>
                </a:lnTo>
                <a:lnTo>
                  <a:pt x="573049" y="2200503"/>
                </a:lnTo>
                <a:lnTo>
                  <a:pt x="581317" y="2210841"/>
                </a:lnTo>
                <a:lnTo>
                  <a:pt x="579183" y="2213889"/>
                </a:lnTo>
                <a:lnTo>
                  <a:pt x="574281" y="2243023"/>
                </a:lnTo>
                <a:lnTo>
                  <a:pt x="587984" y="2267737"/>
                </a:lnTo>
                <a:lnTo>
                  <a:pt x="605688" y="2286736"/>
                </a:lnTo>
                <a:lnTo>
                  <a:pt x="623201" y="2306015"/>
                </a:lnTo>
                <a:lnTo>
                  <a:pt x="622515" y="2306993"/>
                </a:lnTo>
                <a:lnTo>
                  <a:pt x="634542" y="2311971"/>
                </a:lnTo>
                <a:lnTo>
                  <a:pt x="648271" y="2314486"/>
                </a:lnTo>
                <a:lnTo>
                  <a:pt x="656513" y="2324862"/>
                </a:lnTo>
                <a:lnTo>
                  <a:pt x="678954" y="2337104"/>
                </a:lnTo>
                <a:lnTo>
                  <a:pt x="692594" y="2339759"/>
                </a:lnTo>
                <a:lnTo>
                  <a:pt x="705624" y="2343289"/>
                </a:lnTo>
                <a:lnTo>
                  <a:pt x="729018" y="2354161"/>
                </a:lnTo>
                <a:lnTo>
                  <a:pt x="752716" y="2364600"/>
                </a:lnTo>
                <a:lnTo>
                  <a:pt x="766203" y="2367483"/>
                </a:lnTo>
                <a:lnTo>
                  <a:pt x="790194" y="2377503"/>
                </a:lnTo>
                <a:lnTo>
                  <a:pt x="889431" y="2412911"/>
                </a:lnTo>
                <a:lnTo>
                  <a:pt x="893254" y="2407450"/>
                </a:lnTo>
                <a:lnTo>
                  <a:pt x="907161" y="2409710"/>
                </a:lnTo>
                <a:lnTo>
                  <a:pt x="906233" y="2411044"/>
                </a:lnTo>
                <a:lnTo>
                  <a:pt x="917714" y="2416797"/>
                </a:lnTo>
                <a:lnTo>
                  <a:pt x="924026" y="2407793"/>
                </a:lnTo>
                <a:lnTo>
                  <a:pt x="938911" y="2408656"/>
                </a:lnTo>
                <a:lnTo>
                  <a:pt x="1001737" y="2318918"/>
                </a:lnTo>
                <a:lnTo>
                  <a:pt x="1036967" y="2290737"/>
                </a:lnTo>
                <a:lnTo>
                  <a:pt x="1061885" y="2255139"/>
                </a:lnTo>
                <a:lnTo>
                  <a:pt x="1076604" y="2211971"/>
                </a:lnTo>
                <a:lnTo>
                  <a:pt x="1171384" y="2076577"/>
                </a:lnTo>
                <a:lnTo>
                  <a:pt x="1184973" y="2035022"/>
                </a:lnTo>
                <a:lnTo>
                  <a:pt x="1208862" y="2000897"/>
                </a:lnTo>
                <a:lnTo>
                  <a:pt x="1222133" y="1959787"/>
                </a:lnTo>
                <a:lnTo>
                  <a:pt x="1245539" y="1926361"/>
                </a:lnTo>
                <a:lnTo>
                  <a:pt x="1272209" y="1843976"/>
                </a:lnTo>
                <a:lnTo>
                  <a:pt x="1295844" y="1810207"/>
                </a:lnTo>
                <a:lnTo>
                  <a:pt x="1309281" y="1768868"/>
                </a:lnTo>
                <a:lnTo>
                  <a:pt x="1319682" y="1731860"/>
                </a:lnTo>
                <a:lnTo>
                  <a:pt x="1340497" y="1702142"/>
                </a:lnTo>
                <a:lnTo>
                  <a:pt x="1350899" y="1665135"/>
                </a:lnTo>
                <a:lnTo>
                  <a:pt x="1371701" y="1635417"/>
                </a:lnTo>
                <a:lnTo>
                  <a:pt x="1429321" y="1464538"/>
                </a:lnTo>
                <a:lnTo>
                  <a:pt x="1530134" y="1187640"/>
                </a:lnTo>
                <a:lnTo>
                  <a:pt x="1607223" y="966812"/>
                </a:lnTo>
                <a:lnTo>
                  <a:pt x="1612023" y="915657"/>
                </a:lnTo>
                <a:lnTo>
                  <a:pt x="1641767" y="828878"/>
                </a:lnTo>
                <a:lnTo>
                  <a:pt x="1645881" y="778713"/>
                </a:lnTo>
                <a:lnTo>
                  <a:pt x="1660296" y="735965"/>
                </a:lnTo>
                <a:lnTo>
                  <a:pt x="1681099" y="661962"/>
                </a:lnTo>
                <a:lnTo>
                  <a:pt x="1687868" y="674433"/>
                </a:lnTo>
                <a:lnTo>
                  <a:pt x="1684832" y="678764"/>
                </a:lnTo>
                <a:lnTo>
                  <a:pt x="1692605" y="689813"/>
                </a:lnTo>
                <a:lnTo>
                  <a:pt x="1700580" y="700570"/>
                </a:lnTo>
                <a:lnTo>
                  <a:pt x="1709115" y="688378"/>
                </a:lnTo>
                <a:lnTo>
                  <a:pt x="1713966" y="703592"/>
                </a:lnTo>
                <a:lnTo>
                  <a:pt x="1714322" y="703097"/>
                </a:lnTo>
                <a:lnTo>
                  <a:pt x="1727669" y="706158"/>
                </a:lnTo>
                <a:lnTo>
                  <a:pt x="1740331" y="710234"/>
                </a:lnTo>
                <a:lnTo>
                  <a:pt x="1710728" y="752500"/>
                </a:lnTo>
                <a:lnTo>
                  <a:pt x="1714055" y="769912"/>
                </a:lnTo>
                <a:lnTo>
                  <a:pt x="1717573" y="787031"/>
                </a:lnTo>
                <a:lnTo>
                  <a:pt x="1710982" y="796429"/>
                </a:lnTo>
                <a:lnTo>
                  <a:pt x="1717903" y="808697"/>
                </a:lnTo>
                <a:lnTo>
                  <a:pt x="1715122" y="812673"/>
                </a:lnTo>
                <a:lnTo>
                  <a:pt x="1722945" y="823645"/>
                </a:lnTo>
                <a:lnTo>
                  <a:pt x="1720062" y="827760"/>
                </a:lnTo>
                <a:lnTo>
                  <a:pt x="1720253" y="849617"/>
                </a:lnTo>
                <a:lnTo>
                  <a:pt x="1719262" y="873201"/>
                </a:lnTo>
                <a:lnTo>
                  <a:pt x="1729867" y="902335"/>
                </a:lnTo>
                <a:lnTo>
                  <a:pt x="1733664" y="919048"/>
                </a:lnTo>
                <a:lnTo>
                  <a:pt x="1744065" y="926338"/>
                </a:lnTo>
                <a:lnTo>
                  <a:pt x="1740865" y="930910"/>
                </a:lnTo>
                <a:lnTo>
                  <a:pt x="1739265" y="977480"/>
                </a:lnTo>
                <a:lnTo>
                  <a:pt x="1744078" y="992771"/>
                </a:lnTo>
                <a:lnTo>
                  <a:pt x="1748878" y="1008049"/>
                </a:lnTo>
                <a:lnTo>
                  <a:pt x="1748078" y="1031341"/>
                </a:lnTo>
                <a:lnTo>
                  <a:pt x="1761680" y="1034046"/>
                </a:lnTo>
                <a:lnTo>
                  <a:pt x="1775548" y="1014234"/>
                </a:lnTo>
                <a:lnTo>
                  <a:pt x="1785683" y="1021892"/>
                </a:lnTo>
                <a:lnTo>
                  <a:pt x="1794230" y="1031849"/>
                </a:lnTo>
                <a:lnTo>
                  <a:pt x="1776082" y="1057757"/>
                </a:lnTo>
                <a:lnTo>
                  <a:pt x="1784362" y="1068095"/>
                </a:lnTo>
                <a:lnTo>
                  <a:pt x="1781162" y="1072667"/>
                </a:lnTo>
                <a:lnTo>
                  <a:pt x="1789163" y="1083373"/>
                </a:lnTo>
                <a:lnTo>
                  <a:pt x="1786763" y="1086802"/>
                </a:lnTo>
                <a:lnTo>
                  <a:pt x="1794764" y="1097521"/>
                </a:lnTo>
                <a:lnTo>
                  <a:pt x="1789480" y="1105065"/>
                </a:lnTo>
                <a:lnTo>
                  <a:pt x="1776488" y="1101471"/>
                </a:lnTo>
                <a:lnTo>
                  <a:pt x="1773694" y="1105458"/>
                </a:lnTo>
                <a:lnTo>
                  <a:pt x="1759813" y="1103147"/>
                </a:lnTo>
                <a:lnTo>
                  <a:pt x="1761439" y="1100836"/>
                </a:lnTo>
                <a:lnTo>
                  <a:pt x="1755152" y="1087666"/>
                </a:lnTo>
                <a:lnTo>
                  <a:pt x="1767547" y="1069949"/>
                </a:lnTo>
                <a:lnTo>
                  <a:pt x="1763814" y="1066444"/>
                </a:lnTo>
                <a:lnTo>
                  <a:pt x="1767979" y="1065707"/>
                </a:lnTo>
                <a:lnTo>
                  <a:pt x="1779282" y="1069073"/>
                </a:lnTo>
                <a:lnTo>
                  <a:pt x="1777898" y="1061300"/>
                </a:lnTo>
                <a:lnTo>
                  <a:pt x="1773923" y="1053973"/>
                </a:lnTo>
                <a:lnTo>
                  <a:pt x="1772539" y="1046187"/>
                </a:lnTo>
                <a:lnTo>
                  <a:pt x="1764957" y="1042949"/>
                </a:lnTo>
                <a:lnTo>
                  <a:pt x="1743824" y="1035177"/>
                </a:lnTo>
                <a:lnTo>
                  <a:pt x="1745843" y="1061567"/>
                </a:lnTo>
                <a:lnTo>
                  <a:pt x="1758810" y="1059294"/>
                </a:lnTo>
                <a:lnTo>
                  <a:pt x="1759267" y="1061885"/>
                </a:lnTo>
                <a:lnTo>
                  <a:pt x="1762328" y="1064031"/>
                </a:lnTo>
                <a:lnTo>
                  <a:pt x="1762531" y="1065237"/>
                </a:lnTo>
                <a:lnTo>
                  <a:pt x="1758213" y="1061148"/>
                </a:lnTo>
                <a:lnTo>
                  <a:pt x="1746859" y="1077366"/>
                </a:lnTo>
                <a:lnTo>
                  <a:pt x="1749018" y="1096429"/>
                </a:lnTo>
                <a:lnTo>
                  <a:pt x="1752168" y="1114082"/>
                </a:lnTo>
                <a:lnTo>
                  <a:pt x="1754200" y="1133297"/>
                </a:lnTo>
                <a:lnTo>
                  <a:pt x="1750377" y="1138770"/>
                </a:lnTo>
                <a:lnTo>
                  <a:pt x="1757146" y="1151242"/>
                </a:lnTo>
                <a:lnTo>
                  <a:pt x="1749679" y="1161910"/>
                </a:lnTo>
                <a:lnTo>
                  <a:pt x="1761159" y="1167676"/>
                </a:lnTo>
                <a:lnTo>
                  <a:pt x="1783562" y="1135659"/>
                </a:lnTo>
                <a:lnTo>
                  <a:pt x="1788248" y="1151115"/>
                </a:lnTo>
                <a:lnTo>
                  <a:pt x="1761959" y="1188669"/>
                </a:lnTo>
                <a:lnTo>
                  <a:pt x="1768094" y="1202055"/>
                </a:lnTo>
                <a:lnTo>
                  <a:pt x="1781962" y="1182243"/>
                </a:lnTo>
                <a:lnTo>
                  <a:pt x="1805965" y="1192237"/>
                </a:lnTo>
                <a:lnTo>
                  <a:pt x="1799564" y="1201381"/>
                </a:lnTo>
                <a:lnTo>
                  <a:pt x="1787029" y="1197140"/>
                </a:lnTo>
                <a:lnTo>
                  <a:pt x="1777161" y="1211237"/>
                </a:lnTo>
                <a:lnTo>
                  <a:pt x="1762620" y="1209865"/>
                </a:lnTo>
                <a:lnTo>
                  <a:pt x="1758492" y="1215771"/>
                </a:lnTo>
                <a:lnTo>
                  <a:pt x="1765642" y="1249845"/>
                </a:lnTo>
                <a:lnTo>
                  <a:pt x="1772500" y="1284338"/>
                </a:lnTo>
                <a:lnTo>
                  <a:pt x="1768348" y="1312418"/>
                </a:lnTo>
                <a:lnTo>
                  <a:pt x="1773694" y="1349057"/>
                </a:lnTo>
                <a:lnTo>
                  <a:pt x="1798243" y="1314005"/>
                </a:lnTo>
                <a:lnTo>
                  <a:pt x="1804644" y="1326997"/>
                </a:lnTo>
                <a:lnTo>
                  <a:pt x="1800644" y="1332712"/>
                </a:lnTo>
                <a:lnTo>
                  <a:pt x="1807044" y="1345717"/>
                </a:lnTo>
                <a:lnTo>
                  <a:pt x="1798205" y="1358341"/>
                </a:lnTo>
                <a:lnTo>
                  <a:pt x="1803577" y="1372806"/>
                </a:lnTo>
                <a:lnTo>
                  <a:pt x="1792109" y="1389202"/>
                </a:lnTo>
                <a:lnTo>
                  <a:pt x="1807845" y="1388859"/>
                </a:lnTo>
                <a:lnTo>
                  <a:pt x="1806511" y="1390764"/>
                </a:lnTo>
                <a:lnTo>
                  <a:pt x="1817751" y="1396860"/>
                </a:lnTo>
                <a:lnTo>
                  <a:pt x="1804974" y="1415097"/>
                </a:lnTo>
                <a:lnTo>
                  <a:pt x="1821180" y="1414094"/>
                </a:lnTo>
                <a:lnTo>
                  <a:pt x="1808251" y="1432572"/>
                </a:lnTo>
                <a:lnTo>
                  <a:pt x="1811934" y="1449451"/>
                </a:lnTo>
                <a:lnTo>
                  <a:pt x="1804911" y="1459484"/>
                </a:lnTo>
                <a:lnTo>
                  <a:pt x="1794510" y="1452194"/>
                </a:lnTo>
                <a:lnTo>
                  <a:pt x="1793443" y="1453718"/>
                </a:lnTo>
                <a:lnTo>
                  <a:pt x="1783041" y="1446441"/>
                </a:lnTo>
                <a:lnTo>
                  <a:pt x="1785543" y="1487157"/>
                </a:lnTo>
                <a:lnTo>
                  <a:pt x="1788642" y="1527009"/>
                </a:lnTo>
                <a:lnTo>
                  <a:pt x="1792947" y="1565160"/>
                </a:lnTo>
                <a:lnTo>
                  <a:pt x="1798447" y="1579435"/>
                </a:lnTo>
                <a:lnTo>
                  <a:pt x="1809457" y="1608010"/>
                </a:lnTo>
                <a:lnTo>
                  <a:pt x="1812696" y="1603387"/>
                </a:lnTo>
                <a:lnTo>
                  <a:pt x="1826526" y="1605762"/>
                </a:lnTo>
                <a:lnTo>
                  <a:pt x="1830362" y="1600288"/>
                </a:lnTo>
                <a:lnTo>
                  <a:pt x="1845208" y="1601241"/>
                </a:lnTo>
                <a:lnTo>
                  <a:pt x="1812048" y="1648612"/>
                </a:lnTo>
                <a:lnTo>
                  <a:pt x="1819325" y="1660347"/>
                </a:lnTo>
                <a:lnTo>
                  <a:pt x="1810791" y="1672539"/>
                </a:lnTo>
                <a:lnTo>
                  <a:pt x="1828406" y="1691678"/>
                </a:lnTo>
                <a:lnTo>
                  <a:pt x="1846008" y="1710817"/>
                </a:lnTo>
                <a:lnTo>
                  <a:pt x="1834273" y="1727581"/>
                </a:lnTo>
                <a:lnTo>
                  <a:pt x="1846808" y="1731810"/>
                </a:lnTo>
                <a:lnTo>
                  <a:pt x="1838274" y="1744014"/>
                </a:lnTo>
                <a:lnTo>
                  <a:pt x="1850809" y="1748243"/>
                </a:lnTo>
                <a:lnTo>
                  <a:pt x="1835162" y="1748459"/>
                </a:lnTo>
                <a:lnTo>
                  <a:pt x="1840001" y="1763674"/>
                </a:lnTo>
                <a:lnTo>
                  <a:pt x="1835061" y="1770748"/>
                </a:lnTo>
                <a:lnTo>
                  <a:pt x="1821205" y="1768398"/>
                </a:lnTo>
                <a:lnTo>
                  <a:pt x="1816938" y="1774494"/>
                </a:lnTo>
                <a:lnTo>
                  <a:pt x="1827339" y="1781771"/>
                </a:lnTo>
                <a:lnTo>
                  <a:pt x="1834807" y="1771116"/>
                </a:lnTo>
                <a:lnTo>
                  <a:pt x="1849475" y="1772297"/>
                </a:lnTo>
                <a:lnTo>
                  <a:pt x="1835340" y="1792490"/>
                </a:lnTo>
                <a:lnTo>
                  <a:pt x="1839480" y="1808721"/>
                </a:lnTo>
                <a:lnTo>
                  <a:pt x="1837347" y="1811769"/>
                </a:lnTo>
                <a:lnTo>
                  <a:pt x="1850669" y="1814893"/>
                </a:lnTo>
                <a:lnTo>
                  <a:pt x="1864690" y="1817001"/>
                </a:lnTo>
                <a:lnTo>
                  <a:pt x="1849234" y="1816938"/>
                </a:lnTo>
                <a:lnTo>
                  <a:pt x="1838274" y="1832584"/>
                </a:lnTo>
                <a:lnTo>
                  <a:pt x="1842274" y="1849018"/>
                </a:lnTo>
                <a:lnTo>
                  <a:pt x="1846287" y="1865439"/>
                </a:lnTo>
                <a:lnTo>
                  <a:pt x="1843252" y="1869770"/>
                </a:lnTo>
                <a:lnTo>
                  <a:pt x="1847989" y="1885149"/>
                </a:lnTo>
                <a:lnTo>
                  <a:pt x="1839620" y="1897113"/>
                </a:lnTo>
                <a:lnTo>
                  <a:pt x="1854733" y="1919795"/>
                </a:lnTo>
                <a:lnTo>
                  <a:pt x="1866963" y="1946630"/>
                </a:lnTo>
                <a:lnTo>
                  <a:pt x="1866582" y="1969325"/>
                </a:lnTo>
                <a:lnTo>
                  <a:pt x="1875104" y="2001443"/>
                </a:lnTo>
                <a:lnTo>
                  <a:pt x="1896706" y="2037003"/>
                </a:lnTo>
                <a:lnTo>
                  <a:pt x="1907806" y="2043290"/>
                </a:lnTo>
                <a:lnTo>
                  <a:pt x="1916722" y="2052713"/>
                </a:lnTo>
                <a:lnTo>
                  <a:pt x="1922818" y="2066137"/>
                </a:lnTo>
                <a:lnTo>
                  <a:pt x="1925523" y="2084425"/>
                </a:lnTo>
                <a:lnTo>
                  <a:pt x="1924456" y="2085949"/>
                </a:lnTo>
                <a:lnTo>
                  <a:pt x="1914055" y="2078672"/>
                </a:lnTo>
                <a:lnTo>
                  <a:pt x="1911921" y="2081720"/>
                </a:lnTo>
                <a:lnTo>
                  <a:pt x="1921040" y="2090813"/>
                </a:lnTo>
                <a:lnTo>
                  <a:pt x="1920189" y="2092045"/>
                </a:lnTo>
                <a:lnTo>
                  <a:pt x="1929726" y="2100567"/>
                </a:lnTo>
                <a:lnTo>
                  <a:pt x="1938858" y="2109660"/>
                </a:lnTo>
                <a:lnTo>
                  <a:pt x="1954796" y="2131187"/>
                </a:lnTo>
                <a:lnTo>
                  <a:pt x="1973541" y="2148700"/>
                </a:lnTo>
                <a:lnTo>
                  <a:pt x="1994687" y="2162797"/>
                </a:lnTo>
                <a:lnTo>
                  <a:pt x="2017826" y="2174024"/>
                </a:lnTo>
                <a:lnTo>
                  <a:pt x="2041372" y="2184692"/>
                </a:lnTo>
                <a:lnTo>
                  <a:pt x="2078850" y="2197582"/>
                </a:lnTo>
                <a:lnTo>
                  <a:pt x="2102383" y="2208238"/>
                </a:lnTo>
                <a:lnTo>
                  <a:pt x="2127008" y="2217356"/>
                </a:lnTo>
                <a:lnTo>
                  <a:pt x="2151342" y="2226894"/>
                </a:lnTo>
                <a:lnTo>
                  <a:pt x="2185873" y="2244013"/>
                </a:lnTo>
                <a:lnTo>
                  <a:pt x="2209901" y="2253983"/>
                </a:lnTo>
                <a:lnTo>
                  <a:pt x="2222182" y="2258568"/>
                </a:lnTo>
                <a:lnTo>
                  <a:pt x="2224963" y="2254593"/>
                </a:lnTo>
                <a:lnTo>
                  <a:pt x="2239556" y="2255901"/>
                </a:lnTo>
                <a:lnTo>
                  <a:pt x="2256040" y="2254491"/>
                </a:lnTo>
                <a:lnTo>
                  <a:pt x="2347468" y="2123884"/>
                </a:lnTo>
                <a:lnTo>
                  <a:pt x="2413952" y="1940344"/>
                </a:lnTo>
                <a:lnTo>
                  <a:pt x="2452509" y="1840979"/>
                </a:lnTo>
                <a:lnTo>
                  <a:pt x="2460993" y="1784565"/>
                </a:lnTo>
                <a:lnTo>
                  <a:pt x="2479827" y="1735518"/>
                </a:lnTo>
                <a:lnTo>
                  <a:pt x="2488374" y="1679028"/>
                </a:lnTo>
                <a:lnTo>
                  <a:pt x="2519883" y="1589722"/>
                </a:lnTo>
                <a:lnTo>
                  <a:pt x="2525280" y="1537716"/>
                </a:lnTo>
                <a:lnTo>
                  <a:pt x="2541054" y="1493037"/>
                </a:lnTo>
                <a:lnTo>
                  <a:pt x="2546337" y="1441208"/>
                </a:lnTo>
                <a:lnTo>
                  <a:pt x="2577185" y="1352842"/>
                </a:lnTo>
                <a:lnTo>
                  <a:pt x="2587460" y="1249591"/>
                </a:lnTo>
                <a:lnTo>
                  <a:pt x="2602852" y="1205445"/>
                </a:lnTo>
                <a:lnTo>
                  <a:pt x="2607767" y="1154137"/>
                </a:lnTo>
                <a:lnTo>
                  <a:pt x="2623032" y="1110195"/>
                </a:lnTo>
                <a:lnTo>
                  <a:pt x="2637231" y="957046"/>
                </a:lnTo>
                <a:lnTo>
                  <a:pt x="2651836" y="914031"/>
                </a:lnTo>
                <a:lnTo>
                  <a:pt x="2663863" y="763993"/>
                </a:lnTo>
                <a:lnTo>
                  <a:pt x="2672994" y="728789"/>
                </a:lnTo>
                <a:lnTo>
                  <a:pt x="2672118" y="685749"/>
                </a:lnTo>
                <a:lnTo>
                  <a:pt x="2681655" y="649986"/>
                </a:lnTo>
                <a:lnTo>
                  <a:pt x="2680385" y="607504"/>
                </a:lnTo>
                <a:lnTo>
                  <a:pt x="2701709" y="355600"/>
                </a:lnTo>
                <a:lnTo>
                  <a:pt x="2695371" y="298221"/>
                </a:lnTo>
                <a:lnTo>
                  <a:pt x="2707043" y="148666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028700" y="2664891"/>
            <a:ext cx="17254220" cy="7621270"/>
            <a:chOff x="1028700" y="2664891"/>
            <a:chExt cx="17254220" cy="7621270"/>
          </a:xfrm>
        </p:grpSpPr>
        <p:sp>
          <p:nvSpPr>
            <p:cNvPr id="6" name="object 6"/>
            <p:cNvSpPr/>
            <p:nvPr/>
          </p:nvSpPr>
          <p:spPr>
            <a:xfrm>
              <a:off x="1028700" y="2664891"/>
              <a:ext cx="16230600" cy="67722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6163988" y="7840014"/>
              <a:ext cx="2118995" cy="2446655"/>
            </a:xfrm>
            <a:custGeom>
              <a:avLst/>
              <a:gdLst/>
              <a:ahLst/>
              <a:cxnLst/>
              <a:rect l="l" t="t" r="r" b="b"/>
              <a:pathLst>
                <a:path w="2118994" h="2446654">
                  <a:moveTo>
                    <a:pt x="708888" y="1121486"/>
                  </a:moveTo>
                  <a:lnTo>
                    <a:pt x="701497" y="1103185"/>
                  </a:lnTo>
                  <a:lnTo>
                    <a:pt x="696810" y="1117549"/>
                  </a:lnTo>
                  <a:lnTo>
                    <a:pt x="708888" y="1121486"/>
                  </a:lnTo>
                  <a:close/>
                </a:path>
                <a:path w="2118994" h="2446654">
                  <a:moveTo>
                    <a:pt x="860196" y="1483829"/>
                  </a:moveTo>
                  <a:lnTo>
                    <a:pt x="856234" y="1473276"/>
                  </a:lnTo>
                  <a:lnTo>
                    <a:pt x="852855" y="1466608"/>
                  </a:lnTo>
                  <a:lnTo>
                    <a:pt x="851141" y="1460500"/>
                  </a:lnTo>
                  <a:lnTo>
                    <a:pt x="840041" y="1466138"/>
                  </a:lnTo>
                  <a:lnTo>
                    <a:pt x="838911" y="1463916"/>
                  </a:lnTo>
                  <a:lnTo>
                    <a:pt x="835571" y="1462824"/>
                  </a:lnTo>
                  <a:lnTo>
                    <a:pt x="834440" y="1460601"/>
                  </a:lnTo>
                  <a:lnTo>
                    <a:pt x="829995" y="1462849"/>
                  </a:lnTo>
                  <a:lnTo>
                    <a:pt x="818870" y="1462913"/>
                  </a:lnTo>
                  <a:lnTo>
                    <a:pt x="822248" y="1469580"/>
                  </a:lnTo>
                  <a:lnTo>
                    <a:pt x="827849" y="1475105"/>
                  </a:lnTo>
                  <a:lnTo>
                    <a:pt x="831227" y="1481772"/>
                  </a:lnTo>
                  <a:lnTo>
                    <a:pt x="838974" y="1482623"/>
                  </a:lnTo>
                  <a:lnTo>
                    <a:pt x="860196" y="1483829"/>
                  </a:lnTo>
                  <a:close/>
                </a:path>
                <a:path w="2118994" h="2446654">
                  <a:moveTo>
                    <a:pt x="869543" y="1529461"/>
                  </a:moveTo>
                  <a:lnTo>
                    <a:pt x="868476" y="1529397"/>
                  </a:lnTo>
                  <a:lnTo>
                    <a:pt x="868565" y="1529689"/>
                  </a:lnTo>
                  <a:lnTo>
                    <a:pt x="869543" y="1529461"/>
                  </a:lnTo>
                  <a:close/>
                </a:path>
                <a:path w="2118994" h="2446654">
                  <a:moveTo>
                    <a:pt x="997165" y="1756308"/>
                  </a:moveTo>
                  <a:lnTo>
                    <a:pt x="982548" y="1733016"/>
                  </a:lnTo>
                  <a:lnTo>
                    <a:pt x="981456" y="1736369"/>
                  </a:lnTo>
                  <a:lnTo>
                    <a:pt x="976477" y="1740293"/>
                  </a:lnTo>
                  <a:lnTo>
                    <a:pt x="973162" y="1744764"/>
                  </a:lnTo>
                  <a:lnTo>
                    <a:pt x="972642" y="1752003"/>
                  </a:lnTo>
                  <a:lnTo>
                    <a:pt x="971003" y="1757019"/>
                  </a:lnTo>
                  <a:lnTo>
                    <a:pt x="970495" y="1764258"/>
                  </a:lnTo>
                  <a:lnTo>
                    <a:pt x="997165" y="1756308"/>
                  </a:lnTo>
                  <a:close/>
                </a:path>
                <a:path w="2118994" h="2446654">
                  <a:moveTo>
                    <a:pt x="1519593" y="1506677"/>
                  </a:moveTo>
                  <a:lnTo>
                    <a:pt x="1515694" y="1507261"/>
                  </a:lnTo>
                  <a:lnTo>
                    <a:pt x="1511249" y="1509509"/>
                  </a:lnTo>
                  <a:lnTo>
                    <a:pt x="1507363" y="1510093"/>
                  </a:lnTo>
                  <a:lnTo>
                    <a:pt x="1509039" y="1510639"/>
                  </a:lnTo>
                  <a:lnTo>
                    <a:pt x="1510157" y="1512862"/>
                  </a:lnTo>
                  <a:lnTo>
                    <a:pt x="1511833" y="1513408"/>
                  </a:lnTo>
                  <a:lnTo>
                    <a:pt x="1514602" y="1510601"/>
                  </a:lnTo>
                  <a:lnTo>
                    <a:pt x="1516824" y="1509483"/>
                  </a:lnTo>
                  <a:lnTo>
                    <a:pt x="1519593" y="1506677"/>
                  </a:lnTo>
                  <a:close/>
                </a:path>
                <a:path w="2118994" h="2446654">
                  <a:moveTo>
                    <a:pt x="1524698" y="1168704"/>
                  </a:moveTo>
                  <a:lnTo>
                    <a:pt x="1524584" y="1160221"/>
                  </a:lnTo>
                  <a:lnTo>
                    <a:pt x="1522526" y="1166495"/>
                  </a:lnTo>
                  <a:lnTo>
                    <a:pt x="1524698" y="1168704"/>
                  </a:lnTo>
                  <a:close/>
                </a:path>
                <a:path w="2118994" h="2446654">
                  <a:moveTo>
                    <a:pt x="1531607" y="1302308"/>
                  </a:moveTo>
                  <a:lnTo>
                    <a:pt x="1523873" y="1285087"/>
                  </a:lnTo>
                  <a:lnTo>
                    <a:pt x="1514182" y="1314729"/>
                  </a:lnTo>
                  <a:lnTo>
                    <a:pt x="1512697" y="1319276"/>
                  </a:lnTo>
                  <a:lnTo>
                    <a:pt x="1523288" y="1327772"/>
                  </a:lnTo>
                  <a:lnTo>
                    <a:pt x="1531607" y="1302308"/>
                  </a:lnTo>
                  <a:close/>
                </a:path>
                <a:path w="2118994" h="2446654">
                  <a:moveTo>
                    <a:pt x="1531988" y="1440370"/>
                  </a:moveTo>
                  <a:lnTo>
                    <a:pt x="1530477" y="1411503"/>
                  </a:lnTo>
                  <a:lnTo>
                    <a:pt x="1529524" y="1402537"/>
                  </a:lnTo>
                  <a:lnTo>
                    <a:pt x="1520901" y="1420088"/>
                  </a:lnTo>
                  <a:lnTo>
                    <a:pt x="1518285" y="1429880"/>
                  </a:lnTo>
                  <a:lnTo>
                    <a:pt x="1521904" y="1435455"/>
                  </a:lnTo>
                  <a:lnTo>
                    <a:pt x="1531988" y="1440370"/>
                  </a:lnTo>
                  <a:close/>
                </a:path>
                <a:path w="2118994" h="2446654">
                  <a:moveTo>
                    <a:pt x="1532470" y="1336840"/>
                  </a:moveTo>
                  <a:lnTo>
                    <a:pt x="1529118" y="1335747"/>
                  </a:lnTo>
                  <a:lnTo>
                    <a:pt x="1526895" y="1336878"/>
                  </a:lnTo>
                  <a:lnTo>
                    <a:pt x="1523555" y="1335786"/>
                  </a:lnTo>
                  <a:lnTo>
                    <a:pt x="1519936" y="1380883"/>
                  </a:lnTo>
                  <a:lnTo>
                    <a:pt x="1529626" y="1371066"/>
                  </a:lnTo>
                  <a:lnTo>
                    <a:pt x="1531429" y="1359877"/>
                  </a:lnTo>
                  <a:lnTo>
                    <a:pt x="1530616" y="1348181"/>
                  </a:lnTo>
                  <a:lnTo>
                    <a:pt x="1532470" y="1336840"/>
                  </a:lnTo>
                  <a:close/>
                </a:path>
                <a:path w="2118994" h="2446654">
                  <a:moveTo>
                    <a:pt x="1532559" y="1176718"/>
                  </a:moveTo>
                  <a:lnTo>
                    <a:pt x="1524698" y="1168704"/>
                  </a:lnTo>
                  <a:lnTo>
                    <a:pt x="1525104" y="1199502"/>
                  </a:lnTo>
                  <a:lnTo>
                    <a:pt x="1532559" y="1176718"/>
                  </a:lnTo>
                  <a:close/>
                </a:path>
                <a:path w="2118994" h="2446654">
                  <a:moveTo>
                    <a:pt x="1546402" y="1702447"/>
                  </a:moveTo>
                  <a:lnTo>
                    <a:pt x="1544193" y="1688934"/>
                  </a:lnTo>
                  <a:lnTo>
                    <a:pt x="1542554" y="1675257"/>
                  </a:lnTo>
                  <a:lnTo>
                    <a:pt x="1539951" y="1648485"/>
                  </a:lnTo>
                  <a:lnTo>
                    <a:pt x="1538274" y="1647939"/>
                  </a:lnTo>
                  <a:lnTo>
                    <a:pt x="1534375" y="1648523"/>
                  </a:lnTo>
                  <a:lnTo>
                    <a:pt x="1532166" y="1649653"/>
                  </a:lnTo>
                  <a:lnTo>
                    <a:pt x="1534845" y="1663319"/>
                  </a:lnTo>
                  <a:lnTo>
                    <a:pt x="1533093" y="1677263"/>
                  </a:lnTo>
                  <a:lnTo>
                    <a:pt x="1532496" y="1690903"/>
                  </a:lnTo>
                  <a:lnTo>
                    <a:pt x="1538617" y="1703603"/>
                  </a:lnTo>
                  <a:lnTo>
                    <a:pt x="1542503" y="1703019"/>
                  </a:lnTo>
                  <a:lnTo>
                    <a:pt x="1544180" y="1703565"/>
                  </a:lnTo>
                  <a:lnTo>
                    <a:pt x="1546402" y="1702447"/>
                  </a:lnTo>
                  <a:close/>
                </a:path>
                <a:path w="2118994" h="2446654">
                  <a:moveTo>
                    <a:pt x="1756664" y="286207"/>
                  </a:moveTo>
                  <a:lnTo>
                    <a:pt x="1746364" y="276821"/>
                  </a:lnTo>
                  <a:lnTo>
                    <a:pt x="1748967" y="268884"/>
                  </a:lnTo>
                  <a:lnTo>
                    <a:pt x="1739900" y="255739"/>
                  </a:lnTo>
                  <a:lnTo>
                    <a:pt x="1742909" y="246532"/>
                  </a:lnTo>
                  <a:lnTo>
                    <a:pt x="1734604" y="231038"/>
                  </a:lnTo>
                  <a:lnTo>
                    <a:pt x="1738071" y="220421"/>
                  </a:lnTo>
                  <a:lnTo>
                    <a:pt x="1728444" y="209003"/>
                  </a:lnTo>
                  <a:lnTo>
                    <a:pt x="1705000" y="198970"/>
                  </a:lnTo>
                  <a:lnTo>
                    <a:pt x="1712099" y="177228"/>
                  </a:lnTo>
                  <a:lnTo>
                    <a:pt x="1700034" y="173278"/>
                  </a:lnTo>
                  <a:lnTo>
                    <a:pt x="1699488" y="174955"/>
                  </a:lnTo>
                  <a:lnTo>
                    <a:pt x="1690509" y="161518"/>
                  </a:lnTo>
                  <a:lnTo>
                    <a:pt x="1698891" y="135877"/>
                  </a:lnTo>
                  <a:lnTo>
                    <a:pt x="1686814" y="131927"/>
                  </a:lnTo>
                  <a:lnTo>
                    <a:pt x="1678165" y="158407"/>
                  </a:lnTo>
                  <a:lnTo>
                    <a:pt x="1669618" y="143675"/>
                  </a:lnTo>
                  <a:lnTo>
                    <a:pt x="1661185" y="128612"/>
                  </a:lnTo>
                  <a:lnTo>
                    <a:pt x="1664855" y="117348"/>
                  </a:lnTo>
                  <a:lnTo>
                    <a:pt x="1639074" y="114477"/>
                  </a:lnTo>
                  <a:lnTo>
                    <a:pt x="1614119" y="109105"/>
                  </a:lnTo>
                  <a:lnTo>
                    <a:pt x="1601216" y="107670"/>
                  </a:lnTo>
                  <a:lnTo>
                    <a:pt x="1590243" y="100380"/>
                  </a:lnTo>
                  <a:lnTo>
                    <a:pt x="1591335" y="97040"/>
                  </a:lnTo>
                  <a:lnTo>
                    <a:pt x="1587106" y="69100"/>
                  </a:lnTo>
                  <a:lnTo>
                    <a:pt x="1566595" y="50076"/>
                  </a:lnTo>
                  <a:lnTo>
                    <a:pt x="1544040" y="37325"/>
                  </a:lnTo>
                  <a:lnTo>
                    <a:pt x="1533664" y="28206"/>
                  </a:lnTo>
                  <a:lnTo>
                    <a:pt x="1521942" y="23190"/>
                  </a:lnTo>
                  <a:lnTo>
                    <a:pt x="1509039" y="21780"/>
                  </a:lnTo>
                  <a:lnTo>
                    <a:pt x="1495259" y="23063"/>
                  </a:lnTo>
                  <a:lnTo>
                    <a:pt x="1484299" y="15722"/>
                  </a:lnTo>
                  <a:lnTo>
                    <a:pt x="1471383" y="14338"/>
                  </a:lnTo>
                  <a:lnTo>
                    <a:pt x="1457655" y="15468"/>
                  </a:lnTo>
                  <a:lnTo>
                    <a:pt x="1432166" y="11709"/>
                  </a:lnTo>
                  <a:lnTo>
                    <a:pt x="1418767" y="11811"/>
                  </a:lnTo>
                  <a:lnTo>
                    <a:pt x="1393151" y="8445"/>
                  </a:lnTo>
                  <a:lnTo>
                    <a:pt x="1379499" y="9347"/>
                  </a:lnTo>
                  <a:lnTo>
                    <a:pt x="1353718" y="6451"/>
                  </a:lnTo>
                  <a:lnTo>
                    <a:pt x="1248943" y="0"/>
                  </a:lnTo>
                  <a:lnTo>
                    <a:pt x="1243482" y="16700"/>
                  </a:lnTo>
                  <a:lnTo>
                    <a:pt x="1229766" y="17792"/>
                  </a:lnTo>
                  <a:lnTo>
                    <a:pt x="1232496" y="9436"/>
                  </a:lnTo>
                  <a:lnTo>
                    <a:pt x="1219885" y="7162"/>
                  </a:lnTo>
                  <a:lnTo>
                    <a:pt x="1190218" y="97955"/>
                  </a:lnTo>
                  <a:lnTo>
                    <a:pt x="1171194" y="115303"/>
                  </a:lnTo>
                  <a:lnTo>
                    <a:pt x="1132840" y="232702"/>
                  </a:lnTo>
                  <a:lnTo>
                    <a:pt x="1131887" y="276517"/>
                  </a:lnTo>
                  <a:lnTo>
                    <a:pt x="1084072" y="422871"/>
                  </a:lnTo>
                  <a:lnTo>
                    <a:pt x="1083906" y="464273"/>
                  </a:lnTo>
                  <a:lnTo>
                    <a:pt x="1071778" y="501421"/>
                  </a:lnTo>
                  <a:lnTo>
                    <a:pt x="1071854" y="542036"/>
                  </a:lnTo>
                  <a:lnTo>
                    <a:pt x="1059649" y="579424"/>
                  </a:lnTo>
                  <a:lnTo>
                    <a:pt x="1059586" y="661441"/>
                  </a:lnTo>
                  <a:lnTo>
                    <a:pt x="1047369" y="698817"/>
                  </a:lnTo>
                  <a:lnTo>
                    <a:pt x="1048778" y="735393"/>
                  </a:lnTo>
                  <a:lnTo>
                    <a:pt x="1038123" y="768019"/>
                  </a:lnTo>
                  <a:lnTo>
                    <a:pt x="1039545" y="804583"/>
                  </a:lnTo>
                  <a:lnTo>
                    <a:pt x="1028877" y="837209"/>
                  </a:lnTo>
                  <a:lnTo>
                    <a:pt x="1026350" y="1008570"/>
                  </a:lnTo>
                  <a:lnTo>
                    <a:pt x="1003084" y="1284249"/>
                  </a:lnTo>
                  <a:lnTo>
                    <a:pt x="1011224" y="1341132"/>
                  </a:lnTo>
                  <a:lnTo>
                    <a:pt x="1003642" y="1446136"/>
                  </a:lnTo>
                  <a:lnTo>
                    <a:pt x="1012012" y="1502295"/>
                  </a:lnTo>
                  <a:lnTo>
                    <a:pt x="1008341" y="1554441"/>
                  </a:lnTo>
                  <a:lnTo>
                    <a:pt x="1007389" y="1598244"/>
                  </a:lnTo>
                  <a:lnTo>
                    <a:pt x="1018667" y="1645526"/>
                  </a:lnTo>
                  <a:lnTo>
                    <a:pt x="1017333" y="1731416"/>
                  </a:lnTo>
                  <a:lnTo>
                    <a:pt x="1020152" y="1804555"/>
                  </a:lnTo>
                  <a:lnTo>
                    <a:pt x="1009942" y="1794916"/>
                  </a:lnTo>
                  <a:lnTo>
                    <a:pt x="1011504" y="1790153"/>
                  </a:lnTo>
                  <a:lnTo>
                    <a:pt x="1000785" y="1782076"/>
                  </a:lnTo>
                  <a:lnTo>
                    <a:pt x="989952" y="1774317"/>
                  </a:lnTo>
                  <a:lnTo>
                    <a:pt x="985583" y="1787702"/>
                  </a:lnTo>
                  <a:lnTo>
                    <a:pt x="976350" y="1775053"/>
                  </a:lnTo>
                  <a:lnTo>
                    <a:pt x="976172" y="1775599"/>
                  </a:lnTo>
                  <a:lnTo>
                    <a:pt x="962596" y="1776285"/>
                  </a:lnTo>
                  <a:lnTo>
                    <a:pt x="970724" y="1751380"/>
                  </a:lnTo>
                  <a:lnTo>
                    <a:pt x="960843" y="1740738"/>
                  </a:lnTo>
                  <a:lnTo>
                    <a:pt x="964526" y="1729473"/>
                  </a:lnTo>
                  <a:lnTo>
                    <a:pt x="956081" y="1714423"/>
                  </a:lnTo>
                  <a:lnTo>
                    <a:pt x="959612" y="1703628"/>
                  </a:lnTo>
                  <a:lnTo>
                    <a:pt x="950912" y="1689354"/>
                  </a:lnTo>
                  <a:lnTo>
                    <a:pt x="952690" y="1683893"/>
                  </a:lnTo>
                  <a:lnTo>
                    <a:pt x="942047" y="1675587"/>
                  </a:lnTo>
                  <a:lnTo>
                    <a:pt x="943368" y="1671535"/>
                  </a:lnTo>
                  <a:lnTo>
                    <a:pt x="932776" y="1663065"/>
                  </a:lnTo>
                  <a:lnTo>
                    <a:pt x="925931" y="1643126"/>
                  </a:lnTo>
                  <a:lnTo>
                    <a:pt x="919695" y="1621294"/>
                  </a:lnTo>
                  <a:lnTo>
                    <a:pt x="912850" y="1601355"/>
                  </a:lnTo>
                  <a:lnTo>
                    <a:pt x="892086" y="1583118"/>
                  </a:lnTo>
                  <a:lnTo>
                    <a:pt x="893724" y="1578102"/>
                  </a:lnTo>
                  <a:lnTo>
                    <a:pt x="887399" y="1556588"/>
                  </a:lnTo>
                  <a:lnTo>
                    <a:pt x="868984" y="1531137"/>
                  </a:lnTo>
                  <a:lnTo>
                    <a:pt x="868565" y="1529689"/>
                  </a:lnTo>
                  <a:lnTo>
                    <a:pt x="855103" y="1532763"/>
                  </a:lnTo>
                  <a:lnTo>
                    <a:pt x="838708" y="1542046"/>
                  </a:lnTo>
                  <a:lnTo>
                    <a:pt x="836650" y="1548345"/>
                  </a:lnTo>
                  <a:lnTo>
                    <a:pt x="826757" y="1537703"/>
                  </a:lnTo>
                  <a:lnTo>
                    <a:pt x="817968" y="1523720"/>
                  </a:lnTo>
                  <a:lnTo>
                    <a:pt x="830783" y="1525397"/>
                  </a:lnTo>
                  <a:lnTo>
                    <a:pt x="843546" y="1527225"/>
                  </a:lnTo>
                  <a:lnTo>
                    <a:pt x="856411" y="1528737"/>
                  </a:lnTo>
                  <a:lnTo>
                    <a:pt x="868476" y="1529397"/>
                  </a:lnTo>
                  <a:lnTo>
                    <a:pt x="856322" y="1488109"/>
                  </a:lnTo>
                  <a:lnTo>
                    <a:pt x="842606" y="1489189"/>
                  </a:lnTo>
                  <a:lnTo>
                    <a:pt x="835507" y="1510944"/>
                  </a:lnTo>
                  <a:lnTo>
                    <a:pt x="823569" y="1506575"/>
                  </a:lnTo>
                  <a:lnTo>
                    <a:pt x="824522" y="1503654"/>
                  </a:lnTo>
                  <a:lnTo>
                    <a:pt x="815047" y="1491754"/>
                  </a:lnTo>
                  <a:lnTo>
                    <a:pt x="821740" y="1471269"/>
                  </a:lnTo>
                  <a:lnTo>
                    <a:pt x="810768" y="1463979"/>
                  </a:lnTo>
                  <a:lnTo>
                    <a:pt x="813638" y="1455191"/>
                  </a:lnTo>
                  <a:lnTo>
                    <a:pt x="802792" y="1447482"/>
                  </a:lnTo>
                  <a:lnTo>
                    <a:pt x="804024" y="1443723"/>
                  </a:lnTo>
                  <a:lnTo>
                    <a:pt x="793178" y="1436014"/>
                  </a:lnTo>
                  <a:lnTo>
                    <a:pt x="806729" y="1435430"/>
                  </a:lnTo>
                  <a:lnTo>
                    <a:pt x="808050" y="1431378"/>
                  </a:lnTo>
                  <a:lnTo>
                    <a:pt x="821550" y="1430959"/>
                  </a:lnTo>
                  <a:lnTo>
                    <a:pt x="823341" y="1425498"/>
                  </a:lnTo>
                  <a:lnTo>
                    <a:pt x="834580" y="1431975"/>
                  </a:lnTo>
                  <a:lnTo>
                    <a:pt x="826122" y="1457883"/>
                  </a:lnTo>
                  <a:lnTo>
                    <a:pt x="834440" y="1460601"/>
                  </a:lnTo>
                  <a:lnTo>
                    <a:pt x="838187" y="1461820"/>
                  </a:lnTo>
                  <a:lnTo>
                    <a:pt x="843457" y="1445691"/>
                  </a:lnTo>
                  <a:lnTo>
                    <a:pt x="835609" y="1428813"/>
                  </a:lnTo>
                  <a:lnTo>
                    <a:pt x="827252" y="1413497"/>
                  </a:lnTo>
                  <a:lnTo>
                    <a:pt x="819467" y="1396453"/>
                  </a:lnTo>
                  <a:lnTo>
                    <a:pt x="823290" y="1384744"/>
                  </a:lnTo>
                  <a:lnTo>
                    <a:pt x="813079" y="1375117"/>
                  </a:lnTo>
                  <a:lnTo>
                    <a:pt x="813955" y="1372438"/>
                  </a:lnTo>
                  <a:lnTo>
                    <a:pt x="801331" y="1370164"/>
                  </a:lnTo>
                  <a:lnTo>
                    <a:pt x="790943" y="1401953"/>
                  </a:lnTo>
                  <a:lnTo>
                    <a:pt x="781799" y="1389049"/>
                  </a:lnTo>
                  <a:lnTo>
                    <a:pt x="789711" y="1364843"/>
                  </a:lnTo>
                  <a:lnTo>
                    <a:pt x="806246" y="1355115"/>
                  </a:lnTo>
                  <a:lnTo>
                    <a:pt x="807339" y="1351762"/>
                  </a:lnTo>
                  <a:lnTo>
                    <a:pt x="797458" y="1341132"/>
                  </a:lnTo>
                  <a:lnTo>
                    <a:pt x="794727" y="1349489"/>
                  </a:lnTo>
                  <a:lnTo>
                    <a:pt x="778281" y="1358938"/>
                  </a:lnTo>
                  <a:lnTo>
                    <a:pt x="764565" y="1360004"/>
                  </a:lnTo>
                  <a:lnTo>
                    <a:pt x="765657" y="1356664"/>
                  </a:lnTo>
                  <a:lnTo>
                    <a:pt x="754138" y="1351051"/>
                  </a:lnTo>
                  <a:lnTo>
                    <a:pt x="767842" y="1349971"/>
                  </a:lnTo>
                  <a:lnTo>
                    <a:pt x="768946" y="1346631"/>
                  </a:lnTo>
                  <a:lnTo>
                    <a:pt x="782650" y="1345552"/>
                  </a:lnTo>
                  <a:lnTo>
                    <a:pt x="790308" y="1322133"/>
                  </a:lnTo>
                  <a:lnTo>
                    <a:pt x="785228" y="1296771"/>
                  </a:lnTo>
                  <a:lnTo>
                    <a:pt x="776732" y="1281887"/>
                  </a:lnTo>
                  <a:lnTo>
                    <a:pt x="768223" y="1267002"/>
                  </a:lnTo>
                  <a:lnTo>
                    <a:pt x="763612" y="1240243"/>
                  </a:lnTo>
                  <a:lnTo>
                    <a:pt x="747382" y="1208125"/>
                  </a:lnTo>
                  <a:lnTo>
                    <a:pt x="734809" y="1246606"/>
                  </a:lnTo>
                  <a:lnTo>
                    <a:pt x="724789" y="1236383"/>
                  </a:lnTo>
                  <a:lnTo>
                    <a:pt x="726846" y="1230109"/>
                  </a:lnTo>
                  <a:lnTo>
                    <a:pt x="716813" y="1219898"/>
                  </a:lnTo>
                  <a:lnTo>
                    <a:pt x="721347" y="1206042"/>
                  </a:lnTo>
                  <a:lnTo>
                    <a:pt x="711847" y="1194206"/>
                  </a:lnTo>
                  <a:lnTo>
                    <a:pt x="717727" y="1176223"/>
                  </a:lnTo>
                  <a:lnTo>
                    <a:pt x="702919" y="1180642"/>
                  </a:lnTo>
                  <a:lnTo>
                    <a:pt x="703605" y="1178547"/>
                  </a:lnTo>
                  <a:lnTo>
                    <a:pt x="691108" y="1175905"/>
                  </a:lnTo>
                  <a:lnTo>
                    <a:pt x="694105" y="1166710"/>
                  </a:lnTo>
                  <a:lnTo>
                    <a:pt x="710438" y="1157630"/>
                  </a:lnTo>
                  <a:lnTo>
                    <a:pt x="714895" y="1143990"/>
                  </a:lnTo>
                  <a:lnTo>
                    <a:pt x="707796" y="1124826"/>
                  </a:lnTo>
                  <a:lnTo>
                    <a:pt x="694664" y="1164983"/>
                  </a:lnTo>
                  <a:lnTo>
                    <a:pt x="682599" y="1161046"/>
                  </a:lnTo>
                  <a:lnTo>
                    <a:pt x="701497" y="1103185"/>
                  </a:lnTo>
                  <a:lnTo>
                    <a:pt x="694118" y="1084897"/>
                  </a:lnTo>
                  <a:lnTo>
                    <a:pt x="686574" y="1067066"/>
                  </a:lnTo>
                  <a:lnTo>
                    <a:pt x="681405" y="1054849"/>
                  </a:lnTo>
                  <a:lnTo>
                    <a:pt x="681405" y="1082890"/>
                  </a:lnTo>
                  <a:lnTo>
                    <a:pt x="679221" y="1089583"/>
                  </a:lnTo>
                  <a:lnTo>
                    <a:pt x="665518" y="1090650"/>
                  </a:lnTo>
                  <a:lnTo>
                    <a:pt x="653440" y="1086713"/>
                  </a:lnTo>
                  <a:lnTo>
                    <a:pt x="658291" y="1071867"/>
                  </a:lnTo>
                  <a:lnTo>
                    <a:pt x="648538" y="1060831"/>
                  </a:lnTo>
                  <a:lnTo>
                    <a:pt x="651205" y="1052664"/>
                  </a:lnTo>
                  <a:lnTo>
                    <a:pt x="661365" y="1062456"/>
                  </a:lnTo>
                  <a:lnTo>
                    <a:pt x="672592" y="1069009"/>
                  </a:lnTo>
                  <a:lnTo>
                    <a:pt x="670979" y="1073924"/>
                  </a:lnTo>
                  <a:lnTo>
                    <a:pt x="681405" y="1082890"/>
                  </a:lnTo>
                  <a:lnTo>
                    <a:pt x="681405" y="1054849"/>
                  </a:lnTo>
                  <a:lnTo>
                    <a:pt x="679043" y="1049248"/>
                  </a:lnTo>
                  <a:lnTo>
                    <a:pt x="663346" y="1015479"/>
                  </a:lnTo>
                  <a:lnTo>
                    <a:pt x="646734" y="984542"/>
                  </a:lnTo>
                  <a:lnTo>
                    <a:pt x="645083" y="989609"/>
                  </a:lnTo>
                  <a:lnTo>
                    <a:pt x="631253" y="991057"/>
                  </a:lnTo>
                  <a:lnTo>
                    <a:pt x="629285" y="997064"/>
                  </a:lnTo>
                  <a:lnTo>
                    <a:pt x="614946" y="1000074"/>
                  </a:lnTo>
                  <a:lnTo>
                    <a:pt x="631926" y="948080"/>
                  </a:lnTo>
                  <a:lnTo>
                    <a:pt x="631037" y="947343"/>
                  </a:lnTo>
                  <a:lnTo>
                    <a:pt x="621449" y="939253"/>
                  </a:lnTo>
                  <a:lnTo>
                    <a:pt x="625830" y="925868"/>
                  </a:lnTo>
                  <a:lnTo>
                    <a:pt x="603326" y="912952"/>
                  </a:lnTo>
                  <a:lnTo>
                    <a:pt x="592074" y="906500"/>
                  </a:lnTo>
                  <a:lnTo>
                    <a:pt x="595617" y="895629"/>
                  </a:lnTo>
                  <a:lnTo>
                    <a:pt x="585736" y="884999"/>
                  </a:lnTo>
                  <a:lnTo>
                    <a:pt x="586828" y="881646"/>
                  </a:lnTo>
                  <a:lnTo>
                    <a:pt x="573659" y="881049"/>
                  </a:lnTo>
                  <a:lnTo>
                    <a:pt x="579628" y="862774"/>
                  </a:lnTo>
                  <a:lnTo>
                    <a:pt x="570407" y="850125"/>
                  </a:lnTo>
                  <a:lnTo>
                    <a:pt x="572935" y="842365"/>
                  </a:lnTo>
                  <a:lnTo>
                    <a:pt x="586778" y="840892"/>
                  </a:lnTo>
                  <a:lnTo>
                    <a:pt x="588962" y="834212"/>
                  </a:lnTo>
                  <a:lnTo>
                    <a:pt x="574713" y="836955"/>
                  </a:lnTo>
                  <a:lnTo>
                    <a:pt x="573062" y="841971"/>
                  </a:lnTo>
                  <a:lnTo>
                    <a:pt x="558812" y="844727"/>
                  </a:lnTo>
                  <a:lnTo>
                    <a:pt x="572477" y="802894"/>
                  </a:lnTo>
                  <a:lnTo>
                    <a:pt x="559473" y="801801"/>
                  </a:lnTo>
                  <a:lnTo>
                    <a:pt x="558279" y="805434"/>
                  </a:lnTo>
                  <a:lnTo>
                    <a:pt x="544715" y="806069"/>
                  </a:lnTo>
                  <a:lnTo>
                    <a:pt x="551065" y="786650"/>
                  </a:lnTo>
                  <a:lnTo>
                    <a:pt x="545553" y="762622"/>
                  </a:lnTo>
                  <a:lnTo>
                    <a:pt x="535025" y="753922"/>
                  </a:lnTo>
                  <a:lnTo>
                    <a:pt x="537933" y="745032"/>
                  </a:lnTo>
                  <a:lnTo>
                    <a:pt x="527418" y="736333"/>
                  </a:lnTo>
                  <a:lnTo>
                    <a:pt x="529056" y="731329"/>
                  </a:lnTo>
                  <a:lnTo>
                    <a:pt x="542226" y="731913"/>
                  </a:lnTo>
                  <a:lnTo>
                    <a:pt x="531609" y="723519"/>
                  </a:lnTo>
                  <a:lnTo>
                    <a:pt x="520992" y="715111"/>
                  </a:lnTo>
                  <a:lnTo>
                    <a:pt x="501243" y="693762"/>
                  </a:lnTo>
                  <a:lnTo>
                    <a:pt x="482625" y="668959"/>
                  </a:lnTo>
                  <a:lnTo>
                    <a:pt x="476846" y="645756"/>
                  </a:lnTo>
                  <a:lnTo>
                    <a:pt x="480225" y="635406"/>
                  </a:lnTo>
                  <a:lnTo>
                    <a:pt x="469696" y="626757"/>
                  </a:lnTo>
                  <a:lnTo>
                    <a:pt x="457923" y="621868"/>
                  </a:lnTo>
                  <a:lnTo>
                    <a:pt x="445541" y="618871"/>
                  </a:lnTo>
                  <a:lnTo>
                    <a:pt x="433120" y="616013"/>
                  </a:lnTo>
                  <a:lnTo>
                    <a:pt x="421817" y="609727"/>
                  </a:lnTo>
                  <a:lnTo>
                    <a:pt x="411937" y="599033"/>
                  </a:lnTo>
                  <a:lnTo>
                    <a:pt x="416433" y="585292"/>
                  </a:lnTo>
                  <a:lnTo>
                    <a:pt x="429602" y="585876"/>
                  </a:lnTo>
                  <a:lnTo>
                    <a:pt x="418172" y="579958"/>
                  </a:lnTo>
                  <a:lnTo>
                    <a:pt x="394919" y="569341"/>
                  </a:lnTo>
                  <a:lnTo>
                    <a:pt x="395566" y="567359"/>
                  </a:lnTo>
                  <a:lnTo>
                    <a:pt x="373913" y="551840"/>
                  </a:lnTo>
                  <a:lnTo>
                    <a:pt x="326517" y="533349"/>
                  </a:lnTo>
                  <a:lnTo>
                    <a:pt x="275628" y="525513"/>
                  </a:lnTo>
                  <a:lnTo>
                    <a:pt x="236207" y="523519"/>
                  </a:lnTo>
                  <a:lnTo>
                    <a:pt x="222732" y="523862"/>
                  </a:lnTo>
                  <a:lnTo>
                    <a:pt x="184556" y="518007"/>
                  </a:lnTo>
                  <a:lnTo>
                    <a:pt x="158610" y="515645"/>
                  </a:lnTo>
                  <a:lnTo>
                    <a:pt x="132765" y="512953"/>
                  </a:lnTo>
                  <a:lnTo>
                    <a:pt x="106984" y="510108"/>
                  </a:lnTo>
                  <a:lnTo>
                    <a:pt x="93941" y="509117"/>
                  </a:lnTo>
                  <a:lnTo>
                    <a:pt x="80441" y="509549"/>
                  </a:lnTo>
                  <a:lnTo>
                    <a:pt x="78295" y="516102"/>
                  </a:lnTo>
                  <a:lnTo>
                    <a:pt x="63106" y="521703"/>
                  </a:lnTo>
                  <a:lnTo>
                    <a:pt x="16281" y="665060"/>
                  </a:lnTo>
                  <a:lnTo>
                    <a:pt x="9194" y="850328"/>
                  </a:lnTo>
                  <a:lnTo>
                    <a:pt x="0" y="1001166"/>
                  </a:lnTo>
                  <a:lnTo>
                    <a:pt x="9169" y="1054900"/>
                  </a:lnTo>
                  <a:lnTo>
                    <a:pt x="6210" y="1104861"/>
                  </a:lnTo>
                  <a:lnTo>
                    <a:pt x="14744" y="1160538"/>
                  </a:lnTo>
                  <a:lnTo>
                    <a:pt x="11150" y="1212418"/>
                  </a:lnTo>
                  <a:lnTo>
                    <a:pt x="19634" y="1268247"/>
                  </a:lnTo>
                  <a:lnTo>
                    <a:pt x="16090" y="1319987"/>
                  </a:lnTo>
                  <a:lnTo>
                    <a:pt x="24714" y="1375397"/>
                  </a:lnTo>
                  <a:lnTo>
                    <a:pt x="21399" y="1426438"/>
                  </a:lnTo>
                  <a:lnTo>
                    <a:pt x="47447" y="1592097"/>
                  </a:lnTo>
                  <a:lnTo>
                    <a:pt x="44170" y="1643024"/>
                  </a:lnTo>
                  <a:lnTo>
                    <a:pt x="61836" y="1752549"/>
                  </a:lnTo>
                  <a:lnTo>
                    <a:pt x="72974" y="1800225"/>
                  </a:lnTo>
                  <a:lnTo>
                    <a:pt x="72237" y="1843405"/>
                  </a:lnTo>
                  <a:lnTo>
                    <a:pt x="106540" y="1983778"/>
                  </a:lnTo>
                  <a:lnTo>
                    <a:pt x="110451" y="2053564"/>
                  </a:lnTo>
                  <a:lnTo>
                    <a:pt x="124383" y="2092718"/>
                  </a:lnTo>
                  <a:lnTo>
                    <a:pt x="126453" y="2127300"/>
                  </a:lnTo>
                  <a:lnTo>
                    <a:pt x="194360" y="2410180"/>
                  </a:lnTo>
                  <a:lnTo>
                    <a:pt x="209334" y="2446159"/>
                  </a:lnTo>
                  <a:lnTo>
                    <a:pt x="556717" y="2446147"/>
                  </a:lnTo>
                  <a:lnTo>
                    <a:pt x="547331" y="2433955"/>
                  </a:lnTo>
                  <a:lnTo>
                    <a:pt x="540931" y="2412682"/>
                  </a:lnTo>
                  <a:lnTo>
                    <a:pt x="542569" y="2407653"/>
                  </a:lnTo>
                  <a:lnTo>
                    <a:pt x="534593" y="2391168"/>
                  </a:lnTo>
                  <a:lnTo>
                    <a:pt x="542785" y="2366073"/>
                  </a:lnTo>
                  <a:lnTo>
                    <a:pt x="534822" y="2349576"/>
                  </a:lnTo>
                  <a:lnTo>
                    <a:pt x="538416" y="2338578"/>
                  </a:lnTo>
                  <a:lnTo>
                    <a:pt x="530987" y="2326144"/>
                  </a:lnTo>
                  <a:lnTo>
                    <a:pt x="530987" y="2361298"/>
                  </a:lnTo>
                  <a:lnTo>
                    <a:pt x="514540" y="2370734"/>
                  </a:lnTo>
                  <a:lnTo>
                    <a:pt x="512356" y="2377427"/>
                  </a:lnTo>
                  <a:lnTo>
                    <a:pt x="502526" y="2366632"/>
                  </a:lnTo>
                  <a:lnTo>
                    <a:pt x="507822" y="2350427"/>
                  </a:lnTo>
                  <a:lnTo>
                    <a:pt x="522744" y="2345639"/>
                  </a:lnTo>
                  <a:lnTo>
                    <a:pt x="520560" y="2352332"/>
                  </a:lnTo>
                  <a:lnTo>
                    <a:pt x="530987" y="2361298"/>
                  </a:lnTo>
                  <a:lnTo>
                    <a:pt x="530987" y="2326144"/>
                  </a:lnTo>
                  <a:lnTo>
                    <a:pt x="529780" y="2324112"/>
                  </a:lnTo>
                  <a:lnTo>
                    <a:pt x="533120" y="2313876"/>
                  </a:lnTo>
                  <a:lnTo>
                    <a:pt x="524332" y="2299868"/>
                  </a:lnTo>
                  <a:lnTo>
                    <a:pt x="521690" y="2267064"/>
                  </a:lnTo>
                  <a:lnTo>
                    <a:pt x="504329" y="2197519"/>
                  </a:lnTo>
                  <a:lnTo>
                    <a:pt x="489610" y="2160765"/>
                  </a:lnTo>
                  <a:lnTo>
                    <a:pt x="479450" y="2069185"/>
                  </a:lnTo>
                  <a:lnTo>
                    <a:pt x="464235" y="2033981"/>
                  </a:lnTo>
                  <a:lnTo>
                    <a:pt x="450380" y="1912810"/>
                  </a:lnTo>
                  <a:lnTo>
                    <a:pt x="447230" y="1881517"/>
                  </a:lnTo>
                  <a:lnTo>
                    <a:pt x="428675" y="1815630"/>
                  </a:lnTo>
                  <a:lnTo>
                    <a:pt x="425538" y="1784350"/>
                  </a:lnTo>
                  <a:lnTo>
                    <a:pt x="414782" y="1735467"/>
                  </a:lnTo>
                  <a:lnTo>
                    <a:pt x="416102" y="1690535"/>
                  </a:lnTo>
                  <a:lnTo>
                    <a:pt x="404482" y="1603425"/>
                  </a:lnTo>
                  <a:lnTo>
                    <a:pt x="397738" y="1583169"/>
                  </a:lnTo>
                  <a:lnTo>
                    <a:pt x="396316" y="1546606"/>
                  </a:lnTo>
                  <a:lnTo>
                    <a:pt x="401650" y="1530286"/>
                  </a:lnTo>
                  <a:lnTo>
                    <a:pt x="414388" y="1573098"/>
                  </a:lnTo>
                  <a:lnTo>
                    <a:pt x="420878" y="1594116"/>
                  </a:lnTo>
                  <a:lnTo>
                    <a:pt x="427532" y="1614652"/>
                  </a:lnTo>
                  <a:lnTo>
                    <a:pt x="445452" y="1641602"/>
                  </a:lnTo>
                  <a:lnTo>
                    <a:pt x="451243" y="1664754"/>
                  </a:lnTo>
                  <a:lnTo>
                    <a:pt x="457149" y="1687601"/>
                  </a:lnTo>
                  <a:lnTo>
                    <a:pt x="475373" y="1713598"/>
                  </a:lnTo>
                  <a:lnTo>
                    <a:pt x="488124" y="1756333"/>
                  </a:lnTo>
                  <a:lnTo>
                    <a:pt x="563346" y="1894166"/>
                  </a:lnTo>
                  <a:lnTo>
                    <a:pt x="596125" y="1957412"/>
                  </a:lnTo>
                  <a:lnTo>
                    <a:pt x="612648" y="1988642"/>
                  </a:lnTo>
                  <a:lnTo>
                    <a:pt x="629323" y="2019401"/>
                  </a:lnTo>
                  <a:lnTo>
                    <a:pt x="657834" y="2054783"/>
                  </a:lnTo>
                  <a:lnTo>
                    <a:pt x="674446" y="2085759"/>
                  </a:lnTo>
                  <a:lnTo>
                    <a:pt x="703224" y="2120354"/>
                  </a:lnTo>
                  <a:lnTo>
                    <a:pt x="728370" y="2166074"/>
                  </a:lnTo>
                  <a:lnTo>
                    <a:pt x="736815" y="2181123"/>
                  </a:lnTo>
                  <a:lnTo>
                    <a:pt x="745363" y="2195855"/>
                  </a:lnTo>
                  <a:lnTo>
                    <a:pt x="754062" y="2210130"/>
                  </a:lnTo>
                  <a:lnTo>
                    <a:pt x="784720" y="2238946"/>
                  </a:lnTo>
                  <a:lnTo>
                    <a:pt x="803630" y="2262886"/>
                  </a:lnTo>
                  <a:lnTo>
                    <a:pt x="822731" y="2286203"/>
                  </a:lnTo>
                  <a:lnTo>
                    <a:pt x="841946" y="2309203"/>
                  </a:lnTo>
                  <a:lnTo>
                    <a:pt x="863244" y="2325763"/>
                  </a:lnTo>
                  <a:lnTo>
                    <a:pt x="872693" y="2337752"/>
                  </a:lnTo>
                  <a:lnTo>
                    <a:pt x="894613" y="2352446"/>
                  </a:lnTo>
                  <a:lnTo>
                    <a:pt x="905078" y="2361298"/>
                  </a:lnTo>
                  <a:lnTo>
                    <a:pt x="928357" y="2371852"/>
                  </a:lnTo>
                  <a:lnTo>
                    <a:pt x="940066" y="2376894"/>
                  </a:lnTo>
                  <a:lnTo>
                    <a:pt x="964057" y="2385250"/>
                  </a:lnTo>
                  <a:lnTo>
                    <a:pt x="975880" y="2389987"/>
                  </a:lnTo>
                  <a:lnTo>
                    <a:pt x="987945" y="2393924"/>
                  </a:lnTo>
                  <a:lnTo>
                    <a:pt x="989037" y="2390584"/>
                  </a:lnTo>
                  <a:lnTo>
                    <a:pt x="1004379" y="2384539"/>
                  </a:lnTo>
                  <a:lnTo>
                    <a:pt x="1019606" y="2378811"/>
                  </a:lnTo>
                  <a:lnTo>
                    <a:pt x="1046708" y="2377656"/>
                  </a:lnTo>
                  <a:lnTo>
                    <a:pt x="1061427" y="2373490"/>
                  </a:lnTo>
                  <a:lnTo>
                    <a:pt x="1104519" y="2364257"/>
                  </a:lnTo>
                  <a:lnTo>
                    <a:pt x="1148753" y="2351570"/>
                  </a:lnTo>
                  <a:lnTo>
                    <a:pt x="1193596" y="2336990"/>
                  </a:lnTo>
                  <a:lnTo>
                    <a:pt x="1238542" y="2322106"/>
                  </a:lnTo>
                  <a:lnTo>
                    <a:pt x="1238783" y="2321369"/>
                  </a:lnTo>
                  <a:lnTo>
                    <a:pt x="1250950" y="2325014"/>
                  </a:lnTo>
                  <a:lnTo>
                    <a:pt x="1263218" y="2328354"/>
                  </a:lnTo>
                  <a:lnTo>
                    <a:pt x="1263777" y="2326652"/>
                  </a:lnTo>
                  <a:lnTo>
                    <a:pt x="1277264" y="2326259"/>
                  </a:lnTo>
                  <a:lnTo>
                    <a:pt x="1278991" y="2320975"/>
                  </a:lnTo>
                  <a:lnTo>
                    <a:pt x="1292987" y="2319020"/>
                  </a:lnTo>
                  <a:lnTo>
                    <a:pt x="1295019" y="2312797"/>
                  </a:lnTo>
                  <a:lnTo>
                    <a:pt x="1325079" y="2302586"/>
                  </a:lnTo>
                  <a:lnTo>
                    <a:pt x="1373517" y="2276995"/>
                  </a:lnTo>
                  <a:lnTo>
                    <a:pt x="1391500" y="2262848"/>
                  </a:lnTo>
                  <a:lnTo>
                    <a:pt x="1422120" y="2250922"/>
                  </a:lnTo>
                  <a:lnTo>
                    <a:pt x="1440967" y="2234107"/>
                  </a:lnTo>
                  <a:lnTo>
                    <a:pt x="1460855" y="2214156"/>
                  </a:lnTo>
                  <a:lnTo>
                    <a:pt x="1512570" y="2055850"/>
                  </a:lnTo>
                  <a:lnTo>
                    <a:pt x="1506423" y="2033765"/>
                  </a:lnTo>
                  <a:lnTo>
                    <a:pt x="1515160" y="2007006"/>
                  </a:lnTo>
                  <a:lnTo>
                    <a:pt x="1528330" y="2007590"/>
                  </a:lnTo>
                  <a:lnTo>
                    <a:pt x="1517269" y="2000542"/>
                  </a:lnTo>
                  <a:lnTo>
                    <a:pt x="1507401" y="1989874"/>
                  </a:lnTo>
                  <a:lnTo>
                    <a:pt x="1520037" y="1951189"/>
                  </a:lnTo>
                  <a:lnTo>
                    <a:pt x="1514614" y="1926882"/>
                  </a:lnTo>
                  <a:lnTo>
                    <a:pt x="1509344" y="1902104"/>
                  </a:lnTo>
                  <a:lnTo>
                    <a:pt x="1516253" y="1880958"/>
                  </a:lnTo>
                  <a:lnTo>
                    <a:pt x="1511147" y="1855711"/>
                  </a:lnTo>
                  <a:lnTo>
                    <a:pt x="1517154" y="1837321"/>
                  </a:lnTo>
                  <a:lnTo>
                    <a:pt x="1525955" y="1851291"/>
                  </a:lnTo>
                  <a:lnTo>
                    <a:pt x="1526501" y="1849628"/>
                  </a:lnTo>
                  <a:lnTo>
                    <a:pt x="1539113" y="1851888"/>
                  </a:lnTo>
                  <a:lnTo>
                    <a:pt x="1533055" y="1759597"/>
                  </a:lnTo>
                  <a:lnTo>
                    <a:pt x="1533055" y="1829536"/>
                  </a:lnTo>
                  <a:lnTo>
                    <a:pt x="1532509" y="1831213"/>
                  </a:lnTo>
                  <a:lnTo>
                    <a:pt x="1519885" y="1828952"/>
                  </a:lnTo>
                  <a:lnTo>
                    <a:pt x="1524215" y="1815719"/>
                  </a:lnTo>
                  <a:lnTo>
                    <a:pt x="1523695" y="1796859"/>
                  </a:lnTo>
                  <a:lnTo>
                    <a:pt x="1525409" y="1812061"/>
                  </a:lnTo>
                  <a:lnTo>
                    <a:pt x="1533055" y="1829536"/>
                  </a:lnTo>
                  <a:lnTo>
                    <a:pt x="1533055" y="1759597"/>
                  </a:lnTo>
                  <a:lnTo>
                    <a:pt x="1532407" y="1749729"/>
                  </a:lnTo>
                  <a:lnTo>
                    <a:pt x="1542249" y="1719605"/>
                  </a:lnTo>
                  <a:lnTo>
                    <a:pt x="1530172" y="1715655"/>
                  </a:lnTo>
                  <a:lnTo>
                    <a:pt x="1527492" y="1723872"/>
                  </a:lnTo>
                  <a:lnTo>
                    <a:pt x="1527492" y="1764766"/>
                  </a:lnTo>
                  <a:lnTo>
                    <a:pt x="1523174" y="1778000"/>
                  </a:lnTo>
                  <a:lnTo>
                    <a:pt x="1516519" y="1757476"/>
                  </a:lnTo>
                  <a:lnTo>
                    <a:pt x="1517611" y="1754136"/>
                  </a:lnTo>
                  <a:lnTo>
                    <a:pt x="1527492" y="1764766"/>
                  </a:lnTo>
                  <a:lnTo>
                    <a:pt x="1527492" y="1723872"/>
                  </a:lnTo>
                  <a:lnTo>
                    <a:pt x="1526349" y="1727365"/>
                  </a:lnTo>
                  <a:lnTo>
                    <a:pt x="1509471" y="1697266"/>
                  </a:lnTo>
                  <a:lnTo>
                    <a:pt x="1505572" y="1668297"/>
                  </a:lnTo>
                  <a:lnTo>
                    <a:pt x="1516367" y="1635252"/>
                  </a:lnTo>
                  <a:lnTo>
                    <a:pt x="1526260" y="1645869"/>
                  </a:lnTo>
                  <a:lnTo>
                    <a:pt x="1534121" y="1621790"/>
                  </a:lnTo>
                  <a:lnTo>
                    <a:pt x="1529143" y="1596123"/>
                  </a:lnTo>
                  <a:lnTo>
                    <a:pt x="1522387" y="1578038"/>
                  </a:lnTo>
                  <a:lnTo>
                    <a:pt x="1522387" y="1616837"/>
                  </a:lnTo>
                  <a:lnTo>
                    <a:pt x="1509217" y="1616227"/>
                  </a:lnTo>
                  <a:lnTo>
                    <a:pt x="1516253" y="1594688"/>
                  </a:lnTo>
                  <a:lnTo>
                    <a:pt x="1522387" y="1616837"/>
                  </a:lnTo>
                  <a:lnTo>
                    <a:pt x="1522387" y="1578038"/>
                  </a:lnTo>
                  <a:lnTo>
                    <a:pt x="1522018" y="1577047"/>
                  </a:lnTo>
                  <a:lnTo>
                    <a:pt x="1513649" y="1570583"/>
                  </a:lnTo>
                  <a:lnTo>
                    <a:pt x="1513649" y="1578800"/>
                  </a:lnTo>
                  <a:lnTo>
                    <a:pt x="1508620" y="1577162"/>
                  </a:lnTo>
                  <a:lnTo>
                    <a:pt x="1508074" y="1578825"/>
                  </a:lnTo>
                  <a:lnTo>
                    <a:pt x="1497101" y="1571536"/>
                  </a:lnTo>
                  <a:lnTo>
                    <a:pt x="1497647" y="1569872"/>
                  </a:lnTo>
                  <a:lnTo>
                    <a:pt x="1509306" y="1575066"/>
                  </a:lnTo>
                  <a:lnTo>
                    <a:pt x="1513649" y="1578800"/>
                  </a:lnTo>
                  <a:lnTo>
                    <a:pt x="1513649" y="1570583"/>
                  </a:lnTo>
                  <a:lnTo>
                    <a:pt x="1511350" y="1568792"/>
                  </a:lnTo>
                  <a:lnTo>
                    <a:pt x="1502232" y="1555813"/>
                  </a:lnTo>
                  <a:lnTo>
                    <a:pt x="1511300" y="1528038"/>
                  </a:lnTo>
                  <a:lnTo>
                    <a:pt x="1500873" y="1519085"/>
                  </a:lnTo>
                  <a:lnTo>
                    <a:pt x="1501419" y="1517408"/>
                  </a:lnTo>
                  <a:lnTo>
                    <a:pt x="1491792" y="1505991"/>
                  </a:lnTo>
                  <a:lnTo>
                    <a:pt x="1496263" y="1492288"/>
                  </a:lnTo>
                  <a:lnTo>
                    <a:pt x="1486014" y="1482750"/>
                  </a:lnTo>
                  <a:lnTo>
                    <a:pt x="1500276" y="1480007"/>
                  </a:lnTo>
                  <a:lnTo>
                    <a:pt x="1505915" y="1462747"/>
                  </a:lnTo>
                  <a:lnTo>
                    <a:pt x="1517815" y="1467218"/>
                  </a:lnTo>
                  <a:lnTo>
                    <a:pt x="1507807" y="1456944"/>
                  </a:lnTo>
                  <a:lnTo>
                    <a:pt x="1497901" y="1446377"/>
                  </a:lnTo>
                  <a:lnTo>
                    <a:pt x="1500276" y="1439100"/>
                  </a:lnTo>
                  <a:lnTo>
                    <a:pt x="1490891" y="1426946"/>
                  </a:lnTo>
                  <a:lnTo>
                    <a:pt x="1493431" y="1419161"/>
                  </a:lnTo>
                  <a:lnTo>
                    <a:pt x="1510804" y="1406893"/>
                  </a:lnTo>
                  <a:lnTo>
                    <a:pt x="1516621" y="1389062"/>
                  </a:lnTo>
                  <a:lnTo>
                    <a:pt x="1506258" y="1379905"/>
                  </a:lnTo>
                  <a:lnTo>
                    <a:pt x="1509471" y="1370063"/>
                  </a:lnTo>
                  <a:lnTo>
                    <a:pt x="1498498" y="1362773"/>
                  </a:lnTo>
                  <a:lnTo>
                    <a:pt x="1487957" y="1354124"/>
                  </a:lnTo>
                  <a:lnTo>
                    <a:pt x="1503908" y="1305306"/>
                  </a:lnTo>
                  <a:lnTo>
                    <a:pt x="1514182" y="1314729"/>
                  </a:lnTo>
                  <a:lnTo>
                    <a:pt x="1528000" y="1272438"/>
                  </a:lnTo>
                  <a:lnTo>
                    <a:pt x="1522082" y="1249667"/>
                  </a:lnTo>
                  <a:lnTo>
                    <a:pt x="1528229" y="1230845"/>
                  </a:lnTo>
                  <a:lnTo>
                    <a:pt x="1522310" y="1208087"/>
                  </a:lnTo>
                  <a:lnTo>
                    <a:pt x="1514246" y="1232763"/>
                  </a:lnTo>
                  <a:lnTo>
                    <a:pt x="1502714" y="1227137"/>
                  </a:lnTo>
                  <a:lnTo>
                    <a:pt x="1506423" y="1215796"/>
                  </a:lnTo>
                  <a:lnTo>
                    <a:pt x="1496517" y="1205217"/>
                  </a:lnTo>
                  <a:lnTo>
                    <a:pt x="1525511" y="1116469"/>
                  </a:lnTo>
                  <a:lnTo>
                    <a:pt x="1517434" y="1141222"/>
                  </a:lnTo>
                  <a:lnTo>
                    <a:pt x="1527314" y="1151851"/>
                  </a:lnTo>
                  <a:lnTo>
                    <a:pt x="1531543" y="1138923"/>
                  </a:lnTo>
                  <a:lnTo>
                    <a:pt x="1526374" y="1113840"/>
                  </a:lnTo>
                  <a:lnTo>
                    <a:pt x="1541894" y="1066330"/>
                  </a:lnTo>
                  <a:lnTo>
                    <a:pt x="1531937" y="1055928"/>
                  </a:lnTo>
                  <a:lnTo>
                    <a:pt x="1545805" y="1013472"/>
                  </a:lnTo>
                  <a:lnTo>
                    <a:pt x="1532089" y="1014552"/>
                  </a:lnTo>
                  <a:lnTo>
                    <a:pt x="1531543" y="1016228"/>
                  </a:lnTo>
                  <a:lnTo>
                    <a:pt x="1518373" y="1015631"/>
                  </a:lnTo>
                  <a:lnTo>
                    <a:pt x="1526679" y="990219"/>
                  </a:lnTo>
                  <a:lnTo>
                    <a:pt x="1756664" y="286207"/>
                  </a:lnTo>
                  <a:close/>
                </a:path>
                <a:path w="2118994" h="2446654">
                  <a:moveTo>
                    <a:pt x="1838693" y="518528"/>
                  </a:moveTo>
                  <a:lnTo>
                    <a:pt x="1837575" y="516305"/>
                  </a:lnTo>
                  <a:lnTo>
                    <a:pt x="1835899" y="515759"/>
                  </a:lnTo>
                  <a:lnTo>
                    <a:pt x="1837029" y="517982"/>
                  </a:lnTo>
                  <a:lnTo>
                    <a:pt x="1838693" y="518528"/>
                  </a:lnTo>
                  <a:close/>
                </a:path>
                <a:path w="2118994" h="2446654">
                  <a:moveTo>
                    <a:pt x="2118753" y="1222692"/>
                  </a:moveTo>
                  <a:lnTo>
                    <a:pt x="2118182" y="406501"/>
                  </a:lnTo>
                  <a:lnTo>
                    <a:pt x="2118017" y="161632"/>
                  </a:lnTo>
                  <a:lnTo>
                    <a:pt x="2105901" y="198716"/>
                  </a:lnTo>
                  <a:lnTo>
                    <a:pt x="2105736" y="240118"/>
                  </a:lnTo>
                  <a:lnTo>
                    <a:pt x="2093442" y="277736"/>
                  </a:lnTo>
                  <a:lnTo>
                    <a:pt x="2089505" y="330682"/>
                  </a:lnTo>
                  <a:lnTo>
                    <a:pt x="2073579" y="379450"/>
                  </a:lnTo>
                  <a:lnTo>
                    <a:pt x="2069744" y="432092"/>
                  </a:lnTo>
                  <a:lnTo>
                    <a:pt x="2053805" y="480860"/>
                  </a:lnTo>
                  <a:lnTo>
                    <a:pt x="2049868" y="533819"/>
                  </a:lnTo>
                  <a:lnTo>
                    <a:pt x="2028215" y="600113"/>
                  </a:lnTo>
                  <a:lnTo>
                    <a:pt x="2018220" y="671601"/>
                  </a:lnTo>
                  <a:lnTo>
                    <a:pt x="1989302" y="801014"/>
                  </a:lnTo>
                  <a:lnTo>
                    <a:pt x="1988210" y="804367"/>
                  </a:lnTo>
                  <a:lnTo>
                    <a:pt x="1979739" y="789393"/>
                  </a:lnTo>
                  <a:lnTo>
                    <a:pt x="1971167" y="774725"/>
                  </a:lnTo>
                  <a:lnTo>
                    <a:pt x="1950529" y="756119"/>
                  </a:lnTo>
                  <a:lnTo>
                    <a:pt x="1942058" y="741146"/>
                  </a:lnTo>
                  <a:lnTo>
                    <a:pt x="1937753" y="754316"/>
                  </a:lnTo>
                  <a:lnTo>
                    <a:pt x="1948103" y="763524"/>
                  </a:lnTo>
                  <a:lnTo>
                    <a:pt x="1945932" y="770191"/>
                  </a:lnTo>
                  <a:lnTo>
                    <a:pt x="1934997" y="762762"/>
                  </a:lnTo>
                  <a:lnTo>
                    <a:pt x="1935975" y="759764"/>
                  </a:lnTo>
                  <a:lnTo>
                    <a:pt x="1924786" y="753122"/>
                  </a:lnTo>
                  <a:lnTo>
                    <a:pt x="1913534" y="746645"/>
                  </a:lnTo>
                  <a:lnTo>
                    <a:pt x="1926767" y="747026"/>
                  </a:lnTo>
                  <a:lnTo>
                    <a:pt x="1929307" y="739292"/>
                  </a:lnTo>
                  <a:lnTo>
                    <a:pt x="1943150" y="737806"/>
                  </a:lnTo>
                  <a:lnTo>
                    <a:pt x="1935086" y="721575"/>
                  </a:lnTo>
                  <a:lnTo>
                    <a:pt x="1926932" y="705650"/>
                  </a:lnTo>
                  <a:lnTo>
                    <a:pt x="1918766" y="689737"/>
                  </a:lnTo>
                  <a:lnTo>
                    <a:pt x="1908708" y="679653"/>
                  </a:lnTo>
                  <a:lnTo>
                    <a:pt x="1898637" y="669569"/>
                  </a:lnTo>
                  <a:lnTo>
                    <a:pt x="1894713" y="681558"/>
                  </a:lnTo>
                  <a:lnTo>
                    <a:pt x="1904898" y="691286"/>
                  </a:lnTo>
                  <a:lnTo>
                    <a:pt x="1900859" y="703643"/>
                  </a:lnTo>
                  <a:lnTo>
                    <a:pt x="1890369" y="694867"/>
                  </a:lnTo>
                  <a:lnTo>
                    <a:pt x="1893176" y="686295"/>
                  </a:lnTo>
                  <a:lnTo>
                    <a:pt x="1882686" y="677494"/>
                  </a:lnTo>
                  <a:lnTo>
                    <a:pt x="1889848" y="655586"/>
                  </a:lnTo>
                  <a:lnTo>
                    <a:pt x="1883244" y="634911"/>
                  </a:lnTo>
                  <a:lnTo>
                    <a:pt x="1882838" y="636143"/>
                  </a:lnTo>
                  <a:lnTo>
                    <a:pt x="1871649" y="629500"/>
                  </a:lnTo>
                  <a:lnTo>
                    <a:pt x="1876628" y="614235"/>
                  </a:lnTo>
                  <a:lnTo>
                    <a:pt x="1866201" y="605269"/>
                  </a:lnTo>
                  <a:lnTo>
                    <a:pt x="1868932" y="596912"/>
                  </a:lnTo>
                  <a:lnTo>
                    <a:pt x="1859051" y="586270"/>
                  </a:lnTo>
                  <a:lnTo>
                    <a:pt x="1857413" y="591286"/>
                  </a:lnTo>
                  <a:lnTo>
                    <a:pt x="1845424" y="587082"/>
                  </a:lnTo>
                  <a:lnTo>
                    <a:pt x="1833727" y="581990"/>
                  </a:lnTo>
                  <a:lnTo>
                    <a:pt x="1821738" y="577786"/>
                  </a:lnTo>
                  <a:lnTo>
                    <a:pt x="1824469" y="569429"/>
                  </a:lnTo>
                  <a:lnTo>
                    <a:pt x="1848612" y="577316"/>
                  </a:lnTo>
                  <a:lnTo>
                    <a:pt x="1851342" y="568947"/>
                  </a:lnTo>
                  <a:lnTo>
                    <a:pt x="1837042" y="530948"/>
                  </a:lnTo>
                  <a:lnTo>
                    <a:pt x="1829892" y="511949"/>
                  </a:lnTo>
                  <a:lnTo>
                    <a:pt x="1826602" y="521982"/>
                  </a:lnTo>
                  <a:lnTo>
                    <a:pt x="1817814" y="508000"/>
                  </a:lnTo>
                  <a:lnTo>
                    <a:pt x="1822183" y="494614"/>
                  </a:lnTo>
                  <a:lnTo>
                    <a:pt x="1815960" y="472795"/>
                  </a:lnTo>
                  <a:lnTo>
                    <a:pt x="1820773" y="458050"/>
                  </a:lnTo>
                  <a:lnTo>
                    <a:pt x="1813102" y="440613"/>
                  </a:lnTo>
                  <a:lnTo>
                    <a:pt x="1805647" y="422554"/>
                  </a:lnTo>
                  <a:lnTo>
                    <a:pt x="1797316" y="407162"/>
                  </a:lnTo>
                  <a:lnTo>
                    <a:pt x="1788464" y="393344"/>
                  </a:lnTo>
                  <a:lnTo>
                    <a:pt x="1779422" y="380136"/>
                  </a:lnTo>
                  <a:lnTo>
                    <a:pt x="1770468" y="366636"/>
                  </a:lnTo>
                  <a:lnTo>
                    <a:pt x="1776831" y="347154"/>
                  </a:lnTo>
                  <a:lnTo>
                    <a:pt x="1767344" y="335292"/>
                  </a:lnTo>
                  <a:lnTo>
                    <a:pt x="1772069" y="320865"/>
                  </a:lnTo>
                  <a:lnTo>
                    <a:pt x="1760537" y="315252"/>
                  </a:lnTo>
                  <a:lnTo>
                    <a:pt x="1759445" y="318592"/>
                  </a:lnTo>
                  <a:lnTo>
                    <a:pt x="1747380" y="314642"/>
                  </a:lnTo>
                  <a:lnTo>
                    <a:pt x="1526679" y="990219"/>
                  </a:lnTo>
                  <a:lnTo>
                    <a:pt x="1539735" y="991133"/>
                  </a:lnTo>
                  <a:lnTo>
                    <a:pt x="1556677" y="939279"/>
                  </a:lnTo>
                  <a:lnTo>
                    <a:pt x="1565986" y="951687"/>
                  </a:lnTo>
                  <a:lnTo>
                    <a:pt x="1575485" y="963472"/>
                  </a:lnTo>
                  <a:lnTo>
                    <a:pt x="1573136" y="970686"/>
                  </a:lnTo>
                  <a:lnTo>
                    <a:pt x="1583055" y="981214"/>
                  </a:lnTo>
                  <a:lnTo>
                    <a:pt x="1603108" y="1001623"/>
                  </a:lnTo>
                  <a:lnTo>
                    <a:pt x="1611147" y="1017930"/>
                  </a:lnTo>
                  <a:lnTo>
                    <a:pt x="1619288" y="1033919"/>
                  </a:lnTo>
                  <a:lnTo>
                    <a:pt x="1639646" y="1053388"/>
                  </a:lnTo>
                  <a:lnTo>
                    <a:pt x="1659204" y="1075321"/>
                  </a:lnTo>
                  <a:lnTo>
                    <a:pt x="1678711" y="1097394"/>
                  </a:lnTo>
                  <a:lnTo>
                    <a:pt x="1698320" y="1119162"/>
                  </a:lnTo>
                  <a:lnTo>
                    <a:pt x="1718183" y="1140155"/>
                  </a:lnTo>
                  <a:lnTo>
                    <a:pt x="1738922" y="1158468"/>
                  </a:lnTo>
                  <a:lnTo>
                    <a:pt x="1760118" y="1175372"/>
                  </a:lnTo>
                  <a:lnTo>
                    <a:pt x="1769554" y="1187399"/>
                  </a:lnTo>
                  <a:lnTo>
                    <a:pt x="1802333" y="1209763"/>
                  </a:lnTo>
                  <a:lnTo>
                    <a:pt x="1837321" y="1225359"/>
                  </a:lnTo>
                  <a:lnTo>
                    <a:pt x="1885607" y="1241132"/>
                  </a:lnTo>
                  <a:lnTo>
                    <a:pt x="1898218" y="1243406"/>
                  </a:lnTo>
                  <a:lnTo>
                    <a:pt x="1922437" y="1251077"/>
                  </a:lnTo>
                  <a:lnTo>
                    <a:pt x="1934984" y="1253566"/>
                  </a:lnTo>
                  <a:lnTo>
                    <a:pt x="1960422" y="1257477"/>
                  </a:lnTo>
                  <a:lnTo>
                    <a:pt x="1975027" y="1253680"/>
                  </a:lnTo>
                  <a:lnTo>
                    <a:pt x="1989886" y="1249108"/>
                  </a:lnTo>
                  <a:lnTo>
                    <a:pt x="2031466" y="1244523"/>
                  </a:lnTo>
                  <a:lnTo>
                    <a:pt x="2046325" y="1239939"/>
                  </a:lnTo>
                  <a:lnTo>
                    <a:pt x="2076284" y="1229995"/>
                  </a:lnTo>
                  <a:lnTo>
                    <a:pt x="2118753" y="1222692"/>
                  </a:lnTo>
                  <a:close/>
                </a:path>
              </a:pathLst>
            </a:custGeom>
            <a:solidFill>
              <a:srgbClr val="2B122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64150" algn="l"/>
              </a:tabLst>
            </a:pPr>
            <a:r>
              <a:rPr dirty="0" spc="819"/>
              <a:t>SENTRY	</a:t>
            </a:r>
            <a:r>
              <a:rPr dirty="0" spc="1285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1066" y="63"/>
            <a:ext cx="2707640" cy="2416810"/>
          </a:xfrm>
          <a:custGeom>
            <a:avLst/>
            <a:gdLst/>
            <a:ahLst/>
            <a:cxnLst/>
            <a:rect l="l" t="t" r="r" b="b"/>
            <a:pathLst>
              <a:path w="2707640" h="2416810">
                <a:moveTo>
                  <a:pt x="458431" y="1713738"/>
                </a:moveTo>
                <a:lnTo>
                  <a:pt x="457962" y="1711147"/>
                </a:lnTo>
                <a:lnTo>
                  <a:pt x="456438" y="1710080"/>
                </a:lnTo>
                <a:lnTo>
                  <a:pt x="456895" y="1712671"/>
                </a:lnTo>
                <a:lnTo>
                  <a:pt x="458431" y="1713738"/>
                </a:lnTo>
                <a:close/>
              </a:path>
              <a:path w="2707640" h="2416810">
                <a:moveTo>
                  <a:pt x="1030719" y="993101"/>
                </a:moveTo>
                <a:lnTo>
                  <a:pt x="1023810" y="980808"/>
                </a:lnTo>
                <a:lnTo>
                  <a:pt x="1013345" y="995768"/>
                </a:lnTo>
                <a:lnTo>
                  <a:pt x="1014476" y="1016292"/>
                </a:lnTo>
                <a:lnTo>
                  <a:pt x="1027823" y="997242"/>
                </a:lnTo>
                <a:lnTo>
                  <a:pt x="1030719" y="993101"/>
                </a:lnTo>
                <a:close/>
              </a:path>
              <a:path w="2707640" h="2416810">
                <a:moveTo>
                  <a:pt x="1043952" y="935863"/>
                </a:moveTo>
                <a:lnTo>
                  <a:pt x="1031125" y="942809"/>
                </a:lnTo>
                <a:lnTo>
                  <a:pt x="1025867" y="953579"/>
                </a:lnTo>
                <a:lnTo>
                  <a:pt x="1023099" y="965657"/>
                </a:lnTo>
                <a:lnTo>
                  <a:pt x="1017739" y="976553"/>
                </a:lnTo>
                <a:lnTo>
                  <a:pt x="1020800" y="978700"/>
                </a:lnTo>
                <a:lnTo>
                  <a:pt x="1023391" y="978242"/>
                </a:lnTo>
                <a:lnTo>
                  <a:pt x="1026452" y="980376"/>
                </a:lnTo>
                <a:lnTo>
                  <a:pt x="1043952" y="935863"/>
                </a:lnTo>
                <a:close/>
              </a:path>
              <a:path w="2707640" h="2416810">
                <a:moveTo>
                  <a:pt x="1060653" y="886802"/>
                </a:moveTo>
                <a:lnTo>
                  <a:pt x="1058697" y="880046"/>
                </a:lnTo>
                <a:lnTo>
                  <a:pt x="1049997" y="871956"/>
                </a:lnTo>
                <a:lnTo>
                  <a:pt x="1042657" y="901636"/>
                </a:lnTo>
                <a:lnTo>
                  <a:pt x="1040879" y="910996"/>
                </a:lnTo>
                <a:lnTo>
                  <a:pt x="1055001" y="895896"/>
                </a:lnTo>
                <a:lnTo>
                  <a:pt x="1060653" y="886802"/>
                </a:lnTo>
                <a:close/>
              </a:path>
              <a:path w="2707640" h="2416810">
                <a:moveTo>
                  <a:pt x="1096340" y="809015"/>
                </a:moveTo>
                <a:lnTo>
                  <a:pt x="1094803" y="807948"/>
                </a:lnTo>
                <a:lnTo>
                  <a:pt x="1094346" y="805345"/>
                </a:lnTo>
                <a:lnTo>
                  <a:pt x="1092822" y="804278"/>
                </a:lnTo>
                <a:lnTo>
                  <a:pt x="1089152" y="806259"/>
                </a:lnTo>
                <a:lnTo>
                  <a:pt x="1086561" y="806716"/>
                </a:lnTo>
                <a:lnTo>
                  <a:pt x="1082903" y="808697"/>
                </a:lnTo>
                <a:lnTo>
                  <a:pt x="1087018" y="809307"/>
                </a:lnTo>
                <a:lnTo>
                  <a:pt x="1092212" y="808393"/>
                </a:lnTo>
                <a:lnTo>
                  <a:pt x="1096340" y="809015"/>
                </a:lnTo>
                <a:close/>
              </a:path>
              <a:path w="2707640" h="2416810">
                <a:moveTo>
                  <a:pt x="1126363" y="618324"/>
                </a:moveTo>
                <a:lnTo>
                  <a:pt x="1124051" y="603580"/>
                </a:lnTo>
                <a:lnTo>
                  <a:pt x="1119936" y="602970"/>
                </a:lnTo>
                <a:lnTo>
                  <a:pt x="1118400" y="601891"/>
                </a:lnTo>
                <a:lnTo>
                  <a:pt x="1115809" y="602348"/>
                </a:lnTo>
                <a:lnTo>
                  <a:pt x="1113904" y="616699"/>
                </a:lnTo>
                <a:lnTo>
                  <a:pt x="1111377" y="631037"/>
                </a:lnTo>
                <a:lnTo>
                  <a:pt x="1105789" y="658926"/>
                </a:lnTo>
                <a:lnTo>
                  <a:pt x="1107325" y="659993"/>
                </a:lnTo>
                <a:lnTo>
                  <a:pt x="1111440" y="660615"/>
                </a:lnTo>
                <a:lnTo>
                  <a:pt x="1114044" y="660158"/>
                </a:lnTo>
                <a:lnTo>
                  <a:pt x="1115517" y="645502"/>
                </a:lnTo>
                <a:lnTo>
                  <a:pt x="1121562" y="631926"/>
                </a:lnTo>
                <a:lnTo>
                  <a:pt x="1126363" y="618324"/>
                </a:lnTo>
                <a:close/>
              </a:path>
              <a:path w="2707640" h="2416810">
                <a:moveTo>
                  <a:pt x="1164907" y="491375"/>
                </a:moveTo>
                <a:lnTo>
                  <a:pt x="1163739" y="493039"/>
                </a:lnTo>
                <a:lnTo>
                  <a:pt x="1163396" y="494741"/>
                </a:lnTo>
                <a:lnTo>
                  <a:pt x="1164907" y="491375"/>
                </a:lnTo>
                <a:close/>
              </a:path>
              <a:path w="2707640" h="2416810">
                <a:moveTo>
                  <a:pt x="1718157" y="717423"/>
                </a:moveTo>
                <a:lnTo>
                  <a:pt x="1688693" y="717232"/>
                </a:lnTo>
                <a:lnTo>
                  <a:pt x="1696351" y="745312"/>
                </a:lnTo>
                <a:lnTo>
                  <a:pt x="1698485" y="742264"/>
                </a:lnTo>
                <a:lnTo>
                  <a:pt x="1704746" y="739825"/>
                </a:lnTo>
                <a:lnTo>
                  <a:pt x="1709470" y="736320"/>
                </a:lnTo>
                <a:lnTo>
                  <a:pt x="1712214" y="729157"/>
                </a:lnTo>
                <a:lnTo>
                  <a:pt x="1715414" y="724585"/>
                </a:lnTo>
                <a:lnTo>
                  <a:pt x="1718157" y="717423"/>
                </a:lnTo>
                <a:close/>
              </a:path>
              <a:path w="2707640" h="2416810">
                <a:moveTo>
                  <a:pt x="1803577" y="1417104"/>
                </a:moveTo>
                <a:lnTo>
                  <a:pt x="1784477" y="1422247"/>
                </a:lnTo>
                <a:lnTo>
                  <a:pt x="1785175" y="1443393"/>
                </a:lnTo>
                <a:lnTo>
                  <a:pt x="1803577" y="1417104"/>
                </a:lnTo>
                <a:close/>
              </a:path>
              <a:path w="2707640" h="2416810">
                <a:moveTo>
                  <a:pt x="2374633" y="3441"/>
                </a:moveTo>
                <a:lnTo>
                  <a:pt x="2361539" y="0"/>
                </a:lnTo>
                <a:lnTo>
                  <a:pt x="2367229" y="5702"/>
                </a:lnTo>
                <a:lnTo>
                  <a:pt x="2373071" y="5664"/>
                </a:lnTo>
                <a:lnTo>
                  <a:pt x="2374633" y="3441"/>
                </a:lnTo>
                <a:close/>
              </a:path>
              <a:path w="2707640" h="2416810">
                <a:moveTo>
                  <a:pt x="2707043" y="148666"/>
                </a:moveTo>
                <a:lnTo>
                  <a:pt x="2700007" y="92290"/>
                </a:lnTo>
                <a:lnTo>
                  <a:pt x="2702776" y="44043"/>
                </a:lnTo>
                <a:lnTo>
                  <a:pt x="2699855" y="3924"/>
                </a:lnTo>
                <a:lnTo>
                  <a:pt x="2373071" y="5664"/>
                </a:lnTo>
                <a:lnTo>
                  <a:pt x="2370645" y="9131"/>
                </a:lnTo>
                <a:lnTo>
                  <a:pt x="2367229" y="5702"/>
                </a:lnTo>
                <a:lnTo>
                  <a:pt x="2357513" y="5753"/>
                </a:lnTo>
                <a:lnTo>
                  <a:pt x="2358491" y="26492"/>
                </a:lnTo>
                <a:lnTo>
                  <a:pt x="2346248" y="43992"/>
                </a:lnTo>
                <a:lnTo>
                  <a:pt x="2344597" y="68503"/>
                </a:lnTo>
                <a:lnTo>
                  <a:pt x="2343442" y="92290"/>
                </a:lnTo>
                <a:lnTo>
                  <a:pt x="2352598" y="123494"/>
                </a:lnTo>
                <a:lnTo>
                  <a:pt x="2350655" y="192709"/>
                </a:lnTo>
                <a:lnTo>
                  <a:pt x="2347455" y="197294"/>
                </a:lnTo>
                <a:lnTo>
                  <a:pt x="2349855" y="216001"/>
                </a:lnTo>
                <a:lnTo>
                  <a:pt x="2344255" y="246151"/>
                </a:lnTo>
                <a:lnTo>
                  <a:pt x="2343721" y="246913"/>
                </a:lnTo>
                <a:lnTo>
                  <a:pt x="2362657" y="241998"/>
                </a:lnTo>
                <a:lnTo>
                  <a:pt x="2366924" y="235902"/>
                </a:lnTo>
                <a:lnTo>
                  <a:pt x="2372969" y="249428"/>
                </a:lnTo>
                <a:lnTo>
                  <a:pt x="2357056" y="272148"/>
                </a:lnTo>
                <a:lnTo>
                  <a:pt x="2348788" y="261810"/>
                </a:lnTo>
                <a:lnTo>
                  <a:pt x="2350922" y="258762"/>
                </a:lnTo>
                <a:lnTo>
                  <a:pt x="2343721" y="246913"/>
                </a:lnTo>
                <a:lnTo>
                  <a:pt x="2336254" y="257581"/>
                </a:lnTo>
                <a:lnTo>
                  <a:pt x="2339632" y="274891"/>
                </a:lnTo>
                <a:lnTo>
                  <a:pt x="2332913" y="284492"/>
                </a:lnTo>
                <a:lnTo>
                  <a:pt x="2336800" y="301078"/>
                </a:lnTo>
                <a:lnTo>
                  <a:pt x="2330386" y="310248"/>
                </a:lnTo>
                <a:lnTo>
                  <a:pt x="2332786" y="351104"/>
                </a:lnTo>
                <a:lnTo>
                  <a:pt x="2327186" y="425538"/>
                </a:lnTo>
                <a:lnTo>
                  <a:pt x="2319185" y="459117"/>
                </a:lnTo>
                <a:lnTo>
                  <a:pt x="2323173" y="497713"/>
                </a:lnTo>
                <a:lnTo>
                  <a:pt x="2309939" y="560908"/>
                </a:lnTo>
                <a:lnTo>
                  <a:pt x="2313330" y="600367"/>
                </a:lnTo>
                <a:lnTo>
                  <a:pt x="2287727" y="725512"/>
                </a:lnTo>
                <a:lnTo>
                  <a:pt x="2291092" y="764997"/>
                </a:lnTo>
                <a:lnTo>
                  <a:pt x="2277427" y="828814"/>
                </a:lnTo>
                <a:lnTo>
                  <a:pt x="2280793" y="868286"/>
                </a:lnTo>
                <a:lnTo>
                  <a:pt x="2267826" y="886815"/>
                </a:lnTo>
                <a:lnTo>
                  <a:pt x="2259723" y="964819"/>
                </a:lnTo>
                <a:lnTo>
                  <a:pt x="2242921" y="1055255"/>
                </a:lnTo>
                <a:lnTo>
                  <a:pt x="2232520" y="1070114"/>
                </a:lnTo>
                <a:lnTo>
                  <a:pt x="2232520" y="1114399"/>
                </a:lnTo>
                <a:lnTo>
                  <a:pt x="2222119" y="1129258"/>
                </a:lnTo>
                <a:lnTo>
                  <a:pt x="2223579" y="1082878"/>
                </a:lnTo>
                <a:lnTo>
                  <a:pt x="2224062" y="1060043"/>
                </a:lnTo>
                <a:lnTo>
                  <a:pt x="2213838" y="1030363"/>
                </a:lnTo>
                <a:lnTo>
                  <a:pt x="2217445" y="980922"/>
                </a:lnTo>
                <a:lnTo>
                  <a:pt x="2208682" y="949147"/>
                </a:lnTo>
                <a:lnTo>
                  <a:pt x="2209838" y="925360"/>
                </a:lnTo>
                <a:lnTo>
                  <a:pt x="2200846" y="871753"/>
                </a:lnTo>
                <a:lnTo>
                  <a:pt x="2172474" y="712978"/>
                </a:lnTo>
                <a:lnTo>
                  <a:pt x="2161133" y="640588"/>
                </a:lnTo>
                <a:lnTo>
                  <a:pt x="2144814" y="597471"/>
                </a:lnTo>
                <a:lnTo>
                  <a:pt x="2138591" y="562076"/>
                </a:lnTo>
                <a:lnTo>
                  <a:pt x="2132812" y="526046"/>
                </a:lnTo>
                <a:lnTo>
                  <a:pt x="2116315" y="483171"/>
                </a:lnTo>
                <a:lnTo>
                  <a:pt x="2099627" y="440575"/>
                </a:lnTo>
                <a:lnTo>
                  <a:pt x="2093239" y="405409"/>
                </a:lnTo>
                <a:lnTo>
                  <a:pt x="2079612" y="380580"/>
                </a:lnTo>
                <a:lnTo>
                  <a:pt x="2068957" y="329361"/>
                </a:lnTo>
                <a:lnTo>
                  <a:pt x="2038007" y="262851"/>
                </a:lnTo>
                <a:lnTo>
                  <a:pt x="2027034" y="234226"/>
                </a:lnTo>
                <a:lnTo>
                  <a:pt x="2015871" y="205905"/>
                </a:lnTo>
                <a:lnTo>
                  <a:pt x="2000592" y="183426"/>
                </a:lnTo>
                <a:lnTo>
                  <a:pt x="1995322" y="168808"/>
                </a:lnTo>
                <a:lnTo>
                  <a:pt x="1978850" y="148056"/>
                </a:lnTo>
                <a:lnTo>
                  <a:pt x="1961172" y="129006"/>
                </a:lnTo>
                <a:lnTo>
                  <a:pt x="1952472" y="119291"/>
                </a:lnTo>
                <a:lnTo>
                  <a:pt x="1932368" y="103733"/>
                </a:lnTo>
                <a:lnTo>
                  <a:pt x="1911858" y="88734"/>
                </a:lnTo>
                <a:lnTo>
                  <a:pt x="1901952" y="80733"/>
                </a:lnTo>
                <a:lnTo>
                  <a:pt x="1891550" y="73456"/>
                </a:lnTo>
                <a:lnTo>
                  <a:pt x="1889417" y="76504"/>
                </a:lnTo>
                <a:lnTo>
                  <a:pt x="1872640" y="78308"/>
                </a:lnTo>
                <a:lnTo>
                  <a:pt x="1856066" y="79844"/>
                </a:lnTo>
                <a:lnTo>
                  <a:pt x="1830311" y="73723"/>
                </a:lnTo>
                <a:lnTo>
                  <a:pt x="1830311" y="1511782"/>
                </a:lnTo>
                <a:lnTo>
                  <a:pt x="1821878" y="1523834"/>
                </a:lnTo>
                <a:lnTo>
                  <a:pt x="1827060" y="1538579"/>
                </a:lnTo>
                <a:lnTo>
                  <a:pt x="1809991" y="1518678"/>
                </a:lnTo>
                <a:lnTo>
                  <a:pt x="1811655" y="1516291"/>
                </a:lnTo>
                <a:lnTo>
                  <a:pt x="1803311" y="1506067"/>
                </a:lnTo>
                <a:lnTo>
                  <a:pt x="1815058" y="1489290"/>
                </a:lnTo>
                <a:lnTo>
                  <a:pt x="1825459" y="1496568"/>
                </a:lnTo>
                <a:lnTo>
                  <a:pt x="1823326" y="1499616"/>
                </a:lnTo>
                <a:lnTo>
                  <a:pt x="1830311" y="1511782"/>
                </a:lnTo>
                <a:lnTo>
                  <a:pt x="1830311" y="73723"/>
                </a:lnTo>
                <a:lnTo>
                  <a:pt x="1829498" y="73520"/>
                </a:lnTo>
                <a:lnTo>
                  <a:pt x="1813928" y="73609"/>
                </a:lnTo>
                <a:lnTo>
                  <a:pt x="1796630" y="72593"/>
                </a:lnTo>
                <a:lnTo>
                  <a:pt x="1796630" y="1006271"/>
                </a:lnTo>
                <a:lnTo>
                  <a:pt x="1784769" y="1001064"/>
                </a:lnTo>
                <a:lnTo>
                  <a:pt x="1773021" y="995705"/>
                </a:lnTo>
                <a:lnTo>
                  <a:pt x="1761058" y="990638"/>
                </a:lnTo>
                <a:lnTo>
                  <a:pt x="1748612" y="986282"/>
                </a:lnTo>
                <a:lnTo>
                  <a:pt x="1763623" y="986980"/>
                </a:lnTo>
                <a:lnTo>
                  <a:pt x="1782470" y="982205"/>
                </a:lnTo>
                <a:lnTo>
                  <a:pt x="1786483" y="976464"/>
                </a:lnTo>
                <a:lnTo>
                  <a:pt x="1792617" y="989850"/>
                </a:lnTo>
                <a:lnTo>
                  <a:pt x="1796630" y="1006271"/>
                </a:lnTo>
                <a:lnTo>
                  <a:pt x="1796630" y="72593"/>
                </a:lnTo>
                <a:lnTo>
                  <a:pt x="1769275" y="70954"/>
                </a:lnTo>
                <a:lnTo>
                  <a:pt x="1712023" y="64160"/>
                </a:lnTo>
                <a:lnTo>
                  <a:pt x="1663966" y="66370"/>
                </a:lnTo>
                <a:lnTo>
                  <a:pt x="1626120" y="76136"/>
                </a:lnTo>
                <a:lnTo>
                  <a:pt x="1615236" y="69545"/>
                </a:lnTo>
                <a:lnTo>
                  <a:pt x="1604645" y="62522"/>
                </a:lnTo>
                <a:lnTo>
                  <a:pt x="1593862" y="55791"/>
                </a:lnTo>
                <a:lnTo>
                  <a:pt x="1592770" y="57340"/>
                </a:lnTo>
                <a:lnTo>
                  <a:pt x="1579600" y="54013"/>
                </a:lnTo>
                <a:lnTo>
                  <a:pt x="1576235" y="58813"/>
                </a:lnTo>
                <a:lnTo>
                  <a:pt x="1562061" y="56921"/>
                </a:lnTo>
                <a:lnTo>
                  <a:pt x="1547698" y="55308"/>
                </a:lnTo>
                <a:lnTo>
                  <a:pt x="1525752" y="64503"/>
                </a:lnTo>
                <a:lnTo>
                  <a:pt x="1470672" y="76758"/>
                </a:lnTo>
                <a:lnTo>
                  <a:pt x="1448727" y="85953"/>
                </a:lnTo>
                <a:lnTo>
                  <a:pt x="1415275" y="89433"/>
                </a:lnTo>
                <a:lnTo>
                  <a:pt x="1381239" y="93776"/>
                </a:lnTo>
                <a:lnTo>
                  <a:pt x="1355598" y="108254"/>
                </a:lnTo>
                <a:lnTo>
                  <a:pt x="1266799" y="235102"/>
                </a:lnTo>
                <a:lnTo>
                  <a:pt x="1265034" y="259765"/>
                </a:lnTo>
                <a:lnTo>
                  <a:pt x="1236395" y="300685"/>
                </a:lnTo>
                <a:lnTo>
                  <a:pt x="1223860" y="296443"/>
                </a:lnTo>
                <a:lnTo>
                  <a:pt x="1233271" y="305142"/>
                </a:lnTo>
                <a:lnTo>
                  <a:pt x="1242682" y="313842"/>
                </a:lnTo>
                <a:lnTo>
                  <a:pt x="1238389" y="319963"/>
                </a:lnTo>
                <a:lnTo>
                  <a:pt x="1242314" y="336511"/>
                </a:lnTo>
                <a:lnTo>
                  <a:pt x="1211135" y="381050"/>
                </a:lnTo>
                <a:lnTo>
                  <a:pt x="1208252" y="407314"/>
                </a:lnTo>
                <a:lnTo>
                  <a:pt x="1201991" y="460552"/>
                </a:lnTo>
                <a:lnTo>
                  <a:pt x="1194917" y="470649"/>
                </a:lnTo>
                <a:lnTo>
                  <a:pt x="1180630" y="468934"/>
                </a:lnTo>
                <a:lnTo>
                  <a:pt x="1186256" y="460895"/>
                </a:lnTo>
                <a:lnTo>
                  <a:pt x="1174775" y="455129"/>
                </a:lnTo>
                <a:lnTo>
                  <a:pt x="1173708" y="456653"/>
                </a:lnTo>
                <a:lnTo>
                  <a:pt x="1164907" y="491375"/>
                </a:lnTo>
                <a:lnTo>
                  <a:pt x="1176629" y="474624"/>
                </a:lnTo>
                <a:lnTo>
                  <a:pt x="1176477" y="496989"/>
                </a:lnTo>
                <a:lnTo>
                  <a:pt x="1165352" y="535038"/>
                </a:lnTo>
                <a:lnTo>
                  <a:pt x="1165174" y="557428"/>
                </a:lnTo>
                <a:lnTo>
                  <a:pt x="1164107" y="558952"/>
                </a:lnTo>
                <a:lnTo>
                  <a:pt x="1153706" y="551662"/>
                </a:lnTo>
                <a:lnTo>
                  <a:pt x="1159040" y="544042"/>
                </a:lnTo>
                <a:lnTo>
                  <a:pt x="1157274" y="524421"/>
                </a:lnTo>
                <a:lnTo>
                  <a:pt x="1163396" y="494741"/>
                </a:lnTo>
                <a:lnTo>
                  <a:pt x="1136904" y="553529"/>
                </a:lnTo>
                <a:lnTo>
                  <a:pt x="1128102" y="588238"/>
                </a:lnTo>
                <a:lnTo>
                  <a:pt x="1129169" y="586714"/>
                </a:lnTo>
                <a:lnTo>
                  <a:pt x="1139571" y="594004"/>
                </a:lnTo>
                <a:lnTo>
                  <a:pt x="1145971" y="584860"/>
                </a:lnTo>
                <a:lnTo>
                  <a:pt x="1152613" y="619671"/>
                </a:lnTo>
                <a:lnTo>
                  <a:pt x="1147038" y="649770"/>
                </a:lnTo>
                <a:lnTo>
                  <a:pt x="1126769" y="678726"/>
                </a:lnTo>
                <a:lnTo>
                  <a:pt x="1126769" y="700874"/>
                </a:lnTo>
                <a:lnTo>
                  <a:pt x="1126236" y="701649"/>
                </a:lnTo>
                <a:lnTo>
                  <a:pt x="1126236" y="745921"/>
                </a:lnTo>
                <a:lnTo>
                  <a:pt x="1123035" y="750493"/>
                </a:lnTo>
                <a:lnTo>
                  <a:pt x="1113434" y="742061"/>
                </a:lnTo>
                <a:lnTo>
                  <a:pt x="1110437" y="737120"/>
                </a:lnTo>
                <a:lnTo>
                  <a:pt x="1114767" y="740156"/>
                </a:lnTo>
                <a:lnTo>
                  <a:pt x="1116901" y="737120"/>
                </a:lnTo>
                <a:lnTo>
                  <a:pt x="1126236" y="745921"/>
                </a:lnTo>
                <a:lnTo>
                  <a:pt x="1126236" y="701649"/>
                </a:lnTo>
                <a:lnTo>
                  <a:pt x="1113040" y="720496"/>
                </a:lnTo>
                <a:lnTo>
                  <a:pt x="1114234" y="696633"/>
                </a:lnTo>
                <a:lnTo>
                  <a:pt x="1126769" y="700874"/>
                </a:lnTo>
                <a:lnTo>
                  <a:pt x="1126769" y="678726"/>
                </a:lnTo>
                <a:lnTo>
                  <a:pt x="1125969" y="679869"/>
                </a:lnTo>
                <a:lnTo>
                  <a:pt x="1119835" y="666483"/>
                </a:lnTo>
                <a:lnTo>
                  <a:pt x="1104480" y="688416"/>
                </a:lnTo>
                <a:lnTo>
                  <a:pt x="1101026" y="715492"/>
                </a:lnTo>
                <a:lnTo>
                  <a:pt x="1101788" y="736561"/>
                </a:lnTo>
                <a:lnTo>
                  <a:pt x="1119835" y="755065"/>
                </a:lnTo>
                <a:lnTo>
                  <a:pt x="1096365" y="788593"/>
                </a:lnTo>
                <a:lnTo>
                  <a:pt x="1103566" y="800455"/>
                </a:lnTo>
                <a:lnTo>
                  <a:pt x="1102499" y="801979"/>
                </a:lnTo>
                <a:lnTo>
                  <a:pt x="1108138" y="816063"/>
                </a:lnTo>
                <a:lnTo>
                  <a:pt x="1103566" y="822591"/>
                </a:lnTo>
                <a:lnTo>
                  <a:pt x="1109802" y="835825"/>
                </a:lnTo>
                <a:lnTo>
                  <a:pt x="1101966" y="847026"/>
                </a:lnTo>
                <a:lnTo>
                  <a:pt x="1090498" y="841260"/>
                </a:lnTo>
                <a:lnTo>
                  <a:pt x="1080566" y="855459"/>
                </a:lnTo>
                <a:lnTo>
                  <a:pt x="1070495" y="847699"/>
                </a:lnTo>
                <a:lnTo>
                  <a:pt x="1076858" y="860742"/>
                </a:lnTo>
                <a:lnTo>
                  <a:pt x="1083030" y="874077"/>
                </a:lnTo>
                <a:lnTo>
                  <a:pt x="1088796" y="887984"/>
                </a:lnTo>
                <a:lnTo>
                  <a:pt x="1093965" y="902741"/>
                </a:lnTo>
                <a:lnTo>
                  <a:pt x="1078598" y="902550"/>
                </a:lnTo>
                <a:lnTo>
                  <a:pt x="1057859" y="910043"/>
                </a:lnTo>
                <a:lnTo>
                  <a:pt x="1046492" y="926274"/>
                </a:lnTo>
                <a:lnTo>
                  <a:pt x="1056894" y="933564"/>
                </a:lnTo>
                <a:lnTo>
                  <a:pt x="1050226" y="943089"/>
                </a:lnTo>
                <a:lnTo>
                  <a:pt x="1057681" y="954570"/>
                </a:lnTo>
                <a:lnTo>
                  <a:pt x="1055560" y="957618"/>
                </a:lnTo>
                <a:lnTo>
                  <a:pt x="1062964" y="969187"/>
                </a:lnTo>
                <a:lnTo>
                  <a:pt x="1035316" y="1008672"/>
                </a:lnTo>
                <a:lnTo>
                  <a:pt x="1027823" y="997242"/>
                </a:lnTo>
                <a:lnTo>
                  <a:pt x="1006017" y="1028395"/>
                </a:lnTo>
                <a:lnTo>
                  <a:pt x="1008341" y="1047203"/>
                </a:lnTo>
                <a:lnTo>
                  <a:pt x="996340" y="1064348"/>
                </a:lnTo>
                <a:lnTo>
                  <a:pt x="994740" y="1088771"/>
                </a:lnTo>
                <a:lnTo>
                  <a:pt x="982738" y="1105928"/>
                </a:lnTo>
                <a:lnTo>
                  <a:pt x="981138" y="1130350"/>
                </a:lnTo>
                <a:lnTo>
                  <a:pt x="999197" y="1104557"/>
                </a:lnTo>
                <a:lnTo>
                  <a:pt x="1000607" y="1080389"/>
                </a:lnTo>
                <a:lnTo>
                  <a:pt x="1008888" y="1090726"/>
                </a:lnTo>
                <a:lnTo>
                  <a:pt x="1007821" y="1092250"/>
                </a:lnTo>
                <a:lnTo>
                  <a:pt x="1015022" y="1104099"/>
                </a:lnTo>
                <a:lnTo>
                  <a:pt x="1002118" y="1122540"/>
                </a:lnTo>
                <a:lnTo>
                  <a:pt x="1007287" y="1137297"/>
                </a:lnTo>
                <a:lnTo>
                  <a:pt x="976337" y="1181493"/>
                </a:lnTo>
                <a:lnTo>
                  <a:pt x="970203" y="1168120"/>
                </a:lnTo>
                <a:lnTo>
                  <a:pt x="973404" y="1163548"/>
                </a:lnTo>
                <a:lnTo>
                  <a:pt x="965136" y="1153210"/>
                </a:lnTo>
                <a:lnTo>
                  <a:pt x="961948" y="1179906"/>
                </a:lnTo>
                <a:lnTo>
                  <a:pt x="948461" y="1199172"/>
                </a:lnTo>
                <a:lnTo>
                  <a:pt x="945578" y="1225435"/>
                </a:lnTo>
                <a:lnTo>
                  <a:pt x="924458" y="1255610"/>
                </a:lnTo>
                <a:lnTo>
                  <a:pt x="930541" y="1269060"/>
                </a:lnTo>
                <a:lnTo>
                  <a:pt x="907783" y="1301572"/>
                </a:lnTo>
                <a:lnTo>
                  <a:pt x="921397" y="1304277"/>
                </a:lnTo>
                <a:lnTo>
                  <a:pt x="924598" y="1299705"/>
                </a:lnTo>
                <a:lnTo>
                  <a:pt x="928268" y="1316609"/>
                </a:lnTo>
                <a:lnTo>
                  <a:pt x="918794" y="1330134"/>
                </a:lnTo>
                <a:lnTo>
                  <a:pt x="906462" y="1325613"/>
                </a:lnTo>
                <a:lnTo>
                  <a:pt x="873379" y="1372870"/>
                </a:lnTo>
                <a:lnTo>
                  <a:pt x="868375" y="1357871"/>
                </a:lnTo>
                <a:lnTo>
                  <a:pt x="862977" y="1343444"/>
                </a:lnTo>
                <a:lnTo>
                  <a:pt x="857173" y="1329588"/>
                </a:lnTo>
                <a:lnTo>
                  <a:pt x="850963" y="1316304"/>
                </a:lnTo>
                <a:lnTo>
                  <a:pt x="848550" y="1297609"/>
                </a:lnTo>
                <a:lnTo>
                  <a:pt x="835634" y="1271778"/>
                </a:lnTo>
                <a:lnTo>
                  <a:pt x="832904" y="1253515"/>
                </a:lnTo>
                <a:lnTo>
                  <a:pt x="819492" y="1228394"/>
                </a:lnTo>
                <a:lnTo>
                  <a:pt x="807631" y="1201039"/>
                </a:lnTo>
                <a:lnTo>
                  <a:pt x="795870" y="1173543"/>
                </a:lnTo>
                <a:lnTo>
                  <a:pt x="783920" y="1146340"/>
                </a:lnTo>
                <a:lnTo>
                  <a:pt x="757313" y="1095768"/>
                </a:lnTo>
                <a:lnTo>
                  <a:pt x="726592" y="1051064"/>
                </a:lnTo>
                <a:lnTo>
                  <a:pt x="702106" y="1019606"/>
                </a:lnTo>
                <a:lnTo>
                  <a:pt x="673290" y="994333"/>
                </a:lnTo>
                <a:lnTo>
                  <a:pt x="621271" y="957922"/>
                </a:lnTo>
                <a:lnTo>
                  <a:pt x="620204" y="959446"/>
                </a:lnTo>
                <a:lnTo>
                  <a:pt x="599262" y="945070"/>
                </a:lnTo>
                <a:lnTo>
                  <a:pt x="577519" y="931837"/>
                </a:lnTo>
                <a:lnTo>
                  <a:pt x="564578" y="928166"/>
                </a:lnTo>
                <a:lnTo>
                  <a:pt x="538835" y="920648"/>
                </a:lnTo>
                <a:lnTo>
                  <a:pt x="522998" y="921131"/>
                </a:lnTo>
                <a:lnTo>
                  <a:pt x="491718" y="921524"/>
                </a:lnTo>
                <a:lnTo>
                  <a:pt x="465480" y="914717"/>
                </a:lnTo>
                <a:lnTo>
                  <a:pt x="433298" y="916393"/>
                </a:lnTo>
                <a:lnTo>
                  <a:pt x="347738" y="905751"/>
                </a:lnTo>
                <a:lnTo>
                  <a:pt x="315556" y="907427"/>
                </a:lnTo>
                <a:lnTo>
                  <a:pt x="313423" y="910475"/>
                </a:lnTo>
                <a:lnTo>
                  <a:pt x="301955" y="904709"/>
                </a:lnTo>
                <a:lnTo>
                  <a:pt x="300888" y="906233"/>
                </a:lnTo>
                <a:lnTo>
                  <a:pt x="299821" y="905548"/>
                </a:lnTo>
                <a:lnTo>
                  <a:pt x="299821" y="907757"/>
                </a:lnTo>
                <a:lnTo>
                  <a:pt x="296621" y="912329"/>
                </a:lnTo>
                <a:lnTo>
                  <a:pt x="284086" y="908100"/>
                </a:lnTo>
                <a:lnTo>
                  <a:pt x="287286" y="903528"/>
                </a:lnTo>
                <a:lnTo>
                  <a:pt x="299821" y="907757"/>
                </a:lnTo>
                <a:lnTo>
                  <a:pt x="299821" y="905548"/>
                </a:lnTo>
                <a:lnTo>
                  <a:pt x="290245" y="899287"/>
                </a:lnTo>
                <a:lnTo>
                  <a:pt x="279019" y="893191"/>
                </a:lnTo>
                <a:lnTo>
                  <a:pt x="277380" y="895527"/>
                </a:lnTo>
                <a:lnTo>
                  <a:pt x="264337" y="892009"/>
                </a:lnTo>
                <a:lnTo>
                  <a:pt x="245732" y="896442"/>
                </a:lnTo>
                <a:lnTo>
                  <a:pt x="216319" y="894168"/>
                </a:lnTo>
                <a:lnTo>
                  <a:pt x="196913" y="899744"/>
                </a:lnTo>
                <a:lnTo>
                  <a:pt x="177114" y="905891"/>
                </a:lnTo>
                <a:lnTo>
                  <a:pt x="146672" y="905090"/>
                </a:lnTo>
                <a:lnTo>
                  <a:pt x="126428" y="911860"/>
                </a:lnTo>
                <a:lnTo>
                  <a:pt x="105791" y="919187"/>
                </a:lnTo>
                <a:lnTo>
                  <a:pt x="74142" y="920102"/>
                </a:lnTo>
                <a:lnTo>
                  <a:pt x="4953" y="1018933"/>
                </a:lnTo>
                <a:lnTo>
                  <a:pt x="3644" y="1308696"/>
                </a:lnTo>
                <a:lnTo>
                  <a:pt x="812" y="1932813"/>
                </a:lnTo>
                <a:lnTo>
                  <a:pt x="0" y="2111121"/>
                </a:lnTo>
                <a:lnTo>
                  <a:pt x="29654" y="2068766"/>
                </a:lnTo>
                <a:lnTo>
                  <a:pt x="46443" y="2022640"/>
                </a:lnTo>
                <a:lnTo>
                  <a:pt x="59436" y="1981936"/>
                </a:lnTo>
                <a:lnTo>
                  <a:pt x="107010" y="1913966"/>
                </a:lnTo>
                <a:lnTo>
                  <a:pt x="120599" y="1872424"/>
                </a:lnTo>
                <a:lnTo>
                  <a:pt x="151853" y="1827771"/>
                </a:lnTo>
                <a:lnTo>
                  <a:pt x="193205" y="1724406"/>
                </a:lnTo>
                <a:lnTo>
                  <a:pt x="224307" y="1679981"/>
                </a:lnTo>
                <a:lnTo>
                  <a:pt x="245173" y="1628038"/>
                </a:lnTo>
                <a:lnTo>
                  <a:pt x="287451" y="1567649"/>
                </a:lnTo>
                <a:lnTo>
                  <a:pt x="320116" y="1498828"/>
                </a:lnTo>
                <a:lnTo>
                  <a:pt x="389737" y="1377238"/>
                </a:lnTo>
                <a:lnTo>
                  <a:pt x="391871" y="1374190"/>
                </a:lnTo>
                <a:lnTo>
                  <a:pt x="395249" y="1391513"/>
                </a:lnTo>
                <a:lnTo>
                  <a:pt x="409219" y="1415846"/>
                </a:lnTo>
                <a:lnTo>
                  <a:pt x="412788" y="1432890"/>
                </a:lnTo>
                <a:lnTo>
                  <a:pt x="416153" y="1450225"/>
                </a:lnTo>
                <a:lnTo>
                  <a:pt x="429755" y="1452943"/>
                </a:lnTo>
                <a:lnTo>
                  <a:pt x="421805" y="1442161"/>
                </a:lnTo>
                <a:lnTo>
                  <a:pt x="427901" y="1433436"/>
                </a:lnTo>
                <a:lnTo>
                  <a:pt x="421754" y="1420088"/>
                </a:lnTo>
                <a:lnTo>
                  <a:pt x="429945" y="1430528"/>
                </a:lnTo>
                <a:lnTo>
                  <a:pt x="438429" y="1440561"/>
                </a:lnTo>
                <a:lnTo>
                  <a:pt x="447116" y="1450289"/>
                </a:lnTo>
                <a:lnTo>
                  <a:pt x="440956" y="1459077"/>
                </a:lnTo>
                <a:lnTo>
                  <a:pt x="427888" y="1455610"/>
                </a:lnTo>
                <a:lnTo>
                  <a:pt x="424421" y="1460563"/>
                </a:lnTo>
                <a:lnTo>
                  <a:pt x="426986" y="1479042"/>
                </a:lnTo>
                <a:lnTo>
                  <a:pt x="432523" y="1515414"/>
                </a:lnTo>
                <a:lnTo>
                  <a:pt x="435102" y="1533893"/>
                </a:lnTo>
                <a:lnTo>
                  <a:pt x="449770" y="1535087"/>
                </a:lnTo>
                <a:lnTo>
                  <a:pt x="442747" y="1522958"/>
                </a:lnTo>
                <a:lnTo>
                  <a:pt x="450316" y="1512150"/>
                </a:lnTo>
                <a:lnTo>
                  <a:pt x="443903" y="1499171"/>
                </a:lnTo>
                <a:lnTo>
                  <a:pt x="447103" y="1494599"/>
                </a:lnTo>
                <a:lnTo>
                  <a:pt x="454317" y="1506435"/>
                </a:lnTo>
                <a:lnTo>
                  <a:pt x="451231" y="1510842"/>
                </a:lnTo>
                <a:lnTo>
                  <a:pt x="458749" y="1522247"/>
                </a:lnTo>
                <a:lnTo>
                  <a:pt x="456171" y="1525930"/>
                </a:lnTo>
                <a:lnTo>
                  <a:pt x="463473" y="1537652"/>
                </a:lnTo>
                <a:lnTo>
                  <a:pt x="438835" y="1572844"/>
                </a:lnTo>
                <a:lnTo>
                  <a:pt x="450024" y="1579016"/>
                </a:lnTo>
                <a:lnTo>
                  <a:pt x="448310" y="1581467"/>
                </a:lnTo>
                <a:lnTo>
                  <a:pt x="455587" y="1593202"/>
                </a:lnTo>
                <a:lnTo>
                  <a:pt x="445770" y="1607223"/>
                </a:lnTo>
                <a:lnTo>
                  <a:pt x="454037" y="1617560"/>
                </a:lnTo>
                <a:lnTo>
                  <a:pt x="450837" y="1622132"/>
                </a:lnTo>
                <a:lnTo>
                  <a:pt x="456971" y="1635506"/>
                </a:lnTo>
                <a:lnTo>
                  <a:pt x="460171" y="1630934"/>
                </a:lnTo>
                <a:lnTo>
                  <a:pt x="470420" y="1638465"/>
                </a:lnTo>
                <a:lnTo>
                  <a:pt x="480085" y="1646796"/>
                </a:lnTo>
                <a:lnTo>
                  <a:pt x="490321" y="1654314"/>
                </a:lnTo>
                <a:lnTo>
                  <a:pt x="484987" y="1661934"/>
                </a:lnTo>
                <a:lnTo>
                  <a:pt x="464185" y="1647367"/>
                </a:lnTo>
                <a:lnTo>
                  <a:pt x="458851" y="1654987"/>
                </a:lnTo>
                <a:lnTo>
                  <a:pt x="460451" y="1696986"/>
                </a:lnTo>
                <a:lnTo>
                  <a:pt x="461251" y="1717992"/>
                </a:lnTo>
                <a:lnTo>
                  <a:pt x="470852" y="1704276"/>
                </a:lnTo>
                <a:lnTo>
                  <a:pt x="479120" y="1714601"/>
                </a:lnTo>
                <a:lnTo>
                  <a:pt x="471652" y="1725269"/>
                </a:lnTo>
                <a:lnTo>
                  <a:pt x="477786" y="1738655"/>
                </a:lnTo>
                <a:lnTo>
                  <a:pt x="462114" y="1761032"/>
                </a:lnTo>
                <a:lnTo>
                  <a:pt x="463118" y="1781759"/>
                </a:lnTo>
                <a:lnTo>
                  <a:pt x="464921" y="1801329"/>
                </a:lnTo>
                <a:lnTo>
                  <a:pt x="466318" y="1821472"/>
                </a:lnTo>
                <a:lnTo>
                  <a:pt x="459016" y="1831898"/>
                </a:lnTo>
                <a:lnTo>
                  <a:pt x="463118" y="1848180"/>
                </a:lnTo>
                <a:lnTo>
                  <a:pt x="467626" y="1863902"/>
                </a:lnTo>
                <a:lnTo>
                  <a:pt x="471932" y="1879892"/>
                </a:lnTo>
                <a:lnTo>
                  <a:pt x="464451" y="1890572"/>
                </a:lnTo>
                <a:lnTo>
                  <a:pt x="469912" y="1904923"/>
                </a:lnTo>
                <a:lnTo>
                  <a:pt x="464858" y="1912137"/>
                </a:lnTo>
                <a:lnTo>
                  <a:pt x="470408" y="1926348"/>
                </a:lnTo>
                <a:lnTo>
                  <a:pt x="464997" y="1934095"/>
                </a:lnTo>
                <a:lnTo>
                  <a:pt x="477532" y="1938324"/>
                </a:lnTo>
                <a:lnTo>
                  <a:pt x="487934" y="1945614"/>
                </a:lnTo>
                <a:lnTo>
                  <a:pt x="469798" y="1971522"/>
                </a:lnTo>
                <a:lnTo>
                  <a:pt x="476732" y="1983752"/>
                </a:lnTo>
                <a:lnTo>
                  <a:pt x="471665" y="1991004"/>
                </a:lnTo>
                <a:lnTo>
                  <a:pt x="476199" y="2006663"/>
                </a:lnTo>
                <a:lnTo>
                  <a:pt x="470331" y="2015045"/>
                </a:lnTo>
                <a:lnTo>
                  <a:pt x="473367" y="2032850"/>
                </a:lnTo>
                <a:lnTo>
                  <a:pt x="466598" y="2042528"/>
                </a:lnTo>
                <a:lnTo>
                  <a:pt x="472236" y="2056625"/>
                </a:lnTo>
                <a:lnTo>
                  <a:pt x="491667" y="2073135"/>
                </a:lnTo>
                <a:lnTo>
                  <a:pt x="477799" y="2092947"/>
                </a:lnTo>
                <a:lnTo>
                  <a:pt x="488213" y="2100237"/>
                </a:lnTo>
                <a:lnTo>
                  <a:pt x="489280" y="2098713"/>
                </a:lnTo>
                <a:lnTo>
                  <a:pt x="499681" y="2105990"/>
                </a:lnTo>
                <a:lnTo>
                  <a:pt x="477278" y="2138007"/>
                </a:lnTo>
                <a:lnTo>
                  <a:pt x="487680" y="2145284"/>
                </a:lnTo>
                <a:lnTo>
                  <a:pt x="511149" y="2111756"/>
                </a:lnTo>
                <a:lnTo>
                  <a:pt x="514972" y="2128443"/>
                </a:lnTo>
                <a:lnTo>
                  <a:pt x="508088" y="2138286"/>
                </a:lnTo>
                <a:lnTo>
                  <a:pt x="511403" y="2155685"/>
                </a:lnTo>
                <a:lnTo>
                  <a:pt x="514616" y="2173236"/>
                </a:lnTo>
                <a:lnTo>
                  <a:pt x="550633" y="2188222"/>
                </a:lnTo>
                <a:lnTo>
                  <a:pt x="573049" y="2200503"/>
                </a:lnTo>
                <a:lnTo>
                  <a:pt x="581317" y="2210841"/>
                </a:lnTo>
                <a:lnTo>
                  <a:pt x="579183" y="2213889"/>
                </a:lnTo>
                <a:lnTo>
                  <a:pt x="574281" y="2243023"/>
                </a:lnTo>
                <a:lnTo>
                  <a:pt x="587984" y="2267737"/>
                </a:lnTo>
                <a:lnTo>
                  <a:pt x="605688" y="2286736"/>
                </a:lnTo>
                <a:lnTo>
                  <a:pt x="623201" y="2306015"/>
                </a:lnTo>
                <a:lnTo>
                  <a:pt x="622515" y="2306993"/>
                </a:lnTo>
                <a:lnTo>
                  <a:pt x="634542" y="2311971"/>
                </a:lnTo>
                <a:lnTo>
                  <a:pt x="648271" y="2314486"/>
                </a:lnTo>
                <a:lnTo>
                  <a:pt x="656513" y="2324862"/>
                </a:lnTo>
                <a:lnTo>
                  <a:pt x="678954" y="2337104"/>
                </a:lnTo>
                <a:lnTo>
                  <a:pt x="692594" y="2339759"/>
                </a:lnTo>
                <a:lnTo>
                  <a:pt x="705624" y="2343289"/>
                </a:lnTo>
                <a:lnTo>
                  <a:pt x="729018" y="2354161"/>
                </a:lnTo>
                <a:lnTo>
                  <a:pt x="752716" y="2364600"/>
                </a:lnTo>
                <a:lnTo>
                  <a:pt x="766203" y="2367483"/>
                </a:lnTo>
                <a:lnTo>
                  <a:pt x="790194" y="2377503"/>
                </a:lnTo>
                <a:lnTo>
                  <a:pt x="889431" y="2412911"/>
                </a:lnTo>
                <a:lnTo>
                  <a:pt x="893254" y="2407450"/>
                </a:lnTo>
                <a:lnTo>
                  <a:pt x="907161" y="2409710"/>
                </a:lnTo>
                <a:lnTo>
                  <a:pt x="906233" y="2411044"/>
                </a:lnTo>
                <a:lnTo>
                  <a:pt x="917714" y="2416797"/>
                </a:lnTo>
                <a:lnTo>
                  <a:pt x="924026" y="2407793"/>
                </a:lnTo>
                <a:lnTo>
                  <a:pt x="938911" y="2408656"/>
                </a:lnTo>
                <a:lnTo>
                  <a:pt x="1001737" y="2318918"/>
                </a:lnTo>
                <a:lnTo>
                  <a:pt x="1036967" y="2290737"/>
                </a:lnTo>
                <a:lnTo>
                  <a:pt x="1061885" y="2255139"/>
                </a:lnTo>
                <a:lnTo>
                  <a:pt x="1076604" y="2211971"/>
                </a:lnTo>
                <a:lnTo>
                  <a:pt x="1171384" y="2076577"/>
                </a:lnTo>
                <a:lnTo>
                  <a:pt x="1184973" y="2035022"/>
                </a:lnTo>
                <a:lnTo>
                  <a:pt x="1208862" y="2000897"/>
                </a:lnTo>
                <a:lnTo>
                  <a:pt x="1222133" y="1959787"/>
                </a:lnTo>
                <a:lnTo>
                  <a:pt x="1245539" y="1926361"/>
                </a:lnTo>
                <a:lnTo>
                  <a:pt x="1272209" y="1843976"/>
                </a:lnTo>
                <a:lnTo>
                  <a:pt x="1295844" y="1810207"/>
                </a:lnTo>
                <a:lnTo>
                  <a:pt x="1309281" y="1768868"/>
                </a:lnTo>
                <a:lnTo>
                  <a:pt x="1319682" y="1731860"/>
                </a:lnTo>
                <a:lnTo>
                  <a:pt x="1340497" y="1702142"/>
                </a:lnTo>
                <a:lnTo>
                  <a:pt x="1350899" y="1665135"/>
                </a:lnTo>
                <a:lnTo>
                  <a:pt x="1371701" y="1635417"/>
                </a:lnTo>
                <a:lnTo>
                  <a:pt x="1429321" y="1464538"/>
                </a:lnTo>
                <a:lnTo>
                  <a:pt x="1530134" y="1187640"/>
                </a:lnTo>
                <a:lnTo>
                  <a:pt x="1607223" y="966812"/>
                </a:lnTo>
                <a:lnTo>
                  <a:pt x="1612023" y="915657"/>
                </a:lnTo>
                <a:lnTo>
                  <a:pt x="1641767" y="828878"/>
                </a:lnTo>
                <a:lnTo>
                  <a:pt x="1645881" y="778713"/>
                </a:lnTo>
                <a:lnTo>
                  <a:pt x="1660296" y="735965"/>
                </a:lnTo>
                <a:lnTo>
                  <a:pt x="1681099" y="661962"/>
                </a:lnTo>
                <a:lnTo>
                  <a:pt x="1687868" y="674433"/>
                </a:lnTo>
                <a:lnTo>
                  <a:pt x="1684832" y="678764"/>
                </a:lnTo>
                <a:lnTo>
                  <a:pt x="1692605" y="689813"/>
                </a:lnTo>
                <a:lnTo>
                  <a:pt x="1700580" y="700570"/>
                </a:lnTo>
                <a:lnTo>
                  <a:pt x="1709115" y="688378"/>
                </a:lnTo>
                <a:lnTo>
                  <a:pt x="1713966" y="703592"/>
                </a:lnTo>
                <a:lnTo>
                  <a:pt x="1714322" y="703097"/>
                </a:lnTo>
                <a:lnTo>
                  <a:pt x="1727669" y="706158"/>
                </a:lnTo>
                <a:lnTo>
                  <a:pt x="1740331" y="710234"/>
                </a:lnTo>
                <a:lnTo>
                  <a:pt x="1710728" y="752500"/>
                </a:lnTo>
                <a:lnTo>
                  <a:pt x="1714055" y="769912"/>
                </a:lnTo>
                <a:lnTo>
                  <a:pt x="1717573" y="787031"/>
                </a:lnTo>
                <a:lnTo>
                  <a:pt x="1710982" y="796429"/>
                </a:lnTo>
                <a:lnTo>
                  <a:pt x="1717903" y="808697"/>
                </a:lnTo>
                <a:lnTo>
                  <a:pt x="1715122" y="812673"/>
                </a:lnTo>
                <a:lnTo>
                  <a:pt x="1722945" y="823645"/>
                </a:lnTo>
                <a:lnTo>
                  <a:pt x="1720062" y="827760"/>
                </a:lnTo>
                <a:lnTo>
                  <a:pt x="1720253" y="849617"/>
                </a:lnTo>
                <a:lnTo>
                  <a:pt x="1719262" y="873201"/>
                </a:lnTo>
                <a:lnTo>
                  <a:pt x="1729867" y="902335"/>
                </a:lnTo>
                <a:lnTo>
                  <a:pt x="1733664" y="919048"/>
                </a:lnTo>
                <a:lnTo>
                  <a:pt x="1744065" y="926338"/>
                </a:lnTo>
                <a:lnTo>
                  <a:pt x="1740865" y="930910"/>
                </a:lnTo>
                <a:lnTo>
                  <a:pt x="1739265" y="977480"/>
                </a:lnTo>
                <a:lnTo>
                  <a:pt x="1744078" y="992771"/>
                </a:lnTo>
                <a:lnTo>
                  <a:pt x="1748878" y="1008049"/>
                </a:lnTo>
                <a:lnTo>
                  <a:pt x="1748078" y="1031341"/>
                </a:lnTo>
                <a:lnTo>
                  <a:pt x="1761680" y="1034046"/>
                </a:lnTo>
                <a:lnTo>
                  <a:pt x="1775548" y="1014234"/>
                </a:lnTo>
                <a:lnTo>
                  <a:pt x="1785683" y="1021892"/>
                </a:lnTo>
                <a:lnTo>
                  <a:pt x="1794230" y="1031849"/>
                </a:lnTo>
                <a:lnTo>
                  <a:pt x="1776082" y="1057757"/>
                </a:lnTo>
                <a:lnTo>
                  <a:pt x="1784362" y="1068095"/>
                </a:lnTo>
                <a:lnTo>
                  <a:pt x="1781162" y="1072667"/>
                </a:lnTo>
                <a:lnTo>
                  <a:pt x="1789163" y="1083373"/>
                </a:lnTo>
                <a:lnTo>
                  <a:pt x="1786763" y="1086802"/>
                </a:lnTo>
                <a:lnTo>
                  <a:pt x="1794764" y="1097521"/>
                </a:lnTo>
                <a:lnTo>
                  <a:pt x="1789480" y="1105065"/>
                </a:lnTo>
                <a:lnTo>
                  <a:pt x="1776488" y="1101471"/>
                </a:lnTo>
                <a:lnTo>
                  <a:pt x="1773694" y="1105458"/>
                </a:lnTo>
                <a:lnTo>
                  <a:pt x="1759813" y="1103147"/>
                </a:lnTo>
                <a:lnTo>
                  <a:pt x="1761439" y="1100836"/>
                </a:lnTo>
                <a:lnTo>
                  <a:pt x="1755152" y="1087666"/>
                </a:lnTo>
                <a:lnTo>
                  <a:pt x="1767547" y="1069949"/>
                </a:lnTo>
                <a:lnTo>
                  <a:pt x="1763814" y="1066444"/>
                </a:lnTo>
                <a:lnTo>
                  <a:pt x="1767979" y="1065707"/>
                </a:lnTo>
                <a:lnTo>
                  <a:pt x="1779282" y="1069073"/>
                </a:lnTo>
                <a:lnTo>
                  <a:pt x="1777898" y="1061300"/>
                </a:lnTo>
                <a:lnTo>
                  <a:pt x="1773923" y="1053973"/>
                </a:lnTo>
                <a:lnTo>
                  <a:pt x="1772539" y="1046187"/>
                </a:lnTo>
                <a:lnTo>
                  <a:pt x="1764957" y="1042949"/>
                </a:lnTo>
                <a:lnTo>
                  <a:pt x="1743824" y="1035177"/>
                </a:lnTo>
                <a:lnTo>
                  <a:pt x="1745843" y="1061567"/>
                </a:lnTo>
                <a:lnTo>
                  <a:pt x="1758810" y="1059294"/>
                </a:lnTo>
                <a:lnTo>
                  <a:pt x="1759267" y="1061885"/>
                </a:lnTo>
                <a:lnTo>
                  <a:pt x="1762328" y="1064031"/>
                </a:lnTo>
                <a:lnTo>
                  <a:pt x="1762531" y="1065237"/>
                </a:lnTo>
                <a:lnTo>
                  <a:pt x="1758213" y="1061148"/>
                </a:lnTo>
                <a:lnTo>
                  <a:pt x="1746859" y="1077366"/>
                </a:lnTo>
                <a:lnTo>
                  <a:pt x="1749018" y="1096429"/>
                </a:lnTo>
                <a:lnTo>
                  <a:pt x="1752168" y="1114082"/>
                </a:lnTo>
                <a:lnTo>
                  <a:pt x="1754200" y="1133297"/>
                </a:lnTo>
                <a:lnTo>
                  <a:pt x="1750377" y="1138770"/>
                </a:lnTo>
                <a:lnTo>
                  <a:pt x="1757146" y="1151242"/>
                </a:lnTo>
                <a:lnTo>
                  <a:pt x="1749679" y="1161910"/>
                </a:lnTo>
                <a:lnTo>
                  <a:pt x="1761159" y="1167676"/>
                </a:lnTo>
                <a:lnTo>
                  <a:pt x="1783562" y="1135659"/>
                </a:lnTo>
                <a:lnTo>
                  <a:pt x="1788248" y="1151115"/>
                </a:lnTo>
                <a:lnTo>
                  <a:pt x="1761959" y="1188669"/>
                </a:lnTo>
                <a:lnTo>
                  <a:pt x="1768094" y="1202055"/>
                </a:lnTo>
                <a:lnTo>
                  <a:pt x="1781962" y="1182243"/>
                </a:lnTo>
                <a:lnTo>
                  <a:pt x="1805965" y="1192237"/>
                </a:lnTo>
                <a:lnTo>
                  <a:pt x="1799564" y="1201381"/>
                </a:lnTo>
                <a:lnTo>
                  <a:pt x="1787029" y="1197140"/>
                </a:lnTo>
                <a:lnTo>
                  <a:pt x="1777161" y="1211237"/>
                </a:lnTo>
                <a:lnTo>
                  <a:pt x="1762620" y="1209865"/>
                </a:lnTo>
                <a:lnTo>
                  <a:pt x="1758492" y="1215771"/>
                </a:lnTo>
                <a:lnTo>
                  <a:pt x="1765642" y="1249845"/>
                </a:lnTo>
                <a:lnTo>
                  <a:pt x="1772500" y="1284338"/>
                </a:lnTo>
                <a:lnTo>
                  <a:pt x="1768348" y="1312418"/>
                </a:lnTo>
                <a:lnTo>
                  <a:pt x="1773694" y="1349057"/>
                </a:lnTo>
                <a:lnTo>
                  <a:pt x="1798243" y="1314005"/>
                </a:lnTo>
                <a:lnTo>
                  <a:pt x="1804644" y="1326997"/>
                </a:lnTo>
                <a:lnTo>
                  <a:pt x="1800644" y="1332712"/>
                </a:lnTo>
                <a:lnTo>
                  <a:pt x="1807044" y="1345717"/>
                </a:lnTo>
                <a:lnTo>
                  <a:pt x="1798205" y="1358341"/>
                </a:lnTo>
                <a:lnTo>
                  <a:pt x="1803577" y="1372806"/>
                </a:lnTo>
                <a:lnTo>
                  <a:pt x="1792109" y="1389202"/>
                </a:lnTo>
                <a:lnTo>
                  <a:pt x="1807845" y="1388859"/>
                </a:lnTo>
                <a:lnTo>
                  <a:pt x="1806511" y="1390764"/>
                </a:lnTo>
                <a:lnTo>
                  <a:pt x="1817751" y="1396860"/>
                </a:lnTo>
                <a:lnTo>
                  <a:pt x="1804974" y="1415097"/>
                </a:lnTo>
                <a:lnTo>
                  <a:pt x="1821180" y="1414094"/>
                </a:lnTo>
                <a:lnTo>
                  <a:pt x="1808251" y="1432572"/>
                </a:lnTo>
                <a:lnTo>
                  <a:pt x="1811934" y="1449451"/>
                </a:lnTo>
                <a:lnTo>
                  <a:pt x="1804911" y="1459484"/>
                </a:lnTo>
                <a:lnTo>
                  <a:pt x="1794510" y="1452194"/>
                </a:lnTo>
                <a:lnTo>
                  <a:pt x="1793443" y="1453718"/>
                </a:lnTo>
                <a:lnTo>
                  <a:pt x="1783041" y="1446441"/>
                </a:lnTo>
                <a:lnTo>
                  <a:pt x="1785543" y="1487157"/>
                </a:lnTo>
                <a:lnTo>
                  <a:pt x="1788642" y="1527009"/>
                </a:lnTo>
                <a:lnTo>
                  <a:pt x="1792947" y="1565160"/>
                </a:lnTo>
                <a:lnTo>
                  <a:pt x="1798447" y="1579435"/>
                </a:lnTo>
                <a:lnTo>
                  <a:pt x="1809457" y="1608010"/>
                </a:lnTo>
                <a:lnTo>
                  <a:pt x="1812696" y="1603387"/>
                </a:lnTo>
                <a:lnTo>
                  <a:pt x="1826526" y="1605762"/>
                </a:lnTo>
                <a:lnTo>
                  <a:pt x="1830362" y="1600288"/>
                </a:lnTo>
                <a:lnTo>
                  <a:pt x="1845208" y="1601241"/>
                </a:lnTo>
                <a:lnTo>
                  <a:pt x="1812048" y="1648612"/>
                </a:lnTo>
                <a:lnTo>
                  <a:pt x="1819325" y="1660347"/>
                </a:lnTo>
                <a:lnTo>
                  <a:pt x="1810791" y="1672539"/>
                </a:lnTo>
                <a:lnTo>
                  <a:pt x="1828406" y="1691678"/>
                </a:lnTo>
                <a:lnTo>
                  <a:pt x="1846008" y="1710817"/>
                </a:lnTo>
                <a:lnTo>
                  <a:pt x="1834273" y="1727581"/>
                </a:lnTo>
                <a:lnTo>
                  <a:pt x="1846808" y="1731810"/>
                </a:lnTo>
                <a:lnTo>
                  <a:pt x="1838274" y="1744014"/>
                </a:lnTo>
                <a:lnTo>
                  <a:pt x="1850809" y="1748243"/>
                </a:lnTo>
                <a:lnTo>
                  <a:pt x="1835162" y="1748459"/>
                </a:lnTo>
                <a:lnTo>
                  <a:pt x="1840001" y="1763674"/>
                </a:lnTo>
                <a:lnTo>
                  <a:pt x="1835061" y="1770748"/>
                </a:lnTo>
                <a:lnTo>
                  <a:pt x="1821205" y="1768398"/>
                </a:lnTo>
                <a:lnTo>
                  <a:pt x="1816938" y="1774494"/>
                </a:lnTo>
                <a:lnTo>
                  <a:pt x="1827339" y="1781771"/>
                </a:lnTo>
                <a:lnTo>
                  <a:pt x="1834807" y="1771116"/>
                </a:lnTo>
                <a:lnTo>
                  <a:pt x="1849475" y="1772297"/>
                </a:lnTo>
                <a:lnTo>
                  <a:pt x="1835340" y="1792490"/>
                </a:lnTo>
                <a:lnTo>
                  <a:pt x="1839480" y="1808721"/>
                </a:lnTo>
                <a:lnTo>
                  <a:pt x="1837347" y="1811769"/>
                </a:lnTo>
                <a:lnTo>
                  <a:pt x="1850669" y="1814893"/>
                </a:lnTo>
                <a:lnTo>
                  <a:pt x="1864690" y="1817001"/>
                </a:lnTo>
                <a:lnTo>
                  <a:pt x="1849234" y="1816938"/>
                </a:lnTo>
                <a:lnTo>
                  <a:pt x="1838274" y="1832584"/>
                </a:lnTo>
                <a:lnTo>
                  <a:pt x="1842274" y="1849018"/>
                </a:lnTo>
                <a:lnTo>
                  <a:pt x="1846287" y="1865439"/>
                </a:lnTo>
                <a:lnTo>
                  <a:pt x="1843252" y="1869770"/>
                </a:lnTo>
                <a:lnTo>
                  <a:pt x="1847989" y="1885149"/>
                </a:lnTo>
                <a:lnTo>
                  <a:pt x="1839620" y="1897113"/>
                </a:lnTo>
                <a:lnTo>
                  <a:pt x="1854733" y="1919795"/>
                </a:lnTo>
                <a:lnTo>
                  <a:pt x="1866963" y="1946630"/>
                </a:lnTo>
                <a:lnTo>
                  <a:pt x="1866582" y="1969325"/>
                </a:lnTo>
                <a:lnTo>
                  <a:pt x="1875104" y="2001443"/>
                </a:lnTo>
                <a:lnTo>
                  <a:pt x="1896706" y="2037003"/>
                </a:lnTo>
                <a:lnTo>
                  <a:pt x="1907806" y="2043290"/>
                </a:lnTo>
                <a:lnTo>
                  <a:pt x="1916722" y="2052713"/>
                </a:lnTo>
                <a:lnTo>
                  <a:pt x="1922818" y="2066137"/>
                </a:lnTo>
                <a:lnTo>
                  <a:pt x="1925523" y="2084425"/>
                </a:lnTo>
                <a:lnTo>
                  <a:pt x="1924456" y="2085949"/>
                </a:lnTo>
                <a:lnTo>
                  <a:pt x="1914055" y="2078672"/>
                </a:lnTo>
                <a:lnTo>
                  <a:pt x="1911921" y="2081720"/>
                </a:lnTo>
                <a:lnTo>
                  <a:pt x="1921040" y="2090813"/>
                </a:lnTo>
                <a:lnTo>
                  <a:pt x="1920189" y="2092045"/>
                </a:lnTo>
                <a:lnTo>
                  <a:pt x="1929726" y="2100567"/>
                </a:lnTo>
                <a:lnTo>
                  <a:pt x="1938858" y="2109660"/>
                </a:lnTo>
                <a:lnTo>
                  <a:pt x="1954796" y="2131187"/>
                </a:lnTo>
                <a:lnTo>
                  <a:pt x="1973541" y="2148700"/>
                </a:lnTo>
                <a:lnTo>
                  <a:pt x="1994687" y="2162797"/>
                </a:lnTo>
                <a:lnTo>
                  <a:pt x="2017826" y="2174024"/>
                </a:lnTo>
                <a:lnTo>
                  <a:pt x="2041372" y="2184692"/>
                </a:lnTo>
                <a:lnTo>
                  <a:pt x="2078850" y="2197582"/>
                </a:lnTo>
                <a:lnTo>
                  <a:pt x="2102383" y="2208238"/>
                </a:lnTo>
                <a:lnTo>
                  <a:pt x="2127008" y="2217356"/>
                </a:lnTo>
                <a:lnTo>
                  <a:pt x="2151342" y="2226894"/>
                </a:lnTo>
                <a:lnTo>
                  <a:pt x="2185873" y="2244013"/>
                </a:lnTo>
                <a:lnTo>
                  <a:pt x="2209901" y="2253983"/>
                </a:lnTo>
                <a:lnTo>
                  <a:pt x="2222182" y="2258568"/>
                </a:lnTo>
                <a:lnTo>
                  <a:pt x="2224963" y="2254593"/>
                </a:lnTo>
                <a:lnTo>
                  <a:pt x="2239556" y="2255901"/>
                </a:lnTo>
                <a:lnTo>
                  <a:pt x="2256040" y="2254491"/>
                </a:lnTo>
                <a:lnTo>
                  <a:pt x="2347468" y="2123884"/>
                </a:lnTo>
                <a:lnTo>
                  <a:pt x="2413952" y="1940344"/>
                </a:lnTo>
                <a:lnTo>
                  <a:pt x="2452509" y="1840979"/>
                </a:lnTo>
                <a:lnTo>
                  <a:pt x="2460993" y="1784565"/>
                </a:lnTo>
                <a:lnTo>
                  <a:pt x="2479827" y="1735518"/>
                </a:lnTo>
                <a:lnTo>
                  <a:pt x="2488374" y="1679028"/>
                </a:lnTo>
                <a:lnTo>
                  <a:pt x="2519883" y="1589722"/>
                </a:lnTo>
                <a:lnTo>
                  <a:pt x="2525280" y="1537716"/>
                </a:lnTo>
                <a:lnTo>
                  <a:pt x="2541054" y="1493037"/>
                </a:lnTo>
                <a:lnTo>
                  <a:pt x="2546337" y="1441208"/>
                </a:lnTo>
                <a:lnTo>
                  <a:pt x="2577185" y="1352842"/>
                </a:lnTo>
                <a:lnTo>
                  <a:pt x="2587460" y="1249591"/>
                </a:lnTo>
                <a:lnTo>
                  <a:pt x="2602852" y="1205445"/>
                </a:lnTo>
                <a:lnTo>
                  <a:pt x="2607767" y="1154137"/>
                </a:lnTo>
                <a:lnTo>
                  <a:pt x="2623032" y="1110195"/>
                </a:lnTo>
                <a:lnTo>
                  <a:pt x="2637231" y="957046"/>
                </a:lnTo>
                <a:lnTo>
                  <a:pt x="2651836" y="914031"/>
                </a:lnTo>
                <a:lnTo>
                  <a:pt x="2663863" y="763993"/>
                </a:lnTo>
                <a:lnTo>
                  <a:pt x="2672994" y="728789"/>
                </a:lnTo>
                <a:lnTo>
                  <a:pt x="2672118" y="685749"/>
                </a:lnTo>
                <a:lnTo>
                  <a:pt x="2681655" y="649986"/>
                </a:lnTo>
                <a:lnTo>
                  <a:pt x="2680385" y="607504"/>
                </a:lnTo>
                <a:lnTo>
                  <a:pt x="2701709" y="355600"/>
                </a:lnTo>
                <a:lnTo>
                  <a:pt x="2695371" y="298221"/>
                </a:lnTo>
                <a:lnTo>
                  <a:pt x="2707043" y="148666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863382" y="2382463"/>
            <a:ext cx="131070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79745" algn="l"/>
                <a:tab pos="11084560" algn="l"/>
              </a:tabLst>
            </a:pPr>
            <a:r>
              <a:rPr dirty="0" sz="2500" spc="190" b="1">
                <a:solidFill>
                  <a:srgbClr val="2B122F"/>
                </a:solidFill>
                <a:latin typeface="Arial"/>
                <a:cs typeface="Arial"/>
              </a:rPr>
              <a:t>ALERT	</a:t>
            </a:r>
            <a:r>
              <a:rPr dirty="0" sz="2500" spc="260" b="1">
                <a:solidFill>
                  <a:srgbClr val="2B122F"/>
                </a:solidFill>
                <a:latin typeface="Arial"/>
                <a:cs typeface="Arial"/>
              </a:rPr>
              <a:t>TRIAGE	</a:t>
            </a:r>
            <a:r>
              <a:rPr dirty="0" sz="2500" spc="250" b="1">
                <a:solidFill>
                  <a:srgbClr val="2B122F"/>
                </a:solidFill>
                <a:latin typeface="Arial"/>
                <a:cs typeface="Arial"/>
              </a:rPr>
              <a:t>RESOLVER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61469" y="688481"/>
            <a:ext cx="376555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1365"/>
              <a:t>A</a:t>
            </a:r>
            <a:r>
              <a:rPr dirty="0" sz="8000" spc="505"/>
              <a:t>L</a:t>
            </a:r>
            <a:r>
              <a:rPr dirty="0" sz="8000" spc="175"/>
              <a:t>E</a:t>
            </a:r>
            <a:r>
              <a:rPr dirty="0" sz="8000" spc="825"/>
              <a:t>R</a:t>
            </a:r>
            <a:r>
              <a:rPr dirty="0" sz="8000" spc="-120"/>
              <a:t>T</a:t>
            </a:r>
            <a:endParaRPr sz="8000"/>
          </a:p>
        </p:txBody>
      </p:sp>
      <p:sp>
        <p:nvSpPr>
          <p:cNvPr id="3" name="object 3"/>
          <p:cNvSpPr/>
          <p:nvPr/>
        </p:nvSpPr>
        <p:spPr>
          <a:xfrm>
            <a:off x="16163988" y="7840014"/>
            <a:ext cx="2118995" cy="2446655"/>
          </a:xfrm>
          <a:custGeom>
            <a:avLst/>
            <a:gdLst/>
            <a:ahLst/>
            <a:cxnLst/>
            <a:rect l="l" t="t" r="r" b="b"/>
            <a:pathLst>
              <a:path w="2118994" h="2446654">
                <a:moveTo>
                  <a:pt x="708888" y="1121486"/>
                </a:moveTo>
                <a:lnTo>
                  <a:pt x="701497" y="1103185"/>
                </a:lnTo>
                <a:lnTo>
                  <a:pt x="696810" y="1117549"/>
                </a:lnTo>
                <a:lnTo>
                  <a:pt x="708888" y="1121486"/>
                </a:lnTo>
                <a:close/>
              </a:path>
              <a:path w="2118994" h="2446654">
                <a:moveTo>
                  <a:pt x="860196" y="1483829"/>
                </a:moveTo>
                <a:lnTo>
                  <a:pt x="856234" y="1473276"/>
                </a:lnTo>
                <a:lnTo>
                  <a:pt x="852855" y="1466608"/>
                </a:lnTo>
                <a:lnTo>
                  <a:pt x="851141" y="1460500"/>
                </a:lnTo>
                <a:lnTo>
                  <a:pt x="840041" y="1466138"/>
                </a:lnTo>
                <a:lnTo>
                  <a:pt x="838911" y="1463916"/>
                </a:lnTo>
                <a:lnTo>
                  <a:pt x="835571" y="1462824"/>
                </a:lnTo>
                <a:lnTo>
                  <a:pt x="834440" y="1460601"/>
                </a:lnTo>
                <a:lnTo>
                  <a:pt x="829995" y="1462849"/>
                </a:lnTo>
                <a:lnTo>
                  <a:pt x="818870" y="1462913"/>
                </a:lnTo>
                <a:lnTo>
                  <a:pt x="822248" y="1469580"/>
                </a:lnTo>
                <a:lnTo>
                  <a:pt x="827849" y="1475105"/>
                </a:lnTo>
                <a:lnTo>
                  <a:pt x="831227" y="1481772"/>
                </a:lnTo>
                <a:lnTo>
                  <a:pt x="838974" y="1482623"/>
                </a:lnTo>
                <a:lnTo>
                  <a:pt x="860196" y="1483829"/>
                </a:lnTo>
                <a:close/>
              </a:path>
              <a:path w="2118994" h="2446654">
                <a:moveTo>
                  <a:pt x="869543" y="1529461"/>
                </a:moveTo>
                <a:lnTo>
                  <a:pt x="868476" y="1529397"/>
                </a:lnTo>
                <a:lnTo>
                  <a:pt x="868565" y="1529689"/>
                </a:lnTo>
                <a:lnTo>
                  <a:pt x="869543" y="1529461"/>
                </a:lnTo>
                <a:close/>
              </a:path>
              <a:path w="2118994" h="2446654">
                <a:moveTo>
                  <a:pt x="997165" y="1756308"/>
                </a:moveTo>
                <a:lnTo>
                  <a:pt x="982548" y="1733016"/>
                </a:lnTo>
                <a:lnTo>
                  <a:pt x="981456" y="1736369"/>
                </a:lnTo>
                <a:lnTo>
                  <a:pt x="976477" y="1740293"/>
                </a:lnTo>
                <a:lnTo>
                  <a:pt x="973162" y="1744764"/>
                </a:lnTo>
                <a:lnTo>
                  <a:pt x="972642" y="1752003"/>
                </a:lnTo>
                <a:lnTo>
                  <a:pt x="971003" y="1757019"/>
                </a:lnTo>
                <a:lnTo>
                  <a:pt x="970495" y="1764258"/>
                </a:lnTo>
                <a:lnTo>
                  <a:pt x="997165" y="1756308"/>
                </a:lnTo>
                <a:close/>
              </a:path>
              <a:path w="2118994" h="2446654">
                <a:moveTo>
                  <a:pt x="1519593" y="1506677"/>
                </a:moveTo>
                <a:lnTo>
                  <a:pt x="1515694" y="1507261"/>
                </a:lnTo>
                <a:lnTo>
                  <a:pt x="1511249" y="1509509"/>
                </a:lnTo>
                <a:lnTo>
                  <a:pt x="1507363" y="1510093"/>
                </a:lnTo>
                <a:lnTo>
                  <a:pt x="1509039" y="1510639"/>
                </a:lnTo>
                <a:lnTo>
                  <a:pt x="1510157" y="1512862"/>
                </a:lnTo>
                <a:lnTo>
                  <a:pt x="1511833" y="1513408"/>
                </a:lnTo>
                <a:lnTo>
                  <a:pt x="1514602" y="1510601"/>
                </a:lnTo>
                <a:lnTo>
                  <a:pt x="1516824" y="1509483"/>
                </a:lnTo>
                <a:lnTo>
                  <a:pt x="1519593" y="1506677"/>
                </a:lnTo>
                <a:close/>
              </a:path>
              <a:path w="2118994" h="2446654">
                <a:moveTo>
                  <a:pt x="1524698" y="1168704"/>
                </a:moveTo>
                <a:lnTo>
                  <a:pt x="1524584" y="1160221"/>
                </a:lnTo>
                <a:lnTo>
                  <a:pt x="1522526" y="1166495"/>
                </a:lnTo>
                <a:lnTo>
                  <a:pt x="1524698" y="1168704"/>
                </a:lnTo>
                <a:close/>
              </a:path>
              <a:path w="2118994" h="2446654">
                <a:moveTo>
                  <a:pt x="1531607" y="1302308"/>
                </a:moveTo>
                <a:lnTo>
                  <a:pt x="1523873" y="1285087"/>
                </a:lnTo>
                <a:lnTo>
                  <a:pt x="1514182" y="1314729"/>
                </a:lnTo>
                <a:lnTo>
                  <a:pt x="1512697" y="1319276"/>
                </a:lnTo>
                <a:lnTo>
                  <a:pt x="1523288" y="1327772"/>
                </a:lnTo>
                <a:lnTo>
                  <a:pt x="1531607" y="1302308"/>
                </a:lnTo>
                <a:close/>
              </a:path>
              <a:path w="2118994" h="2446654">
                <a:moveTo>
                  <a:pt x="1531988" y="1440370"/>
                </a:moveTo>
                <a:lnTo>
                  <a:pt x="1530477" y="1411503"/>
                </a:lnTo>
                <a:lnTo>
                  <a:pt x="1529524" y="1402537"/>
                </a:lnTo>
                <a:lnTo>
                  <a:pt x="1520901" y="1420088"/>
                </a:lnTo>
                <a:lnTo>
                  <a:pt x="1518285" y="1429880"/>
                </a:lnTo>
                <a:lnTo>
                  <a:pt x="1521904" y="1435455"/>
                </a:lnTo>
                <a:lnTo>
                  <a:pt x="1531988" y="1440370"/>
                </a:lnTo>
                <a:close/>
              </a:path>
              <a:path w="2118994" h="2446654">
                <a:moveTo>
                  <a:pt x="1532470" y="1336840"/>
                </a:moveTo>
                <a:lnTo>
                  <a:pt x="1529118" y="1335747"/>
                </a:lnTo>
                <a:lnTo>
                  <a:pt x="1526895" y="1336878"/>
                </a:lnTo>
                <a:lnTo>
                  <a:pt x="1523555" y="1335786"/>
                </a:lnTo>
                <a:lnTo>
                  <a:pt x="1519936" y="1380883"/>
                </a:lnTo>
                <a:lnTo>
                  <a:pt x="1529626" y="1371066"/>
                </a:lnTo>
                <a:lnTo>
                  <a:pt x="1531429" y="1359877"/>
                </a:lnTo>
                <a:lnTo>
                  <a:pt x="1530616" y="1348181"/>
                </a:lnTo>
                <a:lnTo>
                  <a:pt x="1532470" y="1336840"/>
                </a:lnTo>
                <a:close/>
              </a:path>
              <a:path w="2118994" h="2446654">
                <a:moveTo>
                  <a:pt x="1532559" y="1176718"/>
                </a:moveTo>
                <a:lnTo>
                  <a:pt x="1524698" y="1168704"/>
                </a:lnTo>
                <a:lnTo>
                  <a:pt x="1525104" y="1199502"/>
                </a:lnTo>
                <a:lnTo>
                  <a:pt x="1532559" y="1176718"/>
                </a:lnTo>
                <a:close/>
              </a:path>
              <a:path w="2118994" h="2446654">
                <a:moveTo>
                  <a:pt x="1546402" y="1702447"/>
                </a:moveTo>
                <a:lnTo>
                  <a:pt x="1544193" y="1688934"/>
                </a:lnTo>
                <a:lnTo>
                  <a:pt x="1542554" y="1675257"/>
                </a:lnTo>
                <a:lnTo>
                  <a:pt x="1539951" y="1648485"/>
                </a:lnTo>
                <a:lnTo>
                  <a:pt x="1538274" y="1647939"/>
                </a:lnTo>
                <a:lnTo>
                  <a:pt x="1534375" y="1648523"/>
                </a:lnTo>
                <a:lnTo>
                  <a:pt x="1532166" y="1649653"/>
                </a:lnTo>
                <a:lnTo>
                  <a:pt x="1534845" y="1663319"/>
                </a:lnTo>
                <a:lnTo>
                  <a:pt x="1533093" y="1677263"/>
                </a:lnTo>
                <a:lnTo>
                  <a:pt x="1532496" y="1690903"/>
                </a:lnTo>
                <a:lnTo>
                  <a:pt x="1538617" y="1703603"/>
                </a:lnTo>
                <a:lnTo>
                  <a:pt x="1542503" y="1703019"/>
                </a:lnTo>
                <a:lnTo>
                  <a:pt x="1544180" y="1703565"/>
                </a:lnTo>
                <a:lnTo>
                  <a:pt x="1546402" y="1702447"/>
                </a:lnTo>
                <a:close/>
              </a:path>
              <a:path w="2118994" h="2446654">
                <a:moveTo>
                  <a:pt x="1756664" y="286207"/>
                </a:moveTo>
                <a:lnTo>
                  <a:pt x="1746364" y="276821"/>
                </a:lnTo>
                <a:lnTo>
                  <a:pt x="1748967" y="268884"/>
                </a:lnTo>
                <a:lnTo>
                  <a:pt x="1739900" y="255739"/>
                </a:lnTo>
                <a:lnTo>
                  <a:pt x="1742909" y="246532"/>
                </a:lnTo>
                <a:lnTo>
                  <a:pt x="1734604" y="231038"/>
                </a:lnTo>
                <a:lnTo>
                  <a:pt x="1738071" y="220421"/>
                </a:lnTo>
                <a:lnTo>
                  <a:pt x="1728444" y="209003"/>
                </a:lnTo>
                <a:lnTo>
                  <a:pt x="1705000" y="198970"/>
                </a:lnTo>
                <a:lnTo>
                  <a:pt x="1712099" y="177228"/>
                </a:lnTo>
                <a:lnTo>
                  <a:pt x="1700034" y="173278"/>
                </a:lnTo>
                <a:lnTo>
                  <a:pt x="1699488" y="174955"/>
                </a:lnTo>
                <a:lnTo>
                  <a:pt x="1690509" y="161518"/>
                </a:lnTo>
                <a:lnTo>
                  <a:pt x="1698891" y="135877"/>
                </a:lnTo>
                <a:lnTo>
                  <a:pt x="1686814" y="131927"/>
                </a:lnTo>
                <a:lnTo>
                  <a:pt x="1678165" y="158407"/>
                </a:lnTo>
                <a:lnTo>
                  <a:pt x="1669618" y="143675"/>
                </a:lnTo>
                <a:lnTo>
                  <a:pt x="1661185" y="128612"/>
                </a:lnTo>
                <a:lnTo>
                  <a:pt x="1664855" y="117348"/>
                </a:lnTo>
                <a:lnTo>
                  <a:pt x="1639074" y="114477"/>
                </a:lnTo>
                <a:lnTo>
                  <a:pt x="1614119" y="109105"/>
                </a:lnTo>
                <a:lnTo>
                  <a:pt x="1601216" y="107670"/>
                </a:lnTo>
                <a:lnTo>
                  <a:pt x="1590243" y="100380"/>
                </a:lnTo>
                <a:lnTo>
                  <a:pt x="1591335" y="97040"/>
                </a:lnTo>
                <a:lnTo>
                  <a:pt x="1587106" y="69100"/>
                </a:lnTo>
                <a:lnTo>
                  <a:pt x="1566595" y="50076"/>
                </a:lnTo>
                <a:lnTo>
                  <a:pt x="1544040" y="37325"/>
                </a:lnTo>
                <a:lnTo>
                  <a:pt x="1533664" y="28206"/>
                </a:lnTo>
                <a:lnTo>
                  <a:pt x="1521942" y="23190"/>
                </a:lnTo>
                <a:lnTo>
                  <a:pt x="1509039" y="21780"/>
                </a:lnTo>
                <a:lnTo>
                  <a:pt x="1495259" y="23063"/>
                </a:lnTo>
                <a:lnTo>
                  <a:pt x="1484299" y="15722"/>
                </a:lnTo>
                <a:lnTo>
                  <a:pt x="1471383" y="14338"/>
                </a:lnTo>
                <a:lnTo>
                  <a:pt x="1457655" y="15468"/>
                </a:lnTo>
                <a:lnTo>
                  <a:pt x="1432166" y="11709"/>
                </a:lnTo>
                <a:lnTo>
                  <a:pt x="1418767" y="11811"/>
                </a:lnTo>
                <a:lnTo>
                  <a:pt x="1393151" y="8445"/>
                </a:lnTo>
                <a:lnTo>
                  <a:pt x="1379499" y="9347"/>
                </a:lnTo>
                <a:lnTo>
                  <a:pt x="1353718" y="6451"/>
                </a:lnTo>
                <a:lnTo>
                  <a:pt x="1248943" y="0"/>
                </a:lnTo>
                <a:lnTo>
                  <a:pt x="1243482" y="16700"/>
                </a:lnTo>
                <a:lnTo>
                  <a:pt x="1229766" y="17792"/>
                </a:lnTo>
                <a:lnTo>
                  <a:pt x="1232496" y="9436"/>
                </a:lnTo>
                <a:lnTo>
                  <a:pt x="1219885" y="7162"/>
                </a:lnTo>
                <a:lnTo>
                  <a:pt x="1190218" y="97955"/>
                </a:lnTo>
                <a:lnTo>
                  <a:pt x="1171194" y="115303"/>
                </a:lnTo>
                <a:lnTo>
                  <a:pt x="1132840" y="232702"/>
                </a:lnTo>
                <a:lnTo>
                  <a:pt x="1131887" y="276517"/>
                </a:lnTo>
                <a:lnTo>
                  <a:pt x="1084072" y="422871"/>
                </a:lnTo>
                <a:lnTo>
                  <a:pt x="1083906" y="464273"/>
                </a:lnTo>
                <a:lnTo>
                  <a:pt x="1071778" y="501421"/>
                </a:lnTo>
                <a:lnTo>
                  <a:pt x="1071854" y="542036"/>
                </a:lnTo>
                <a:lnTo>
                  <a:pt x="1059649" y="579424"/>
                </a:lnTo>
                <a:lnTo>
                  <a:pt x="1059586" y="661441"/>
                </a:lnTo>
                <a:lnTo>
                  <a:pt x="1047369" y="698817"/>
                </a:lnTo>
                <a:lnTo>
                  <a:pt x="1048778" y="735393"/>
                </a:lnTo>
                <a:lnTo>
                  <a:pt x="1038123" y="768019"/>
                </a:lnTo>
                <a:lnTo>
                  <a:pt x="1039545" y="804583"/>
                </a:lnTo>
                <a:lnTo>
                  <a:pt x="1028877" y="837209"/>
                </a:lnTo>
                <a:lnTo>
                  <a:pt x="1026350" y="1008570"/>
                </a:lnTo>
                <a:lnTo>
                  <a:pt x="1003084" y="1284249"/>
                </a:lnTo>
                <a:lnTo>
                  <a:pt x="1011224" y="1341132"/>
                </a:lnTo>
                <a:lnTo>
                  <a:pt x="1003642" y="1446136"/>
                </a:lnTo>
                <a:lnTo>
                  <a:pt x="1012012" y="1502295"/>
                </a:lnTo>
                <a:lnTo>
                  <a:pt x="1008341" y="1554441"/>
                </a:lnTo>
                <a:lnTo>
                  <a:pt x="1007389" y="1598244"/>
                </a:lnTo>
                <a:lnTo>
                  <a:pt x="1018667" y="1645526"/>
                </a:lnTo>
                <a:lnTo>
                  <a:pt x="1017333" y="1731416"/>
                </a:lnTo>
                <a:lnTo>
                  <a:pt x="1020152" y="1804555"/>
                </a:lnTo>
                <a:lnTo>
                  <a:pt x="1009942" y="1794916"/>
                </a:lnTo>
                <a:lnTo>
                  <a:pt x="1011504" y="1790153"/>
                </a:lnTo>
                <a:lnTo>
                  <a:pt x="1000785" y="1782076"/>
                </a:lnTo>
                <a:lnTo>
                  <a:pt x="989952" y="1774317"/>
                </a:lnTo>
                <a:lnTo>
                  <a:pt x="985583" y="1787702"/>
                </a:lnTo>
                <a:lnTo>
                  <a:pt x="976350" y="1775053"/>
                </a:lnTo>
                <a:lnTo>
                  <a:pt x="976172" y="1775599"/>
                </a:lnTo>
                <a:lnTo>
                  <a:pt x="962596" y="1776285"/>
                </a:lnTo>
                <a:lnTo>
                  <a:pt x="970724" y="1751380"/>
                </a:lnTo>
                <a:lnTo>
                  <a:pt x="960843" y="1740738"/>
                </a:lnTo>
                <a:lnTo>
                  <a:pt x="964526" y="1729473"/>
                </a:lnTo>
                <a:lnTo>
                  <a:pt x="956081" y="1714423"/>
                </a:lnTo>
                <a:lnTo>
                  <a:pt x="959612" y="1703628"/>
                </a:lnTo>
                <a:lnTo>
                  <a:pt x="950912" y="1689354"/>
                </a:lnTo>
                <a:lnTo>
                  <a:pt x="952690" y="1683893"/>
                </a:lnTo>
                <a:lnTo>
                  <a:pt x="942047" y="1675587"/>
                </a:lnTo>
                <a:lnTo>
                  <a:pt x="943368" y="1671535"/>
                </a:lnTo>
                <a:lnTo>
                  <a:pt x="932776" y="1663065"/>
                </a:lnTo>
                <a:lnTo>
                  <a:pt x="925931" y="1643126"/>
                </a:lnTo>
                <a:lnTo>
                  <a:pt x="919695" y="1621294"/>
                </a:lnTo>
                <a:lnTo>
                  <a:pt x="912850" y="1601355"/>
                </a:lnTo>
                <a:lnTo>
                  <a:pt x="892086" y="1583118"/>
                </a:lnTo>
                <a:lnTo>
                  <a:pt x="893724" y="1578102"/>
                </a:lnTo>
                <a:lnTo>
                  <a:pt x="887399" y="1556588"/>
                </a:lnTo>
                <a:lnTo>
                  <a:pt x="868984" y="1531137"/>
                </a:lnTo>
                <a:lnTo>
                  <a:pt x="868565" y="1529689"/>
                </a:lnTo>
                <a:lnTo>
                  <a:pt x="855103" y="1532763"/>
                </a:lnTo>
                <a:lnTo>
                  <a:pt x="838708" y="1542046"/>
                </a:lnTo>
                <a:lnTo>
                  <a:pt x="836650" y="1548345"/>
                </a:lnTo>
                <a:lnTo>
                  <a:pt x="826757" y="1537703"/>
                </a:lnTo>
                <a:lnTo>
                  <a:pt x="817968" y="1523720"/>
                </a:lnTo>
                <a:lnTo>
                  <a:pt x="830783" y="1525397"/>
                </a:lnTo>
                <a:lnTo>
                  <a:pt x="843546" y="1527225"/>
                </a:lnTo>
                <a:lnTo>
                  <a:pt x="856411" y="1528737"/>
                </a:lnTo>
                <a:lnTo>
                  <a:pt x="868476" y="1529397"/>
                </a:lnTo>
                <a:lnTo>
                  <a:pt x="856322" y="1488109"/>
                </a:lnTo>
                <a:lnTo>
                  <a:pt x="842606" y="1489189"/>
                </a:lnTo>
                <a:lnTo>
                  <a:pt x="835507" y="1510944"/>
                </a:lnTo>
                <a:lnTo>
                  <a:pt x="823569" y="1506575"/>
                </a:lnTo>
                <a:lnTo>
                  <a:pt x="824522" y="1503654"/>
                </a:lnTo>
                <a:lnTo>
                  <a:pt x="815047" y="1491754"/>
                </a:lnTo>
                <a:lnTo>
                  <a:pt x="821740" y="1471269"/>
                </a:lnTo>
                <a:lnTo>
                  <a:pt x="810768" y="1463979"/>
                </a:lnTo>
                <a:lnTo>
                  <a:pt x="813638" y="1455191"/>
                </a:lnTo>
                <a:lnTo>
                  <a:pt x="802792" y="1447482"/>
                </a:lnTo>
                <a:lnTo>
                  <a:pt x="804024" y="1443723"/>
                </a:lnTo>
                <a:lnTo>
                  <a:pt x="793178" y="1436014"/>
                </a:lnTo>
                <a:lnTo>
                  <a:pt x="806729" y="1435430"/>
                </a:lnTo>
                <a:lnTo>
                  <a:pt x="808050" y="1431378"/>
                </a:lnTo>
                <a:lnTo>
                  <a:pt x="821550" y="1430959"/>
                </a:lnTo>
                <a:lnTo>
                  <a:pt x="823341" y="1425498"/>
                </a:lnTo>
                <a:lnTo>
                  <a:pt x="834580" y="1431975"/>
                </a:lnTo>
                <a:lnTo>
                  <a:pt x="826122" y="1457883"/>
                </a:lnTo>
                <a:lnTo>
                  <a:pt x="834440" y="1460601"/>
                </a:lnTo>
                <a:lnTo>
                  <a:pt x="838187" y="1461820"/>
                </a:lnTo>
                <a:lnTo>
                  <a:pt x="843457" y="1445691"/>
                </a:lnTo>
                <a:lnTo>
                  <a:pt x="835609" y="1428813"/>
                </a:lnTo>
                <a:lnTo>
                  <a:pt x="827252" y="1413497"/>
                </a:lnTo>
                <a:lnTo>
                  <a:pt x="819467" y="1396453"/>
                </a:lnTo>
                <a:lnTo>
                  <a:pt x="823290" y="1384744"/>
                </a:lnTo>
                <a:lnTo>
                  <a:pt x="813079" y="1375117"/>
                </a:lnTo>
                <a:lnTo>
                  <a:pt x="813955" y="1372438"/>
                </a:lnTo>
                <a:lnTo>
                  <a:pt x="801331" y="1370164"/>
                </a:lnTo>
                <a:lnTo>
                  <a:pt x="790943" y="1401953"/>
                </a:lnTo>
                <a:lnTo>
                  <a:pt x="781799" y="1389049"/>
                </a:lnTo>
                <a:lnTo>
                  <a:pt x="789711" y="1364843"/>
                </a:lnTo>
                <a:lnTo>
                  <a:pt x="806246" y="1355115"/>
                </a:lnTo>
                <a:lnTo>
                  <a:pt x="807339" y="1351762"/>
                </a:lnTo>
                <a:lnTo>
                  <a:pt x="797458" y="1341132"/>
                </a:lnTo>
                <a:lnTo>
                  <a:pt x="794727" y="1349489"/>
                </a:lnTo>
                <a:lnTo>
                  <a:pt x="778281" y="1358938"/>
                </a:lnTo>
                <a:lnTo>
                  <a:pt x="764565" y="1360004"/>
                </a:lnTo>
                <a:lnTo>
                  <a:pt x="765657" y="1356664"/>
                </a:lnTo>
                <a:lnTo>
                  <a:pt x="754138" y="1351051"/>
                </a:lnTo>
                <a:lnTo>
                  <a:pt x="767842" y="1349971"/>
                </a:lnTo>
                <a:lnTo>
                  <a:pt x="768946" y="1346631"/>
                </a:lnTo>
                <a:lnTo>
                  <a:pt x="782650" y="1345552"/>
                </a:lnTo>
                <a:lnTo>
                  <a:pt x="790308" y="1322133"/>
                </a:lnTo>
                <a:lnTo>
                  <a:pt x="785228" y="1296771"/>
                </a:lnTo>
                <a:lnTo>
                  <a:pt x="776732" y="1281887"/>
                </a:lnTo>
                <a:lnTo>
                  <a:pt x="768223" y="1267002"/>
                </a:lnTo>
                <a:lnTo>
                  <a:pt x="763612" y="1240243"/>
                </a:lnTo>
                <a:lnTo>
                  <a:pt x="747382" y="1208125"/>
                </a:lnTo>
                <a:lnTo>
                  <a:pt x="734809" y="1246606"/>
                </a:lnTo>
                <a:lnTo>
                  <a:pt x="724789" y="1236383"/>
                </a:lnTo>
                <a:lnTo>
                  <a:pt x="726846" y="1230109"/>
                </a:lnTo>
                <a:lnTo>
                  <a:pt x="716813" y="1219898"/>
                </a:lnTo>
                <a:lnTo>
                  <a:pt x="721347" y="1206042"/>
                </a:lnTo>
                <a:lnTo>
                  <a:pt x="711847" y="1194206"/>
                </a:lnTo>
                <a:lnTo>
                  <a:pt x="717727" y="1176223"/>
                </a:lnTo>
                <a:lnTo>
                  <a:pt x="702919" y="1180642"/>
                </a:lnTo>
                <a:lnTo>
                  <a:pt x="703605" y="1178547"/>
                </a:lnTo>
                <a:lnTo>
                  <a:pt x="691108" y="1175905"/>
                </a:lnTo>
                <a:lnTo>
                  <a:pt x="694105" y="1166710"/>
                </a:lnTo>
                <a:lnTo>
                  <a:pt x="710438" y="1157630"/>
                </a:lnTo>
                <a:lnTo>
                  <a:pt x="714895" y="1143990"/>
                </a:lnTo>
                <a:lnTo>
                  <a:pt x="707796" y="1124826"/>
                </a:lnTo>
                <a:lnTo>
                  <a:pt x="694664" y="1164983"/>
                </a:lnTo>
                <a:lnTo>
                  <a:pt x="682599" y="1161046"/>
                </a:lnTo>
                <a:lnTo>
                  <a:pt x="701497" y="1103185"/>
                </a:lnTo>
                <a:lnTo>
                  <a:pt x="694118" y="1084897"/>
                </a:lnTo>
                <a:lnTo>
                  <a:pt x="686574" y="1067066"/>
                </a:lnTo>
                <a:lnTo>
                  <a:pt x="681405" y="1054849"/>
                </a:lnTo>
                <a:lnTo>
                  <a:pt x="681405" y="1082890"/>
                </a:lnTo>
                <a:lnTo>
                  <a:pt x="679221" y="1089583"/>
                </a:lnTo>
                <a:lnTo>
                  <a:pt x="665518" y="1090650"/>
                </a:lnTo>
                <a:lnTo>
                  <a:pt x="653440" y="1086713"/>
                </a:lnTo>
                <a:lnTo>
                  <a:pt x="658291" y="1071867"/>
                </a:lnTo>
                <a:lnTo>
                  <a:pt x="648538" y="1060831"/>
                </a:lnTo>
                <a:lnTo>
                  <a:pt x="651205" y="1052664"/>
                </a:lnTo>
                <a:lnTo>
                  <a:pt x="661365" y="1062456"/>
                </a:lnTo>
                <a:lnTo>
                  <a:pt x="672592" y="1069009"/>
                </a:lnTo>
                <a:lnTo>
                  <a:pt x="670979" y="1073924"/>
                </a:lnTo>
                <a:lnTo>
                  <a:pt x="681405" y="1082890"/>
                </a:lnTo>
                <a:lnTo>
                  <a:pt x="681405" y="1054849"/>
                </a:lnTo>
                <a:lnTo>
                  <a:pt x="679043" y="1049248"/>
                </a:lnTo>
                <a:lnTo>
                  <a:pt x="663346" y="1015479"/>
                </a:lnTo>
                <a:lnTo>
                  <a:pt x="646734" y="984542"/>
                </a:lnTo>
                <a:lnTo>
                  <a:pt x="645083" y="989609"/>
                </a:lnTo>
                <a:lnTo>
                  <a:pt x="631253" y="991057"/>
                </a:lnTo>
                <a:lnTo>
                  <a:pt x="629285" y="997064"/>
                </a:lnTo>
                <a:lnTo>
                  <a:pt x="614946" y="1000074"/>
                </a:lnTo>
                <a:lnTo>
                  <a:pt x="631926" y="948080"/>
                </a:lnTo>
                <a:lnTo>
                  <a:pt x="631037" y="947343"/>
                </a:lnTo>
                <a:lnTo>
                  <a:pt x="621449" y="939253"/>
                </a:lnTo>
                <a:lnTo>
                  <a:pt x="625830" y="925868"/>
                </a:lnTo>
                <a:lnTo>
                  <a:pt x="603326" y="912952"/>
                </a:lnTo>
                <a:lnTo>
                  <a:pt x="592074" y="906500"/>
                </a:lnTo>
                <a:lnTo>
                  <a:pt x="595617" y="895629"/>
                </a:lnTo>
                <a:lnTo>
                  <a:pt x="585736" y="884999"/>
                </a:lnTo>
                <a:lnTo>
                  <a:pt x="586828" y="881646"/>
                </a:lnTo>
                <a:lnTo>
                  <a:pt x="573659" y="881049"/>
                </a:lnTo>
                <a:lnTo>
                  <a:pt x="579628" y="862774"/>
                </a:lnTo>
                <a:lnTo>
                  <a:pt x="570407" y="850125"/>
                </a:lnTo>
                <a:lnTo>
                  <a:pt x="572935" y="842365"/>
                </a:lnTo>
                <a:lnTo>
                  <a:pt x="586778" y="840892"/>
                </a:lnTo>
                <a:lnTo>
                  <a:pt x="588962" y="834212"/>
                </a:lnTo>
                <a:lnTo>
                  <a:pt x="574713" y="836955"/>
                </a:lnTo>
                <a:lnTo>
                  <a:pt x="573062" y="841971"/>
                </a:lnTo>
                <a:lnTo>
                  <a:pt x="558812" y="844727"/>
                </a:lnTo>
                <a:lnTo>
                  <a:pt x="572477" y="802894"/>
                </a:lnTo>
                <a:lnTo>
                  <a:pt x="559473" y="801801"/>
                </a:lnTo>
                <a:lnTo>
                  <a:pt x="558279" y="805434"/>
                </a:lnTo>
                <a:lnTo>
                  <a:pt x="544715" y="806069"/>
                </a:lnTo>
                <a:lnTo>
                  <a:pt x="551065" y="786650"/>
                </a:lnTo>
                <a:lnTo>
                  <a:pt x="545553" y="762622"/>
                </a:lnTo>
                <a:lnTo>
                  <a:pt x="535025" y="753922"/>
                </a:lnTo>
                <a:lnTo>
                  <a:pt x="537933" y="745032"/>
                </a:lnTo>
                <a:lnTo>
                  <a:pt x="527418" y="736333"/>
                </a:lnTo>
                <a:lnTo>
                  <a:pt x="529056" y="731329"/>
                </a:lnTo>
                <a:lnTo>
                  <a:pt x="542226" y="731913"/>
                </a:lnTo>
                <a:lnTo>
                  <a:pt x="531609" y="723519"/>
                </a:lnTo>
                <a:lnTo>
                  <a:pt x="520992" y="715111"/>
                </a:lnTo>
                <a:lnTo>
                  <a:pt x="501243" y="693762"/>
                </a:lnTo>
                <a:lnTo>
                  <a:pt x="482625" y="668959"/>
                </a:lnTo>
                <a:lnTo>
                  <a:pt x="476846" y="645756"/>
                </a:lnTo>
                <a:lnTo>
                  <a:pt x="480225" y="635406"/>
                </a:lnTo>
                <a:lnTo>
                  <a:pt x="469696" y="626757"/>
                </a:lnTo>
                <a:lnTo>
                  <a:pt x="457923" y="621868"/>
                </a:lnTo>
                <a:lnTo>
                  <a:pt x="445541" y="618871"/>
                </a:lnTo>
                <a:lnTo>
                  <a:pt x="433120" y="616013"/>
                </a:lnTo>
                <a:lnTo>
                  <a:pt x="421817" y="609727"/>
                </a:lnTo>
                <a:lnTo>
                  <a:pt x="411937" y="599033"/>
                </a:lnTo>
                <a:lnTo>
                  <a:pt x="416433" y="585292"/>
                </a:lnTo>
                <a:lnTo>
                  <a:pt x="429602" y="585876"/>
                </a:lnTo>
                <a:lnTo>
                  <a:pt x="418172" y="579958"/>
                </a:lnTo>
                <a:lnTo>
                  <a:pt x="394919" y="569341"/>
                </a:lnTo>
                <a:lnTo>
                  <a:pt x="395566" y="567359"/>
                </a:lnTo>
                <a:lnTo>
                  <a:pt x="373913" y="551840"/>
                </a:lnTo>
                <a:lnTo>
                  <a:pt x="326517" y="533349"/>
                </a:lnTo>
                <a:lnTo>
                  <a:pt x="275628" y="525513"/>
                </a:lnTo>
                <a:lnTo>
                  <a:pt x="236207" y="523519"/>
                </a:lnTo>
                <a:lnTo>
                  <a:pt x="222732" y="523862"/>
                </a:lnTo>
                <a:lnTo>
                  <a:pt x="184556" y="518007"/>
                </a:lnTo>
                <a:lnTo>
                  <a:pt x="158610" y="515645"/>
                </a:lnTo>
                <a:lnTo>
                  <a:pt x="132765" y="512953"/>
                </a:lnTo>
                <a:lnTo>
                  <a:pt x="106984" y="510108"/>
                </a:lnTo>
                <a:lnTo>
                  <a:pt x="93941" y="509117"/>
                </a:lnTo>
                <a:lnTo>
                  <a:pt x="80441" y="509549"/>
                </a:lnTo>
                <a:lnTo>
                  <a:pt x="78295" y="516102"/>
                </a:lnTo>
                <a:lnTo>
                  <a:pt x="63106" y="521703"/>
                </a:lnTo>
                <a:lnTo>
                  <a:pt x="16281" y="665060"/>
                </a:lnTo>
                <a:lnTo>
                  <a:pt x="9194" y="850328"/>
                </a:lnTo>
                <a:lnTo>
                  <a:pt x="0" y="1001166"/>
                </a:lnTo>
                <a:lnTo>
                  <a:pt x="9169" y="1054900"/>
                </a:lnTo>
                <a:lnTo>
                  <a:pt x="6210" y="1104861"/>
                </a:lnTo>
                <a:lnTo>
                  <a:pt x="14744" y="1160538"/>
                </a:lnTo>
                <a:lnTo>
                  <a:pt x="11150" y="1212418"/>
                </a:lnTo>
                <a:lnTo>
                  <a:pt x="19634" y="1268247"/>
                </a:lnTo>
                <a:lnTo>
                  <a:pt x="16090" y="1319987"/>
                </a:lnTo>
                <a:lnTo>
                  <a:pt x="24714" y="1375397"/>
                </a:lnTo>
                <a:lnTo>
                  <a:pt x="21399" y="1426438"/>
                </a:lnTo>
                <a:lnTo>
                  <a:pt x="47447" y="1592097"/>
                </a:lnTo>
                <a:lnTo>
                  <a:pt x="44170" y="1643024"/>
                </a:lnTo>
                <a:lnTo>
                  <a:pt x="61836" y="1752549"/>
                </a:lnTo>
                <a:lnTo>
                  <a:pt x="72974" y="1800225"/>
                </a:lnTo>
                <a:lnTo>
                  <a:pt x="72237" y="1843405"/>
                </a:lnTo>
                <a:lnTo>
                  <a:pt x="106540" y="1983778"/>
                </a:lnTo>
                <a:lnTo>
                  <a:pt x="110451" y="2053564"/>
                </a:lnTo>
                <a:lnTo>
                  <a:pt x="124383" y="2092718"/>
                </a:lnTo>
                <a:lnTo>
                  <a:pt x="126453" y="2127300"/>
                </a:lnTo>
                <a:lnTo>
                  <a:pt x="194360" y="2410180"/>
                </a:lnTo>
                <a:lnTo>
                  <a:pt x="209334" y="2446159"/>
                </a:lnTo>
                <a:lnTo>
                  <a:pt x="556717" y="2446147"/>
                </a:lnTo>
                <a:lnTo>
                  <a:pt x="547331" y="2433955"/>
                </a:lnTo>
                <a:lnTo>
                  <a:pt x="540931" y="2412682"/>
                </a:lnTo>
                <a:lnTo>
                  <a:pt x="542569" y="2407653"/>
                </a:lnTo>
                <a:lnTo>
                  <a:pt x="534593" y="2391168"/>
                </a:lnTo>
                <a:lnTo>
                  <a:pt x="542785" y="2366073"/>
                </a:lnTo>
                <a:lnTo>
                  <a:pt x="534822" y="2349576"/>
                </a:lnTo>
                <a:lnTo>
                  <a:pt x="538416" y="2338578"/>
                </a:lnTo>
                <a:lnTo>
                  <a:pt x="530987" y="2326144"/>
                </a:lnTo>
                <a:lnTo>
                  <a:pt x="530987" y="2361298"/>
                </a:lnTo>
                <a:lnTo>
                  <a:pt x="514540" y="2370734"/>
                </a:lnTo>
                <a:lnTo>
                  <a:pt x="512356" y="2377427"/>
                </a:lnTo>
                <a:lnTo>
                  <a:pt x="502526" y="2366632"/>
                </a:lnTo>
                <a:lnTo>
                  <a:pt x="507822" y="2350427"/>
                </a:lnTo>
                <a:lnTo>
                  <a:pt x="522744" y="2345639"/>
                </a:lnTo>
                <a:lnTo>
                  <a:pt x="520560" y="2352332"/>
                </a:lnTo>
                <a:lnTo>
                  <a:pt x="530987" y="2361298"/>
                </a:lnTo>
                <a:lnTo>
                  <a:pt x="530987" y="2326144"/>
                </a:lnTo>
                <a:lnTo>
                  <a:pt x="529780" y="2324112"/>
                </a:lnTo>
                <a:lnTo>
                  <a:pt x="533120" y="2313876"/>
                </a:lnTo>
                <a:lnTo>
                  <a:pt x="524332" y="2299868"/>
                </a:lnTo>
                <a:lnTo>
                  <a:pt x="521690" y="2267064"/>
                </a:lnTo>
                <a:lnTo>
                  <a:pt x="504329" y="2197519"/>
                </a:lnTo>
                <a:lnTo>
                  <a:pt x="489610" y="2160765"/>
                </a:lnTo>
                <a:lnTo>
                  <a:pt x="479450" y="2069185"/>
                </a:lnTo>
                <a:lnTo>
                  <a:pt x="464235" y="2033981"/>
                </a:lnTo>
                <a:lnTo>
                  <a:pt x="450380" y="1912810"/>
                </a:lnTo>
                <a:lnTo>
                  <a:pt x="447230" y="1881517"/>
                </a:lnTo>
                <a:lnTo>
                  <a:pt x="428675" y="1815630"/>
                </a:lnTo>
                <a:lnTo>
                  <a:pt x="425538" y="1784350"/>
                </a:lnTo>
                <a:lnTo>
                  <a:pt x="414782" y="1735467"/>
                </a:lnTo>
                <a:lnTo>
                  <a:pt x="416102" y="1690535"/>
                </a:lnTo>
                <a:lnTo>
                  <a:pt x="404482" y="1603425"/>
                </a:lnTo>
                <a:lnTo>
                  <a:pt x="397738" y="1583169"/>
                </a:lnTo>
                <a:lnTo>
                  <a:pt x="396316" y="1546606"/>
                </a:lnTo>
                <a:lnTo>
                  <a:pt x="401650" y="1530286"/>
                </a:lnTo>
                <a:lnTo>
                  <a:pt x="414388" y="1573098"/>
                </a:lnTo>
                <a:lnTo>
                  <a:pt x="420878" y="1594116"/>
                </a:lnTo>
                <a:lnTo>
                  <a:pt x="427532" y="1614652"/>
                </a:lnTo>
                <a:lnTo>
                  <a:pt x="445452" y="1641602"/>
                </a:lnTo>
                <a:lnTo>
                  <a:pt x="451243" y="1664754"/>
                </a:lnTo>
                <a:lnTo>
                  <a:pt x="457149" y="1687601"/>
                </a:lnTo>
                <a:lnTo>
                  <a:pt x="475373" y="1713598"/>
                </a:lnTo>
                <a:lnTo>
                  <a:pt x="488124" y="1756333"/>
                </a:lnTo>
                <a:lnTo>
                  <a:pt x="563346" y="1894166"/>
                </a:lnTo>
                <a:lnTo>
                  <a:pt x="596125" y="1957412"/>
                </a:lnTo>
                <a:lnTo>
                  <a:pt x="612648" y="1988642"/>
                </a:lnTo>
                <a:lnTo>
                  <a:pt x="629323" y="2019401"/>
                </a:lnTo>
                <a:lnTo>
                  <a:pt x="657834" y="2054783"/>
                </a:lnTo>
                <a:lnTo>
                  <a:pt x="674446" y="2085759"/>
                </a:lnTo>
                <a:lnTo>
                  <a:pt x="703224" y="2120354"/>
                </a:lnTo>
                <a:lnTo>
                  <a:pt x="728370" y="2166074"/>
                </a:lnTo>
                <a:lnTo>
                  <a:pt x="736815" y="2181123"/>
                </a:lnTo>
                <a:lnTo>
                  <a:pt x="745363" y="2195855"/>
                </a:lnTo>
                <a:lnTo>
                  <a:pt x="754062" y="2210130"/>
                </a:lnTo>
                <a:lnTo>
                  <a:pt x="784720" y="2238946"/>
                </a:lnTo>
                <a:lnTo>
                  <a:pt x="803630" y="2262886"/>
                </a:lnTo>
                <a:lnTo>
                  <a:pt x="822731" y="2286203"/>
                </a:lnTo>
                <a:lnTo>
                  <a:pt x="841946" y="2309203"/>
                </a:lnTo>
                <a:lnTo>
                  <a:pt x="863244" y="2325763"/>
                </a:lnTo>
                <a:lnTo>
                  <a:pt x="872693" y="2337752"/>
                </a:lnTo>
                <a:lnTo>
                  <a:pt x="894613" y="2352446"/>
                </a:lnTo>
                <a:lnTo>
                  <a:pt x="905078" y="2361298"/>
                </a:lnTo>
                <a:lnTo>
                  <a:pt x="928357" y="2371852"/>
                </a:lnTo>
                <a:lnTo>
                  <a:pt x="940066" y="2376894"/>
                </a:lnTo>
                <a:lnTo>
                  <a:pt x="964057" y="2385250"/>
                </a:lnTo>
                <a:lnTo>
                  <a:pt x="975880" y="2389987"/>
                </a:lnTo>
                <a:lnTo>
                  <a:pt x="987945" y="2393924"/>
                </a:lnTo>
                <a:lnTo>
                  <a:pt x="989037" y="2390584"/>
                </a:lnTo>
                <a:lnTo>
                  <a:pt x="1004379" y="2384539"/>
                </a:lnTo>
                <a:lnTo>
                  <a:pt x="1019606" y="2378811"/>
                </a:lnTo>
                <a:lnTo>
                  <a:pt x="1046708" y="2377656"/>
                </a:lnTo>
                <a:lnTo>
                  <a:pt x="1061427" y="2373490"/>
                </a:lnTo>
                <a:lnTo>
                  <a:pt x="1104519" y="2364257"/>
                </a:lnTo>
                <a:lnTo>
                  <a:pt x="1148753" y="2351570"/>
                </a:lnTo>
                <a:lnTo>
                  <a:pt x="1193596" y="2336990"/>
                </a:lnTo>
                <a:lnTo>
                  <a:pt x="1238542" y="2322106"/>
                </a:lnTo>
                <a:lnTo>
                  <a:pt x="1238783" y="2321369"/>
                </a:lnTo>
                <a:lnTo>
                  <a:pt x="1250950" y="2325014"/>
                </a:lnTo>
                <a:lnTo>
                  <a:pt x="1263218" y="2328354"/>
                </a:lnTo>
                <a:lnTo>
                  <a:pt x="1263777" y="2326652"/>
                </a:lnTo>
                <a:lnTo>
                  <a:pt x="1277264" y="2326259"/>
                </a:lnTo>
                <a:lnTo>
                  <a:pt x="1278991" y="2320975"/>
                </a:lnTo>
                <a:lnTo>
                  <a:pt x="1292987" y="2319020"/>
                </a:lnTo>
                <a:lnTo>
                  <a:pt x="1295019" y="2312797"/>
                </a:lnTo>
                <a:lnTo>
                  <a:pt x="1325079" y="2302586"/>
                </a:lnTo>
                <a:lnTo>
                  <a:pt x="1373517" y="2276995"/>
                </a:lnTo>
                <a:lnTo>
                  <a:pt x="1391500" y="2262848"/>
                </a:lnTo>
                <a:lnTo>
                  <a:pt x="1422120" y="2250922"/>
                </a:lnTo>
                <a:lnTo>
                  <a:pt x="1440967" y="2234107"/>
                </a:lnTo>
                <a:lnTo>
                  <a:pt x="1460855" y="2214156"/>
                </a:lnTo>
                <a:lnTo>
                  <a:pt x="1512570" y="2055850"/>
                </a:lnTo>
                <a:lnTo>
                  <a:pt x="1506423" y="2033765"/>
                </a:lnTo>
                <a:lnTo>
                  <a:pt x="1515160" y="2007006"/>
                </a:lnTo>
                <a:lnTo>
                  <a:pt x="1528330" y="2007590"/>
                </a:lnTo>
                <a:lnTo>
                  <a:pt x="1517269" y="2000542"/>
                </a:lnTo>
                <a:lnTo>
                  <a:pt x="1507401" y="1989874"/>
                </a:lnTo>
                <a:lnTo>
                  <a:pt x="1520037" y="1951189"/>
                </a:lnTo>
                <a:lnTo>
                  <a:pt x="1514614" y="1926882"/>
                </a:lnTo>
                <a:lnTo>
                  <a:pt x="1509344" y="1902104"/>
                </a:lnTo>
                <a:lnTo>
                  <a:pt x="1516253" y="1880958"/>
                </a:lnTo>
                <a:lnTo>
                  <a:pt x="1511147" y="1855711"/>
                </a:lnTo>
                <a:lnTo>
                  <a:pt x="1517154" y="1837321"/>
                </a:lnTo>
                <a:lnTo>
                  <a:pt x="1525955" y="1851291"/>
                </a:lnTo>
                <a:lnTo>
                  <a:pt x="1526501" y="1849628"/>
                </a:lnTo>
                <a:lnTo>
                  <a:pt x="1539113" y="1851888"/>
                </a:lnTo>
                <a:lnTo>
                  <a:pt x="1533055" y="1759597"/>
                </a:lnTo>
                <a:lnTo>
                  <a:pt x="1533055" y="1829536"/>
                </a:lnTo>
                <a:lnTo>
                  <a:pt x="1532509" y="1831213"/>
                </a:lnTo>
                <a:lnTo>
                  <a:pt x="1519885" y="1828952"/>
                </a:lnTo>
                <a:lnTo>
                  <a:pt x="1524215" y="1815719"/>
                </a:lnTo>
                <a:lnTo>
                  <a:pt x="1523695" y="1796859"/>
                </a:lnTo>
                <a:lnTo>
                  <a:pt x="1525409" y="1812061"/>
                </a:lnTo>
                <a:lnTo>
                  <a:pt x="1533055" y="1829536"/>
                </a:lnTo>
                <a:lnTo>
                  <a:pt x="1533055" y="1759597"/>
                </a:lnTo>
                <a:lnTo>
                  <a:pt x="1532407" y="1749729"/>
                </a:lnTo>
                <a:lnTo>
                  <a:pt x="1542249" y="1719605"/>
                </a:lnTo>
                <a:lnTo>
                  <a:pt x="1530172" y="1715655"/>
                </a:lnTo>
                <a:lnTo>
                  <a:pt x="1527492" y="1723872"/>
                </a:lnTo>
                <a:lnTo>
                  <a:pt x="1527492" y="1764766"/>
                </a:lnTo>
                <a:lnTo>
                  <a:pt x="1523174" y="1778000"/>
                </a:lnTo>
                <a:lnTo>
                  <a:pt x="1516519" y="1757476"/>
                </a:lnTo>
                <a:lnTo>
                  <a:pt x="1517611" y="1754136"/>
                </a:lnTo>
                <a:lnTo>
                  <a:pt x="1527492" y="1764766"/>
                </a:lnTo>
                <a:lnTo>
                  <a:pt x="1527492" y="1723872"/>
                </a:lnTo>
                <a:lnTo>
                  <a:pt x="1526349" y="1727365"/>
                </a:lnTo>
                <a:lnTo>
                  <a:pt x="1509471" y="1697266"/>
                </a:lnTo>
                <a:lnTo>
                  <a:pt x="1505572" y="1668297"/>
                </a:lnTo>
                <a:lnTo>
                  <a:pt x="1516367" y="1635252"/>
                </a:lnTo>
                <a:lnTo>
                  <a:pt x="1526260" y="1645869"/>
                </a:lnTo>
                <a:lnTo>
                  <a:pt x="1534121" y="1621790"/>
                </a:lnTo>
                <a:lnTo>
                  <a:pt x="1529143" y="1596123"/>
                </a:lnTo>
                <a:lnTo>
                  <a:pt x="1522387" y="1578038"/>
                </a:lnTo>
                <a:lnTo>
                  <a:pt x="1522387" y="1616837"/>
                </a:lnTo>
                <a:lnTo>
                  <a:pt x="1509217" y="1616227"/>
                </a:lnTo>
                <a:lnTo>
                  <a:pt x="1516253" y="1594688"/>
                </a:lnTo>
                <a:lnTo>
                  <a:pt x="1522387" y="1616837"/>
                </a:lnTo>
                <a:lnTo>
                  <a:pt x="1522387" y="1578038"/>
                </a:lnTo>
                <a:lnTo>
                  <a:pt x="1522018" y="1577047"/>
                </a:lnTo>
                <a:lnTo>
                  <a:pt x="1513649" y="1570583"/>
                </a:lnTo>
                <a:lnTo>
                  <a:pt x="1513649" y="1578800"/>
                </a:lnTo>
                <a:lnTo>
                  <a:pt x="1508620" y="1577162"/>
                </a:lnTo>
                <a:lnTo>
                  <a:pt x="1508074" y="1578825"/>
                </a:lnTo>
                <a:lnTo>
                  <a:pt x="1497101" y="1571536"/>
                </a:lnTo>
                <a:lnTo>
                  <a:pt x="1497647" y="1569872"/>
                </a:lnTo>
                <a:lnTo>
                  <a:pt x="1509306" y="1575066"/>
                </a:lnTo>
                <a:lnTo>
                  <a:pt x="1513649" y="1578800"/>
                </a:lnTo>
                <a:lnTo>
                  <a:pt x="1513649" y="1570583"/>
                </a:lnTo>
                <a:lnTo>
                  <a:pt x="1511350" y="1568792"/>
                </a:lnTo>
                <a:lnTo>
                  <a:pt x="1502232" y="1555813"/>
                </a:lnTo>
                <a:lnTo>
                  <a:pt x="1511300" y="1528038"/>
                </a:lnTo>
                <a:lnTo>
                  <a:pt x="1500873" y="1519085"/>
                </a:lnTo>
                <a:lnTo>
                  <a:pt x="1501419" y="1517408"/>
                </a:lnTo>
                <a:lnTo>
                  <a:pt x="1491792" y="1505991"/>
                </a:lnTo>
                <a:lnTo>
                  <a:pt x="1496263" y="1492288"/>
                </a:lnTo>
                <a:lnTo>
                  <a:pt x="1486014" y="1482750"/>
                </a:lnTo>
                <a:lnTo>
                  <a:pt x="1500276" y="1480007"/>
                </a:lnTo>
                <a:lnTo>
                  <a:pt x="1505915" y="1462747"/>
                </a:lnTo>
                <a:lnTo>
                  <a:pt x="1517815" y="1467218"/>
                </a:lnTo>
                <a:lnTo>
                  <a:pt x="1507807" y="1456944"/>
                </a:lnTo>
                <a:lnTo>
                  <a:pt x="1497901" y="1446377"/>
                </a:lnTo>
                <a:lnTo>
                  <a:pt x="1500276" y="1439100"/>
                </a:lnTo>
                <a:lnTo>
                  <a:pt x="1490891" y="1426946"/>
                </a:lnTo>
                <a:lnTo>
                  <a:pt x="1493431" y="1419161"/>
                </a:lnTo>
                <a:lnTo>
                  <a:pt x="1510804" y="1406893"/>
                </a:lnTo>
                <a:lnTo>
                  <a:pt x="1516621" y="1389062"/>
                </a:lnTo>
                <a:lnTo>
                  <a:pt x="1506258" y="1379905"/>
                </a:lnTo>
                <a:lnTo>
                  <a:pt x="1509471" y="1370063"/>
                </a:lnTo>
                <a:lnTo>
                  <a:pt x="1498498" y="1362773"/>
                </a:lnTo>
                <a:lnTo>
                  <a:pt x="1487957" y="1354124"/>
                </a:lnTo>
                <a:lnTo>
                  <a:pt x="1503908" y="1305306"/>
                </a:lnTo>
                <a:lnTo>
                  <a:pt x="1514182" y="1314729"/>
                </a:lnTo>
                <a:lnTo>
                  <a:pt x="1528000" y="1272438"/>
                </a:lnTo>
                <a:lnTo>
                  <a:pt x="1522082" y="1249667"/>
                </a:lnTo>
                <a:lnTo>
                  <a:pt x="1528229" y="1230845"/>
                </a:lnTo>
                <a:lnTo>
                  <a:pt x="1522310" y="1208087"/>
                </a:lnTo>
                <a:lnTo>
                  <a:pt x="1514246" y="1232763"/>
                </a:lnTo>
                <a:lnTo>
                  <a:pt x="1502714" y="1227137"/>
                </a:lnTo>
                <a:lnTo>
                  <a:pt x="1506423" y="1215796"/>
                </a:lnTo>
                <a:lnTo>
                  <a:pt x="1496517" y="1205217"/>
                </a:lnTo>
                <a:lnTo>
                  <a:pt x="1525511" y="1116469"/>
                </a:lnTo>
                <a:lnTo>
                  <a:pt x="1517434" y="1141222"/>
                </a:lnTo>
                <a:lnTo>
                  <a:pt x="1527314" y="1151851"/>
                </a:lnTo>
                <a:lnTo>
                  <a:pt x="1531543" y="1138923"/>
                </a:lnTo>
                <a:lnTo>
                  <a:pt x="1526374" y="1113840"/>
                </a:lnTo>
                <a:lnTo>
                  <a:pt x="1541894" y="1066330"/>
                </a:lnTo>
                <a:lnTo>
                  <a:pt x="1531937" y="1055928"/>
                </a:lnTo>
                <a:lnTo>
                  <a:pt x="1545805" y="1013472"/>
                </a:lnTo>
                <a:lnTo>
                  <a:pt x="1532089" y="1014552"/>
                </a:lnTo>
                <a:lnTo>
                  <a:pt x="1531543" y="1016228"/>
                </a:lnTo>
                <a:lnTo>
                  <a:pt x="1518373" y="1015631"/>
                </a:lnTo>
                <a:lnTo>
                  <a:pt x="1526679" y="990219"/>
                </a:lnTo>
                <a:lnTo>
                  <a:pt x="1756664" y="286207"/>
                </a:lnTo>
                <a:close/>
              </a:path>
              <a:path w="2118994" h="2446654">
                <a:moveTo>
                  <a:pt x="1838693" y="518528"/>
                </a:moveTo>
                <a:lnTo>
                  <a:pt x="1837575" y="516305"/>
                </a:lnTo>
                <a:lnTo>
                  <a:pt x="1835899" y="515759"/>
                </a:lnTo>
                <a:lnTo>
                  <a:pt x="1837029" y="517982"/>
                </a:lnTo>
                <a:lnTo>
                  <a:pt x="1838693" y="518528"/>
                </a:lnTo>
                <a:close/>
              </a:path>
              <a:path w="2118994" h="2446654">
                <a:moveTo>
                  <a:pt x="2118753" y="1222692"/>
                </a:moveTo>
                <a:lnTo>
                  <a:pt x="2118182" y="406501"/>
                </a:lnTo>
                <a:lnTo>
                  <a:pt x="2118017" y="161632"/>
                </a:lnTo>
                <a:lnTo>
                  <a:pt x="2105901" y="198716"/>
                </a:lnTo>
                <a:lnTo>
                  <a:pt x="2105736" y="240118"/>
                </a:lnTo>
                <a:lnTo>
                  <a:pt x="2093442" y="277736"/>
                </a:lnTo>
                <a:lnTo>
                  <a:pt x="2089505" y="330682"/>
                </a:lnTo>
                <a:lnTo>
                  <a:pt x="2073579" y="379450"/>
                </a:lnTo>
                <a:lnTo>
                  <a:pt x="2069744" y="432092"/>
                </a:lnTo>
                <a:lnTo>
                  <a:pt x="2053805" y="480860"/>
                </a:lnTo>
                <a:lnTo>
                  <a:pt x="2049868" y="533819"/>
                </a:lnTo>
                <a:lnTo>
                  <a:pt x="2028215" y="600113"/>
                </a:lnTo>
                <a:lnTo>
                  <a:pt x="2018220" y="671601"/>
                </a:lnTo>
                <a:lnTo>
                  <a:pt x="1989302" y="801014"/>
                </a:lnTo>
                <a:lnTo>
                  <a:pt x="1988210" y="804367"/>
                </a:lnTo>
                <a:lnTo>
                  <a:pt x="1979739" y="789393"/>
                </a:lnTo>
                <a:lnTo>
                  <a:pt x="1971167" y="774725"/>
                </a:lnTo>
                <a:lnTo>
                  <a:pt x="1950529" y="756119"/>
                </a:lnTo>
                <a:lnTo>
                  <a:pt x="1942058" y="741146"/>
                </a:lnTo>
                <a:lnTo>
                  <a:pt x="1937753" y="754316"/>
                </a:lnTo>
                <a:lnTo>
                  <a:pt x="1948103" y="763524"/>
                </a:lnTo>
                <a:lnTo>
                  <a:pt x="1945932" y="770191"/>
                </a:lnTo>
                <a:lnTo>
                  <a:pt x="1934997" y="762762"/>
                </a:lnTo>
                <a:lnTo>
                  <a:pt x="1935975" y="759764"/>
                </a:lnTo>
                <a:lnTo>
                  <a:pt x="1924786" y="753122"/>
                </a:lnTo>
                <a:lnTo>
                  <a:pt x="1913534" y="746645"/>
                </a:lnTo>
                <a:lnTo>
                  <a:pt x="1926767" y="747026"/>
                </a:lnTo>
                <a:lnTo>
                  <a:pt x="1929307" y="739292"/>
                </a:lnTo>
                <a:lnTo>
                  <a:pt x="1943150" y="737806"/>
                </a:lnTo>
                <a:lnTo>
                  <a:pt x="1935086" y="721575"/>
                </a:lnTo>
                <a:lnTo>
                  <a:pt x="1926932" y="705650"/>
                </a:lnTo>
                <a:lnTo>
                  <a:pt x="1918766" y="689737"/>
                </a:lnTo>
                <a:lnTo>
                  <a:pt x="1908708" y="679653"/>
                </a:lnTo>
                <a:lnTo>
                  <a:pt x="1898637" y="669569"/>
                </a:lnTo>
                <a:lnTo>
                  <a:pt x="1894713" y="681558"/>
                </a:lnTo>
                <a:lnTo>
                  <a:pt x="1904898" y="691286"/>
                </a:lnTo>
                <a:lnTo>
                  <a:pt x="1900859" y="703643"/>
                </a:lnTo>
                <a:lnTo>
                  <a:pt x="1890369" y="694867"/>
                </a:lnTo>
                <a:lnTo>
                  <a:pt x="1893176" y="686295"/>
                </a:lnTo>
                <a:lnTo>
                  <a:pt x="1882686" y="677494"/>
                </a:lnTo>
                <a:lnTo>
                  <a:pt x="1889848" y="655586"/>
                </a:lnTo>
                <a:lnTo>
                  <a:pt x="1883244" y="634911"/>
                </a:lnTo>
                <a:lnTo>
                  <a:pt x="1882838" y="636143"/>
                </a:lnTo>
                <a:lnTo>
                  <a:pt x="1871649" y="629500"/>
                </a:lnTo>
                <a:lnTo>
                  <a:pt x="1876628" y="614235"/>
                </a:lnTo>
                <a:lnTo>
                  <a:pt x="1866201" y="605269"/>
                </a:lnTo>
                <a:lnTo>
                  <a:pt x="1868932" y="596912"/>
                </a:lnTo>
                <a:lnTo>
                  <a:pt x="1859051" y="586270"/>
                </a:lnTo>
                <a:lnTo>
                  <a:pt x="1857413" y="591286"/>
                </a:lnTo>
                <a:lnTo>
                  <a:pt x="1845424" y="587082"/>
                </a:lnTo>
                <a:lnTo>
                  <a:pt x="1833727" y="581990"/>
                </a:lnTo>
                <a:lnTo>
                  <a:pt x="1821738" y="577786"/>
                </a:lnTo>
                <a:lnTo>
                  <a:pt x="1824469" y="569429"/>
                </a:lnTo>
                <a:lnTo>
                  <a:pt x="1848612" y="577316"/>
                </a:lnTo>
                <a:lnTo>
                  <a:pt x="1851342" y="568947"/>
                </a:lnTo>
                <a:lnTo>
                  <a:pt x="1837042" y="530948"/>
                </a:lnTo>
                <a:lnTo>
                  <a:pt x="1829892" y="511949"/>
                </a:lnTo>
                <a:lnTo>
                  <a:pt x="1826602" y="521982"/>
                </a:lnTo>
                <a:lnTo>
                  <a:pt x="1817814" y="508000"/>
                </a:lnTo>
                <a:lnTo>
                  <a:pt x="1822183" y="494614"/>
                </a:lnTo>
                <a:lnTo>
                  <a:pt x="1815960" y="472795"/>
                </a:lnTo>
                <a:lnTo>
                  <a:pt x="1820773" y="458050"/>
                </a:lnTo>
                <a:lnTo>
                  <a:pt x="1813102" y="440613"/>
                </a:lnTo>
                <a:lnTo>
                  <a:pt x="1805647" y="422554"/>
                </a:lnTo>
                <a:lnTo>
                  <a:pt x="1797316" y="407162"/>
                </a:lnTo>
                <a:lnTo>
                  <a:pt x="1788464" y="393344"/>
                </a:lnTo>
                <a:lnTo>
                  <a:pt x="1779422" y="380136"/>
                </a:lnTo>
                <a:lnTo>
                  <a:pt x="1770468" y="366636"/>
                </a:lnTo>
                <a:lnTo>
                  <a:pt x="1776831" y="347154"/>
                </a:lnTo>
                <a:lnTo>
                  <a:pt x="1767344" y="335292"/>
                </a:lnTo>
                <a:lnTo>
                  <a:pt x="1772069" y="320865"/>
                </a:lnTo>
                <a:lnTo>
                  <a:pt x="1760537" y="315252"/>
                </a:lnTo>
                <a:lnTo>
                  <a:pt x="1759445" y="318592"/>
                </a:lnTo>
                <a:lnTo>
                  <a:pt x="1747380" y="314642"/>
                </a:lnTo>
                <a:lnTo>
                  <a:pt x="1526679" y="990219"/>
                </a:lnTo>
                <a:lnTo>
                  <a:pt x="1539735" y="991133"/>
                </a:lnTo>
                <a:lnTo>
                  <a:pt x="1556677" y="939279"/>
                </a:lnTo>
                <a:lnTo>
                  <a:pt x="1565986" y="951687"/>
                </a:lnTo>
                <a:lnTo>
                  <a:pt x="1575485" y="963472"/>
                </a:lnTo>
                <a:lnTo>
                  <a:pt x="1573136" y="970686"/>
                </a:lnTo>
                <a:lnTo>
                  <a:pt x="1583055" y="981214"/>
                </a:lnTo>
                <a:lnTo>
                  <a:pt x="1603108" y="1001623"/>
                </a:lnTo>
                <a:lnTo>
                  <a:pt x="1611147" y="1017930"/>
                </a:lnTo>
                <a:lnTo>
                  <a:pt x="1619288" y="1033919"/>
                </a:lnTo>
                <a:lnTo>
                  <a:pt x="1639646" y="1053388"/>
                </a:lnTo>
                <a:lnTo>
                  <a:pt x="1659204" y="1075321"/>
                </a:lnTo>
                <a:lnTo>
                  <a:pt x="1678711" y="1097394"/>
                </a:lnTo>
                <a:lnTo>
                  <a:pt x="1698320" y="1119162"/>
                </a:lnTo>
                <a:lnTo>
                  <a:pt x="1718183" y="1140155"/>
                </a:lnTo>
                <a:lnTo>
                  <a:pt x="1738922" y="1158468"/>
                </a:lnTo>
                <a:lnTo>
                  <a:pt x="1760118" y="1175372"/>
                </a:lnTo>
                <a:lnTo>
                  <a:pt x="1769554" y="1187399"/>
                </a:lnTo>
                <a:lnTo>
                  <a:pt x="1802333" y="1209763"/>
                </a:lnTo>
                <a:lnTo>
                  <a:pt x="1837321" y="1225359"/>
                </a:lnTo>
                <a:lnTo>
                  <a:pt x="1885607" y="1241132"/>
                </a:lnTo>
                <a:lnTo>
                  <a:pt x="1898218" y="1243406"/>
                </a:lnTo>
                <a:lnTo>
                  <a:pt x="1922437" y="1251077"/>
                </a:lnTo>
                <a:lnTo>
                  <a:pt x="1934984" y="1253566"/>
                </a:lnTo>
                <a:lnTo>
                  <a:pt x="1960422" y="1257477"/>
                </a:lnTo>
                <a:lnTo>
                  <a:pt x="1975027" y="1253680"/>
                </a:lnTo>
                <a:lnTo>
                  <a:pt x="1989886" y="1249108"/>
                </a:lnTo>
                <a:lnTo>
                  <a:pt x="2031466" y="1244523"/>
                </a:lnTo>
                <a:lnTo>
                  <a:pt x="2046325" y="1239939"/>
                </a:lnTo>
                <a:lnTo>
                  <a:pt x="2076284" y="1229995"/>
                </a:lnTo>
                <a:lnTo>
                  <a:pt x="2118753" y="1222692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66" y="63"/>
            <a:ext cx="2707640" cy="2416810"/>
          </a:xfrm>
          <a:custGeom>
            <a:avLst/>
            <a:gdLst/>
            <a:ahLst/>
            <a:cxnLst/>
            <a:rect l="l" t="t" r="r" b="b"/>
            <a:pathLst>
              <a:path w="2707640" h="2416810">
                <a:moveTo>
                  <a:pt x="458431" y="1713738"/>
                </a:moveTo>
                <a:lnTo>
                  <a:pt x="457962" y="1711147"/>
                </a:lnTo>
                <a:lnTo>
                  <a:pt x="456438" y="1710080"/>
                </a:lnTo>
                <a:lnTo>
                  <a:pt x="456895" y="1712671"/>
                </a:lnTo>
                <a:lnTo>
                  <a:pt x="458431" y="1713738"/>
                </a:lnTo>
                <a:close/>
              </a:path>
              <a:path w="2707640" h="2416810">
                <a:moveTo>
                  <a:pt x="1030719" y="993101"/>
                </a:moveTo>
                <a:lnTo>
                  <a:pt x="1023810" y="980808"/>
                </a:lnTo>
                <a:lnTo>
                  <a:pt x="1013345" y="995768"/>
                </a:lnTo>
                <a:lnTo>
                  <a:pt x="1014476" y="1016292"/>
                </a:lnTo>
                <a:lnTo>
                  <a:pt x="1027823" y="997242"/>
                </a:lnTo>
                <a:lnTo>
                  <a:pt x="1030719" y="993101"/>
                </a:lnTo>
                <a:close/>
              </a:path>
              <a:path w="2707640" h="2416810">
                <a:moveTo>
                  <a:pt x="1043952" y="935863"/>
                </a:moveTo>
                <a:lnTo>
                  <a:pt x="1031125" y="942809"/>
                </a:lnTo>
                <a:lnTo>
                  <a:pt x="1025867" y="953579"/>
                </a:lnTo>
                <a:lnTo>
                  <a:pt x="1023099" y="965657"/>
                </a:lnTo>
                <a:lnTo>
                  <a:pt x="1017739" y="976553"/>
                </a:lnTo>
                <a:lnTo>
                  <a:pt x="1020800" y="978700"/>
                </a:lnTo>
                <a:lnTo>
                  <a:pt x="1023391" y="978242"/>
                </a:lnTo>
                <a:lnTo>
                  <a:pt x="1026452" y="980376"/>
                </a:lnTo>
                <a:lnTo>
                  <a:pt x="1043952" y="935863"/>
                </a:lnTo>
                <a:close/>
              </a:path>
              <a:path w="2707640" h="2416810">
                <a:moveTo>
                  <a:pt x="1060653" y="886802"/>
                </a:moveTo>
                <a:lnTo>
                  <a:pt x="1058697" y="880046"/>
                </a:lnTo>
                <a:lnTo>
                  <a:pt x="1049997" y="871956"/>
                </a:lnTo>
                <a:lnTo>
                  <a:pt x="1042657" y="901636"/>
                </a:lnTo>
                <a:lnTo>
                  <a:pt x="1040879" y="910996"/>
                </a:lnTo>
                <a:lnTo>
                  <a:pt x="1055001" y="895896"/>
                </a:lnTo>
                <a:lnTo>
                  <a:pt x="1060653" y="886802"/>
                </a:lnTo>
                <a:close/>
              </a:path>
              <a:path w="2707640" h="2416810">
                <a:moveTo>
                  <a:pt x="1096340" y="809015"/>
                </a:moveTo>
                <a:lnTo>
                  <a:pt x="1094803" y="807948"/>
                </a:lnTo>
                <a:lnTo>
                  <a:pt x="1094346" y="805345"/>
                </a:lnTo>
                <a:lnTo>
                  <a:pt x="1092822" y="804278"/>
                </a:lnTo>
                <a:lnTo>
                  <a:pt x="1089152" y="806259"/>
                </a:lnTo>
                <a:lnTo>
                  <a:pt x="1086561" y="806716"/>
                </a:lnTo>
                <a:lnTo>
                  <a:pt x="1082903" y="808697"/>
                </a:lnTo>
                <a:lnTo>
                  <a:pt x="1087018" y="809307"/>
                </a:lnTo>
                <a:lnTo>
                  <a:pt x="1092212" y="808393"/>
                </a:lnTo>
                <a:lnTo>
                  <a:pt x="1096340" y="809015"/>
                </a:lnTo>
                <a:close/>
              </a:path>
              <a:path w="2707640" h="2416810">
                <a:moveTo>
                  <a:pt x="1126363" y="618324"/>
                </a:moveTo>
                <a:lnTo>
                  <a:pt x="1124051" y="603580"/>
                </a:lnTo>
                <a:lnTo>
                  <a:pt x="1119936" y="602970"/>
                </a:lnTo>
                <a:lnTo>
                  <a:pt x="1118400" y="601891"/>
                </a:lnTo>
                <a:lnTo>
                  <a:pt x="1115809" y="602348"/>
                </a:lnTo>
                <a:lnTo>
                  <a:pt x="1113904" y="616699"/>
                </a:lnTo>
                <a:lnTo>
                  <a:pt x="1111377" y="631037"/>
                </a:lnTo>
                <a:lnTo>
                  <a:pt x="1105789" y="658926"/>
                </a:lnTo>
                <a:lnTo>
                  <a:pt x="1107325" y="659993"/>
                </a:lnTo>
                <a:lnTo>
                  <a:pt x="1111440" y="660615"/>
                </a:lnTo>
                <a:lnTo>
                  <a:pt x="1114044" y="660158"/>
                </a:lnTo>
                <a:lnTo>
                  <a:pt x="1115517" y="645502"/>
                </a:lnTo>
                <a:lnTo>
                  <a:pt x="1121562" y="631926"/>
                </a:lnTo>
                <a:lnTo>
                  <a:pt x="1126363" y="618324"/>
                </a:lnTo>
                <a:close/>
              </a:path>
              <a:path w="2707640" h="2416810">
                <a:moveTo>
                  <a:pt x="1164907" y="491375"/>
                </a:moveTo>
                <a:lnTo>
                  <a:pt x="1163739" y="493039"/>
                </a:lnTo>
                <a:lnTo>
                  <a:pt x="1163396" y="494741"/>
                </a:lnTo>
                <a:lnTo>
                  <a:pt x="1164907" y="491375"/>
                </a:lnTo>
                <a:close/>
              </a:path>
              <a:path w="2707640" h="2416810">
                <a:moveTo>
                  <a:pt x="1718157" y="717423"/>
                </a:moveTo>
                <a:lnTo>
                  <a:pt x="1688693" y="717232"/>
                </a:lnTo>
                <a:lnTo>
                  <a:pt x="1696351" y="745312"/>
                </a:lnTo>
                <a:lnTo>
                  <a:pt x="1698485" y="742264"/>
                </a:lnTo>
                <a:lnTo>
                  <a:pt x="1704746" y="739825"/>
                </a:lnTo>
                <a:lnTo>
                  <a:pt x="1709470" y="736320"/>
                </a:lnTo>
                <a:lnTo>
                  <a:pt x="1712214" y="729157"/>
                </a:lnTo>
                <a:lnTo>
                  <a:pt x="1715414" y="724585"/>
                </a:lnTo>
                <a:lnTo>
                  <a:pt x="1718157" y="717423"/>
                </a:lnTo>
                <a:close/>
              </a:path>
              <a:path w="2707640" h="2416810">
                <a:moveTo>
                  <a:pt x="1803577" y="1417104"/>
                </a:moveTo>
                <a:lnTo>
                  <a:pt x="1784477" y="1422247"/>
                </a:lnTo>
                <a:lnTo>
                  <a:pt x="1785175" y="1443393"/>
                </a:lnTo>
                <a:lnTo>
                  <a:pt x="1803577" y="1417104"/>
                </a:lnTo>
                <a:close/>
              </a:path>
              <a:path w="2707640" h="2416810">
                <a:moveTo>
                  <a:pt x="2374633" y="3441"/>
                </a:moveTo>
                <a:lnTo>
                  <a:pt x="2361539" y="0"/>
                </a:lnTo>
                <a:lnTo>
                  <a:pt x="2367229" y="5702"/>
                </a:lnTo>
                <a:lnTo>
                  <a:pt x="2373071" y="5664"/>
                </a:lnTo>
                <a:lnTo>
                  <a:pt x="2374633" y="3441"/>
                </a:lnTo>
                <a:close/>
              </a:path>
              <a:path w="2707640" h="2416810">
                <a:moveTo>
                  <a:pt x="2707043" y="148666"/>
                </a:moveTo>
                <a:lnTo>
                  <a:pt x="2700007" y="92290"/>
                </a:lnTo>
                <a:lnTo>
                  <a:pt x="2702776" y="44043"/>
                </a:lnTo>
                <a:lnTo>
                  <a:pt x="2699855" y="3924"/>
                </a:lnTo>
                <a:lnTo>
                  <a:pt x="2373071" y="5664"/>
                </a:lnTo>
                <a:lnTo>
                  <a:pt x="2370645" y="9131"/>
                </a:lnTo>
                <a:lnTo>
                  <a:pt x="2367229" y="5702"/>
                </a:lnTo>
                <a:lnTo>
                  <a:pt x="2357513" y="5753"/>
                </a:lnTo>
                <a:lnTo>
                  <a:pt x="2358491" y="26492"/>
                </a:lnTo>
                <a:lnTo>
                  <a:pt x="2346248" y="43992"/>
                </a:lnTo>
                <a:lnTo>
                  <a:pt x="2344597" y="68503"/>
                </a:lnTo>
                <a:lnTo>
                  <a:pt x="2343442" y="92290"/>
                </a:lnTo>
                <a:lnTo>
                  <a:pt x="2352598" y="123494"/>
                </a:lnTo>
                <a:lnTo>
                  <a:pt x="2350655" y="192709"/>
                </a:lnTo>
                <a:lnTo>
                  <a:pt x="2347455" y="197294"/>
                </a:lnTo>
                <a:lnTo>
                  <a:pt x="2349855" y="216001"/>
                </a:lnTo>
                <a:lnTo>
                  <a:pt x="2344255" y="246151"/>
                </a:lnTo>
                <a:lnTo>
                  <a:pt x="2343721" y="246913"/>
                </a:lnTo>
                <a:lnTo>
                  <a:pt x="2362657" y="241998"/>
                </a:lnTo>
                <a:lnTo>
                  <a:pt x="2366924" y="235902"/>
                </a:lnTo>
                <a:lnTo>
                  <a:pt x="2372969" y="249428"/>
                </a:lnTo>
                <a:lnTo>
                  <a:pt x="2357056" y="272148"/>
                </a:lnTo>
                <a:lnTo>
                  <a:pt x="2348788" y="261810"/>
                </a:lnTo>
                <a:lnTo>
                  <a:pt x="2350922" y="258762"/>
                </a:lnTo>
                <a:lnTo>
                  <a:pt x="2343721" y="246913"/>
                </a:lnTo>
                <a:lnTo>
                  <a:pt x="2336254" y="257581"/>
                </a:lnTo>
                <a:lnTo>
                  <a:pt x="2339632" y="274891"/>
                </a:lnTo>
                <a:lnTo>
                  <a:pt x="2332913" y="284492"/>
                </a:lnTo>
                <a:lnTo>
                  <a:pt x="2336800" y="301078"/>
                </a:lnTo>
                <a:lnTo>
                  <a:pt x="2330386" y="310248"/>
                </a:lnTo>
                <a:lnTo>
                  <a:pt x="2332786" y="351104"/>
                </a:lnTo>
                <a:lnTo>
                  <a:pt x="2327186" y="425538"/>
                </a:lnTo>
                <a:lnTo>
                  <a:pt x="2319185" y="459117"/>
                </a:lnTo>
                <a:lnTo>
                  <a:pt x="2323173" y="497713"/>
                </a:lnTo>
                <a:lnTo>
                  <a:pt x="2309939" y="560908"/>
                </a:lnTo>
                <a:lnTo>
                  <a:pt x="2313330" y="600367"/>
                </a:lnTo>
                <a:lnTo>
                  <a:pt x="2287727" y="725512"/>
                </a:lnTo>
                <a:lnTo>
                  <a:pt x="2291092" y="764997"/>
                </a:lnTo>
                <a:lnTo>
                  <a:pt x="2277427" y="828814"/>
                </a:lnTo>
                <a:lnTo>
                  <a:pt x="2280793" y="868286"/>
                </a:lnTo>
                <a:lnTo>
                  <a:pt x="2267826" y="886815"/>
                </a:lnTo>
                <a:lnTo>
                  <a:pt x="2259723" y="964819"/>
                </a:lnTo>
                <a:lnTo>
                  <a:pt x="2242921" y="1055255"/>
                </a:lnTo>
                <a:lnTo>
                  <a:pt x="2232520" y="1070114"/>
                </a:lnTo>
                <a:lnTo>
                  <a:pt x="2232520" y="1114399"/>
                </a:lnTo>
                <a:lnTo>
                  <a:pt x="2222119" y="1129258"/>
                </a:lnTo>
                <a:lnTo>
                  <a:pt x="2223579" y="1082878"/>
                </a:lnTo>
                <a:lnTo>
                  <a:pt x="2224062" y="1060043"/>
                </a:lnTo>
                <a:lnTo>
                  <a:pt x="2213838" y="1030363"/>
                </a:lnTo>
                <a:lnTo>
                  <a:pt x="2217445" y="980922"/>
                </a:lnTo>
                <a:lnTo>
                  <a:pt x="2208682" y="949147"/>
                </a:lnTo>
                <a:lnTo>
                  <a:pt x="2209838" y="925360"/>
                </a:lnTo>
                <a:lnTo>
                  <a:pt x="2200846" y="871753"/>
                </a:lnTo>
                <a:lnTo>
                  <a:pt x="2172474" y="712978"/>
                </a:lnTo>
                <a:lnTo>
                  <a:pt x="2161133" y="640588"/>
                </a:lnTo>
                <a:lnTo>
                  <a:pt x="2144814" y="597471"/>
                </a:lnTo>
                <a:lnTo>
                  <a:pt x="2138591" y="562076"/>
                </a:lnTo>
                <a:lnTo>
                  <a:pt x="2132812" y="526046"/>
                </a:lnTo>
                <a:lnTo>
                  <a:pt x="2116315" y="483171"/>
                </a:lnTo>
                <a:lnTo>
                  <a:pt x="2099627" y="440575"/>
                </a:lnTo>
                <a:lnTo>
                  <a:pt x="2093239" y="405409"/>
                </a:lnTo>
                <a:lnTo>
                  <a:pt x="2079612" y="380580"/>
                </a:lnTo>
                <a:lnTo>
                  <a:pt x="2068957" y="329361"/>
                </a:lnTo>
                <a:lnTo>
                  <a:pt x="2038007" y="262851"/>
                </a:lnTo>
                <a:lnTo>
                  <a:pt x="2027034" y="234226"/>
                </a:lnTo>
                <a:lnTo>
                  <a:pt x="2015871" y="205905"/>
                </a:lnTo>
                <a:lnTo>
                  <a:pt x="2000592" y="183426"/>
                </a:lnTo>
                <a:lnTo>
                  <a:pt x="1995322" y="168808"/>
                </a:lnTo>
                <a:lnTo>
                  <a:pt x="1978850" y="148056"/>
                </a:lnTo>
                <a:lnTo>
                  <a:pt x="1961172" y="129006"/>
                </a:lnTo>
                <a:lnTo>
                  <a:pt x="1952472" y="119291"/>
                </a:lnTo>
                <a:lnTo>
                  <a:pt x="1932368" y="103733"/>
                </a:lnTo>
                <a:lnTo>
                  <a:pt x="1911858" y="88734"/>
                </a:lnTo>
                <a:lnTo>
                  <a:pt x="1901952" y="80733"/>
                </a:lnTo>
                <a:lnTo>
                  <a:pt x="1891550" y="73456"/>
                </a:lnTo>
                <a:lnTo>
                  <a:pt x="1889417" y="76504"/>
                </a:lnTo>
                <a:lnTo>
                  <a:pt x="1872640" y="78308"/>
                </a:lnTo>
                <a:lnTo>
                  <a:pt x="1856066" y="79844"/>
                </a:lnTo>
                <a:lnTo>
                  <a:pt x="1830311" y="73723"/>
                </a:lnTo>
                <a:lnTo>
                  <a:pt x="1830311" y="1511782"/>
                </a:lnTo>
                <a:lnTo>
                  <a:pt x="1821878" y="1523834"/>
                </a:lnTo>
                <a:lnTo>
                  <a:pt x="1827060" y="1538579"/>
                </a:lnTo>
                <a:lnTo>
                  <a:pt x="1809991" y="1518678"/>
                </a:lnTo>
                <a:lnTo>
                  <a:pt x="1811655" y="1516291"/>
                </a:lnTo>
                <a:lnTo>
                  <a:pt x="1803311" y="1506067"/>
                </a:lnTo>
                <a:lnTo>
                  <a:pt x="1815058" y="1489290"/>
                </a:lnTo>
                <a:lnTo>
                  <a:pt x="1825459" y="1496568"/>
                </a:lnTo>
                <a:lnTo>
                  <a:pt x="1823326" y="1499616"/>
                </a:lnTo>
                <a:lnTo>
                  <a:pt x="1830311" y="1511782"/>
                </a:lnTo>
                <a:lnTo>
                  <a:pt x="1830311" y="73723"/>
                </a:lnTo>
                <a:lnTo>
                  <a:pt x="1829498" y="73520"/>
                </a:lnTo>
                <a:lnTo>
                  <a:pt x="1813928" y="73609"/>
                </a:lnTo>
                <a:lnTo>
                  <a:pt x="1796630" y="72593"/>
                </a:lnTo>
                <a:lnTo>
                  <a:pt x="1796630" y="1006271"/>
                </a:lnTo>
                <a:lnTo>
                  <a:pt x="1784769" y="1001064"/>
                </a:lnTo>
                <a:lnTo>
                  <a:pt x="1773021" y="995705"/>
                </a:lnTo>
                <a:lnTo>
                  <a:pt x="1761058" y="990638"/>
                </a:lnTo>
                <a:lnTo>
                  <a:pt x="1748612" y="986282"/>
                </a:lnTo>
                <a:lnTo>
                  <a:pt x="1763623" y="986980"/>
                </a:lnTo>
                <a:lnTo>
                  <a:pt x="1782470" y="982205"/>
                </a:lnTo>
                <a:lnTo>
                  <a:pt x="1786483" y="976464"/>
                </a:lnTo>
                <a:lnTo>
                  <a:pt x="1792617" y="989850"/>
                </a:lnTo>
                <a:lnTo>
                  <a:pt x="1796630" y="1006271"/>
                </a:lnTo>
                <a:lnTo>
                  <a:pt x="1796630" y="72593"/>
                </a:lnTo>
                <a:lnTo>
                  <a:pt x="1769275" y="70954"/>
                </a:lnTo>
                <a:lnTo>
                  <a:pt x="1712023" y="64160"/>
                </a:lnTo>
                <a:lnTo>
                  <a:pt x="1663966" y="66370"/>
                </a:lnTo>
                <a:lnTo>
                  <a:pt x="1626120" y="76136"/>
                </a:lnTo>
                <a:lnTo>
                  <a:pt x="1615236" y="69545"/>
                </a:lnTo>
                <a:lnTo>
                  <a:pt x="1604645" y="62522"/>
                </a:lnTo>
                <a:lnTo>
                  <a:pt x="1593862" y="55791"/>
                </a:lnTo>
                <a:lnTo>
                  <a:pt x="1592770" y="57340"/>
                </a:lnTo>
                <a:lnTo>
                  <a:pt x="1579600" y="54013"/>
                </a:lnTo>
                <a:lnTo>
                  <a:pt x="1576235" y="58813"/>
                </a:lnTo>
                <a:lnTo>
                  <a:pt x="1562061" y="56921"/>
                </a:lnTo>
                <a:lnTo>
                  <a:pt x="1547698" y="55308"/>
                </a:lnTo>
                <a:lnTo>
                  <a:pt x="1525752" y="64503"/>
                </a:lnTo>
                <a:lnTo>
                  <a:pt x="1470672" y="76758"/>
                </a:lnTo>
                <a:lnTo>
                  <a:pt x="1448727" y="85953"/>
                </a:lnTo>
                <a:lnTo>
                  <a:pt x="1415275" y="89433"/>
                </a:lnTo>
                <a:lnTo>
                  <a:pt x="1381239" y="93776"/>
                </a:lnTo>
                <a:lnTo>
                  <a:pt x="1355598" y="108254"/>
                </a:lnTo>
                <a:lnTo>
                  <a:pt x="1266799" y="235102"/>
                </a:lnTo>
                <a:lnTo>
                  <a:pt x="1265034" y="259765"/>
                </a:lnTo>
                <a:lnTo>
                  <a:pt x="1236395" y="300685"/>
                </a:lnTo>
                <a:lnTo>
                  <a:pt x="1223860" y="296443"/>
                </a:lnTo>
                <a:lnTo>
                  <a:pt x="1233271" y="305142"/>
                </a:lnTo>
                <a:lnTo>
                  <a:pt x="1242682" y="313842"/>
                </a:lnTo>
                <a:lnTo>
                  <a:pt x="1238389" y="319963"/>
                </a:lnTo>
                <a:lnTo>
                  <a:pt x="1242314" y="336511"/>
                </a:lnTo>
                <a:lnTo>
                  <a:pt x="1211135" y="381050"/>
                </a:lnTo>
                <a:lnTo>
                  <a:pt x="1208252" y="407314"/>
                </a:lnTo>
                <a:lnTo>
                  <a:pt x="1201991" y="460552"/>
                </a:lnTo>
                <a:lnTo>
                  <a:pt x="1194917" y="470649"/>
                </a:lnTo>
                <a:lnTo>
                  <a:pt x="1180630" y="468934"/>
                </a:lnTo>
                <a:lnTo>
                  <a:pt x="1186256" y="460895"/>
                </a:lnTo>
                <a:lnTo>
                  <a:pt x="1174775" y="455129"/>
                </a:lnTo>
                <a:lnTo>
                  <a:pt x="1173708" y="456653"/>
                </a:lnTo>
                <a:lnTo>
                  <a:pt x="1164907" y="491375"/>
                </a:lnTo>
                <a:lnTo>
                  <a:pt x="1176629" y="474624"/>
                </a:lnTo>
                <a:lnTo>
                  <a:pt x="1176477" y="496989"/>
                </a:lnTo>
                <a:lnTo>
                  <a:pt x="1165352" y="535038"/>
                </a:lnTo>
                <a:lnTo>
                  <a:pt x="1165174" y="557428"/>
                </a:lnTo>
                <a:lnTo>
                  <a:pt x="1164107" y="558952"/>
                </a:lnTo>
                <a:lnTo>
                  <a:pt x="1153706" y="551662"/>
                </a:lnTo>
                <a:lnTo>
                  <a:pt x="1159040" y="544042"/>
                </a:lnTo>
                <a:lnTo>
                  <a:pt x="1157274" y="524421"/>
                </a:lnTo>
                <a:lnTo>
                  <a:pt x="1163396" y="494741"/>
                </a:lnTo>
                <a:lnTo>
                  <a:pt x="1136904" y="553529"/>
                </a:lnTo>
                <a:lnTo>
                  <a:pt x="1128102" y="588238"/>
                </a:lnTo>
                <a:lnTo>
                  <a:pt x="1129169" y="586714"/>
                </a:lnTo>
                <a:lnTo>
                  <a:pt x="1139571" y="594004"/>
                </a:lnTo>
                <a:lnTo>
                  <a:pt x="1145971" y="584860"/>
                </a:lnTo>
                <a:lnTo>
                  <a:pt x="1152613" y="619671"/>
                </a:lnTo>
                <a:lnTo>
                  <a:pt x="1147038" y="649770"/>
                </a:lnTo>
                <a:lnTo>
                  <a:pt x="1126769" y="678726"/>
                </a:lnTo>
                <a:lnTo>
                  <a:pt x="1126769" y="700874"/>
                </a:lnTo>
                <a:lnTo>
                  <a:pt x="1126236" y="701649"/>
                </a:lnTo>
                <a:lnTo>
                  <a:pt x="1126236" y="745921"/>
                </a:lnTo>
                <a:lnTo>
                  <a:pt x="1123035" y="750493"/>
                </a:lnTo>
                <a:lnTo>
                  <a:pt x="1113434" y="742061"/>
                </a:lnTo>
                <a:lnTo>
                  <a:pt x="1110437" y="737120"/>
                </a:lnTo>
                <a:lnTo>
                  <a:pt x="1114767" y="740156"/>
                </a:lnTo>
                <a:lnTo>
                  <a:pt x="1116901" y="737120"/>
                </a:lnTo>
                <a:lnTo>
                  <a:pt x="1126236" y="745921"/>
                </a:lnTo>
                <a:lnTo>
                  <a:pt x="1126236" y="701649"/>
                </a:lnTo>
                <a:lnTo>
                  <a:pt x="1113040" y="720496"/>
                </a:lnTo>
                <a:lnTo>
                  <a:pt x="1114234" y="696633"/>
                </a:lnTo>
                <a:lnTo>
                  <a:pt x="1126769" y="700874"/>
                </a:lnTo>
                <a:lnTo>
                  <a:pt x="1126769" y="678726"/>
                </a:lnTo>
                <a:lnTo>
                  <a:pt x="1125969" y="679869"/>
                </a:lnTo>
                <a:lnTo>
                  <a:pt x="1119835" y="666483"/>
                </a:lnTo>
                <a:lnTo>
                  <a:pt x="1104480" y="688416"/>
                </a:lnTo>
                <a:lnTo>
                  <a:pt x="1101026" y="715492"/>
                </a:lnTo>
                <a:lnTo>
                  <a:pt x="1101788" y="736561"/>
                </a:lnTo>
                <a:lnTo>
                  <a:pt x="1119835" y="755065"/>
                </a:lnTo>
                <a:lnTo>
                  <a:pt x="1096365" y="788593"/>
                </a:lnTo>
                <a:lnTo>
                  <a:pt x="1103566" y="800455"/>
                </a:lnTo>
                <a:lnTo>
                  <a:pt x="1102499" y="801979"/>
                </a:lnTo>
                <a:lnTo>
                  <a:pt x="1108138" y="816063"/>
                </a:lnTo>
                <a:lnTo>
                  <a:pt x="1103566" y="822591"/>
                </a:lnTo>
                <a:lnTo>
                  <a:pt x="1109802" y="835825"/>
                </a:lnTo>
                <a:lnTo>
                  <a:pt x="1101966" y="847026"/>
                </a:lnTo>
                <a:lnTo>
                  <a:pt x="1090498" y="841260"/>
                </a:lnTo>
                <a:lnTo>
                  <a:pt x="1080566" y="855459"/>
                </a:lnTo>
                <a:lnTo>
                  <a:pt x="1070495" y="847699"/>
                </a:lnTo>
                <a:lnTo>
                  <a:pt x="1076858" y="860742"/>
                </a:lnTo>
                <a:lnTo>
                  <a:pt x="1083030" y="874077"/>
                </a:lnTo>
                <a:lnTo>
                  <a:pt x="1088796" y="887984"/>
                </a:lnTo>
                <a:lnTo>
                  <a:pt x="1093965" y="902741"/>
                </a:lnTo>
                <a:lnTo>
                  <a:pt x="1078598" y="902550"/>
                </a:lnTo>
                <a:lnTo>
                  <a:pt x="1057859" y="910043"/>
                </a:lnTo>
                <a:lnTo>
                  <a:pt x="1046492" y="926274"/>
                </a:lnTo>
                <a:lnTo>
                  <a:pt x="1056894" y="933564"/>
                </a:lnTo>
                <a:lnTo>
                  <a:pt x="1050226" y="943089"/>
                </a:lnTo>
                <a:lnTo>
                  <a:pt x="1057681" y="954570"/>
                </a:lnTo>
                <a:lnTo>
                  <a:pt x="1055560" y="957618"/>
                </a:lnTo>
                <a:lnTo>
                  <a:pt x="1062964" y="969187"/>
                </a:lnTo>
                <a:lnTo>
                  <a:pt x="1035316" y="1008672"/>
                </a:lnTo>
                <a:lnTo>
                  <a:pt x="1027823" y="997242"/>
                </a:lnTo>
                <a:lnTo>
                  <a:pt x="1006017" y="1028395"/>
                </a:lnTo>
                <a:lnTo>
                  <a:pt x="1008341" y="1047203"/>
                </a:lnTo>
                <a:lnTo>
                  <a:pt x="996340" y="1064348"/>
                </a:lnTo>
                <a:lnTo>
                  <a:pt x="994740" y="1088771"/>
                </a:lnTo>
                <a:lnTo>
                  <a:pt x="982738" y="1105928"/>
                </a:lnTo>
                <a:lnTo>
                  <a:pt x="981138" y="1130350"/>
                </a:lnTo>
                <a:lnTo>
                  <a:pt x="999197" y="1104557"/>
                </a:lnTo>
                <a:lnTo>
                  <a:pt x="1000607" y="1080389"/>
                </a:lnTo>
                <a:lnTo>
                  <a:pt x="1008888" y="1090726"/>
                </a:lnTo>
                <a:lnTo>
                  <a:pt x="1007821" y="1092250"/>
                </a:lnTo>
                <a:lnTo>
                  <a:pt x="1015022" y="1104099"/>
                </a:lnTo>
                <a:lnTo>
                  <a:pt x="1002118" y="1122540"/>
                </a:lnTo>
                <a:lnTo>
                  <a:pt x="1007287" y="1137297"/>
                </a:lnTo>
                <a:lnTo>
                  <a:pt x="976337" y="1181493"/>
                </a:lnTo>
                <a:lnTo>
                  <a:pt x="970203" y="1168120"/>
                </a:lnTo>
                <a:lnTo>
                  <a:pt x="973404" y="1163548"/>
                </a:lnTo>
                <a:lnTo>
                  <a:pt x="965136" y="1153210"/>
                </a:lnTo>
                <a:lnTo>
                  <a:pt x="961948" y="1179906"/>
                </a:lnTo>
                <a:lnTo>
                  <a:pt x="948461" y="1199172"/>
                </a:lnTo>
                <a:lnTo>
                  <a:pt x="945578" y="1225435"/>
                </a:lnTo>
                <a:lnTo>
                  <a:pt x="924458" y="1255610"/>
                </a:lnTo>
                <a:lnTo>
                  <a:pt x="930541" y="1269060"/>
                </a:lnTo>
                <a:lnTo>
                  <a:pt x="907783" y="1301572"/>
                </a:lnTo>
                <a:lnTo>
                  <a:pt x="921397" y="1304277"/>
                </a:lnTo>
                <a:lnTo>
                  <a:pt x="924598" y="1299705"/>
                </a:lnTo>
                <a:lnTo>
                  <a:pt x="928268" y="1316609"/>
                </a:lnTo>
                <a:lnTo>
                  <a:pt x="918794" y="1330134"/>
                </a:lnTo>
                <a:lnTo>
                  <a:pt x="906462" y="1325613"/>
                </a:lnTo>
                <a:lnTo>
                  <a:pt x="873379" y="1372870"/>
                </a:lnTo>
                <a:lnTo>
                  <a:pt x="868375" y="1357871"/>
                </a:lnTo>
                <a:lnTo>
                  <a:pt x="862977" y="1343444"/>
                </a:lnTo>
                <a:lnTo>
                  <a:pt x="857173" y="1329588"/>
                </a:lnTo>
                <a:lnTo>
                  <a:pt x="850963" y="1316304"/>
                </a:lnTo>
                <a:lnTo>
                  <a:pt x="848550" y="1297609"/>
                </a:lnTo>
                <a:lnTo>
                  <a:pt x="835634" y="1271778"/>
                </a:lnTo>
                <a:lnTo>
                  <a:pt x="832904" y="1253515"/>
                </a:lnTo>
                <a:lnTo>
                  <a:pt x="819492" y="1228394"/>
                </a:lnTo>
                <a:lnTo>
                  <a:pt x="807631" y="1201039"/>
                </a:lnTo>
                <a:lnTo>
                  <a:pt x="795870" y="1173543"/>
                </a:lnTo>
                <a:lnTo>
                  <a:pt x="783920" y="1146340"/>
                </a:lnTo>
                <a:lnTo>
                  <a:pt x="757313" y="1095768"/>
                </a:lnTo>
                <a:lnTo>
                  <a:pt x="726592" y="1051064"/>
                </a:lnTo>
                <a:lnTo>
                  <a:pt x="702106" y="1019606"/>
                </a:lnTo>
                <a:lnTo>
                  <a:pt x="673290" y="994333"/>
                </a:lnTo>
                <a:lnTo>
                  <a:pt x="621271" y="957922"/>
                </a:lnTo>
                <a:lnTo>
                  <a:pt x="620204" y="959446"/>
                </a:lnTo>
                <a:lnTo>
                  <a:pt x="599262" y="945070"/>
                </a:lnTo>
                <a:lnTo>
                  <a:pt x="577519" y="931837"/>
                </a:lnTo>
                <a:lnTo>
                  <a:pt x="564578" y="928166"/>
                </a:lnTo>
                <a:lnTo>
                  <a:pt x="538835" y="920648"/>
                </a:lnTo>
                <a:lnTo>
                  <a:pt x="522998" y="921131"/>
                </a:lnTo>
                <a:lnTo>
                  <a:pt x="491718" y="921524"/>
                </a:lnTo>
                <a:lnTo>
                  <a:pt x="465480" y="914717"/>
                </a:lnTo>
                <a:lnTo>
                  <a:pt x="433298" y="916393"/>
                </a:lnTo>
                <a:lnTo>
                  <a:pt x="347738" y="905751"/>
                </a:lnTo>
                <a:lnTo>
                  <a:pt x="315556" y="907427"/>
                </a:lnTo>
                <a:lnTo>
                  <a:pt x="313423" y="910475"/>
                </a:lnTo>
                <a:lnTo>
                  <a:pt x="301955" y="904709"/>
                </a:lnTo>
                <a:lnTo>
                  <a:pt x="300888" y="906233"/>
                </a:lnTo>
                <a:lnTo>
                  <a:pt x="299821" y="905548"/>
                </a:lnTo>
                <a:lnTo>
                  <a:pt x="299821" y="907757"/>
                </a:lnTo>
                <a:lnTo>
                  <a:pt x="296621" y="912329"/>
                </a:lnTo>
                <a:lnTo>
                  <a:pt x="284086" y="908100"/>
                </a:lnTo>
                <a:lnTo>
                  <a:pt x="287286" y="903528"/>
                </a:lnTo>
                <a:lnTo>
                  <a:pt x="299821" y="907757"/>
                </a:lnTo>
                <a:lnTo>
                  <a:pt x="299821" y="905548"/>
                </a:lnTo>
                <a:lnTo>
                  <a:pt x="290245" y="899287"/>
                </a:lnTo>
                <a:lnTo>
                  <a:pt x="279019" y="893191"/>
                </a:lnTo>
                <a:lnTo>
                  <a:pt x="277380" y="895527"/>
                </a:lnTo>
                <a:lnTo>
                  <a:pt x="264337" y="892009"/>
                </a:lnTo>
                <a:lnTo>
                  <a:pt x="245732" y="896442"/>
                </a:lnTo>
                <a:lnTo>
                  <a:pt x="216319" y="894168"/>
                </a:lnTo>
                <a:lnTo>
                  <a:pt x="196913" y="899744"/>
                </a:lnTo>
                <a:lnTo>
                  <a:pt x="177114" y="905891"/>
                </a:lnTo>
                <a:lnTo>
                  <a:pt x="146672" y="905090"/>
                </a:lnTo>
                <a:lnTo>
                  <a:pt x="126428" y="911860"/>
                </a:lnTo>
                <a:lnTo>
                  <a:pt x="105791" y="919187"/>
                </a:lnTo>
                <a:lnTo>
                  <a:pt x="74142" y="920102"/>
                </a:lnTo>
                <a:lnTo>
                  <a:pt x="4953" y="1018933"/>
                </a:lnTo>
                <a:lnTo>
                  <a:pt x="3644" y="1308696"/>
                </a:lnTo>
                <a:lnTo>
                  <a:pt x="812" y="1932813"/>
                </a:lnTo>
                <a:lnTo>
                  <a:pt x="0" y="2111121"/>
                </a:lnTo>
                <a:lnTo>
                  <a:pt x="29654" y="2068766"/>
                </a:lnTo>
                <a:lnTo>
                  <a:pt x="46443" y="2022640"/>
                </a:lnTo>
                <a:lnTo>
                  <a:pt x="59436" y="1981936"/>
                </a:lnTo>
                <a:lnTo>
                  <a:pt x="107010" y="1913966"/>
                </a:lnTo>
                <a:lnTo>
                  <a:pt x="120599" y="1872424"/>
                </a:lnTo>
                <a:lnTo>
                  <a:pt x="151853" y="1827771"/>
                </a:lnTo>
                <a:lnTo>
                  <a:pt x="193205" y="1724406"/>
                </a:lnTo>
                <a:lnTo>
                  <a:pt x="224307" y="1679981"/>
                </a:lnTo>
                <a:lnTo>
                  <a:pt x="245173" y="1628038"/>
                </a:lnTo>
                <a:lnTo>
                  <a:pt x="287451" y="1567649"/>
                </a:lnTo>
                <a:lnTo>
                  <a:pt x="320116" y="1498828"/>
                </a:lnTo>
                <a:lnTo>
                  <a:pt x="389737" y="1377238"/>
                </a:lnTo>
                <a:lnTo>
                  <a:pt x="391871" y="1374190"/>
                </a:lnTo>
                <a:lnTo>
                  <a:pt x="395249" y="1391513"/>
                </a:lnTo>
                <a:lnTo>
                  <a:pt x="409219" y="1415846"/>
                </a:lnTo>
                <a:lnTo>
                  <a:pt x="412788" y="1432890"/>
                </a:lnTo>
                <a:lnTo>
                  <a:pt x="416153" y="1450225"/>
                </a:lnTo>
                <a:lnTo>
                  <a:pt x="429755" y="1452943"/>
                </a:lnTo>
                <a:lnTo>
                  <a:pt x="421805" y="1442161"/>
                </a:lnTo>
                <a:lnTo>
                  <a:pt x="427901" y="1433436"/>
                </a:lnTo>
                <a:lnTo>
                  <a:pt x="421754" y="1420088"/>
                </a:lnTo>
                <a:lnTo>
                  <a:pt x="429945" y="1430528"/>
                </a:lnTo>
                <a:lnTo>
                  <a:pt x="438429" y="1440561"/>
                </a:lnTo>
                <a:lnTo>
                  <a:pt x="447116" y="1450289"/>
                </a:lnTo>
                <a:lnTo>
                  <a:pt x="440956" y="1459077"/>
                </a:lnTo>
                <a:lnTo>
                  <a:pt x="427888" y="1455610"/>
                </a:lnTo>
                <a:lnTo>
                  <a:pt x="424421" y="1460563"/>
                </a:lnTo>
                <a:lnTo>
                  <a:pt x="426986" y="1479042"/>
                </a:lnTo>
                <a:lnTo>
                  <a:pt x="432523" y="1515414"/>
                </a:lnTo>
                <a:lnTo>
                  <a:pt x="435102" y="1533893"/>
                </a:lnTo>
                <a:lnTo>
                  <a:pt x="449770" y="1535087"/>
                </a:lnTo>
                <a:lnTo>
                  <a:pt x="442747" y="1522958"/>
                </a:lnTo>
                <a:lnTo>
                  <a:pt x="450316" y="1512150"/>
                </a:lnTo>
                <a:lnTo>
                  <a:pt x="443903" y="1499171"/>
                </a:lnTo>
                <a:lnTo>
                  <a:pt x="447103" y="1494599"/>
                </a:lnTo>
                <a:lnTo>
                  <a:pt x="454317" y="1506435"/>
                </a:lnTo>
                <a:lnTo>
                  <a:pt x="451231" y="1510842"/>
                </a:lnTo>
                <a:lnTo>
                  <a:pt x="458749" y="1522247"/>
                </a:lnTo>
                <a:lnTo>
                  <a:pt x="456171" y="1525930"/>
                </a:lnTo>
                <a:lnTo>
                  <a:pt x="463473" y="1537652"/>
                </a:lnTo>
                <a:lnTo>
                  <a:pt x="438835" y="1572844"/>
                </a:lnTo>
                <a:lnTo>
                  <a:pt x="450024" y="1579016"/>
                </a:lnTo>
                <a:lnTo>
                  <a:pt x="448310" y="1581467"/>
                </a:lnTo>
                <a:lnTo>
                  <a:pt x="455587" y="1593202"/>
                </a:lnTo>
                <a:lnTo>
                  <a:pt x="445770" y="1607223"/>
                </a:lnTo>
                <a:lnTo>
                  <a:pt x="454037" y="1617560"/>
                </a:lnTo>
                <a:lnTo>
                  <a:pt x="450837" y="1622132"/>
                </a:lnTo>
                <a:lnTo>
                  <a:pt x="456971" y="1635506"/>
                </a:lnTo>
                <a:lnTo>
                  <a:pt x="460171" y="1630934"/>
                </a:lnTo>
                <a:lnTo>
                  <a:pt x="470420" y="1638465"/>
                </a:lnTo>
                <a:lnTo>
                  <a:pt x="480085" y="1646796"/>
                </a:lnTo>
                <a:lnTo>
                  <a:pt x="490321" y="1654314"/>
                </a:lnTo>
                <a:lnTo>
                  <a:pt x="484987" y="1661934"/>
                </a:lnTo>
                <a:lnTo>
                  <a:pt x="464185" y="1647367"/>
                </a:lnTo>
                <a:lnTo>
                  <a:pt x="458851" y="1654987"/>
                </a:lnTo>
                <a:lnTo>
                  <a:pt x="460451" y="1696986"/>
                </a:lnTo>
                <a:lnTo>
                  <a:pt x="461251" y="1717992"/>
                </a:lnTo>
                <a:lnTo>
                  <a:pt x="470852" y="1704276"/>
                </a:lnTo>
                <a:lnTo>
                  <a:pt x="479120" y="1714601"/>
                </a:lnTo>
                <a:lnTo>
                  <a:pt x="471652" y="1725269"/>
                </a:lnTo>
                <a:lnTo>
                  <a:pt x="477786" y="1738655"/>
                </a:lnTo>
                <a:lnTo>
                  <a:pt x="462114" y="1761032"/>
                </a:lnTo>
                <a:lnTo>
                  <a:pt x="463118" y="1781759"/>
                </a:lnTo>
                <a:lnTo>
                  <a:pt x="464921" y="1801329"/>
                </a:lnTo>
                <a:lnTo>
                  <a:pt x="466318" y="1821472"/>
                </a:lnTo>
                <a:lnTo>
                  <a:pt x="459016" y="1831898"/>
                </a:lnTo>
                <a:lnTo>
                  <a:pt x="463118" y="1848180"/>
                </a:lnTo>
                <a:lnTo>
                  <a:pt x="467626" y="1863902"/>
                </a:lnTo>
                <a:lnTo>
                  <a:pt x="471932" y="1879892"/>
                </a:lnTo>
                <a:lnTo>
                  <a:pt x="464451" y="1890572"/>
                </a:lnTo>
                <a:lnTo>
                  <a:pt x="469912" y="1904923"/>
                </a:lnTo>
                <a:lnTo>
                  <a:pt x="464858" y="1912137"/>
                </a:lnTo>
                <a:lnTo>
                  <a:pt x="470408" y="1926348"/>
                </a:lnTo>
                <a:lnTo>
                  <a:pt x="464997" y="1934095"/>
                </a:lnTo>
                <a:lnTo>
                  <a:pt x="477532" y="1938324"/>
                </a:lnTo>
                <a:lnTo>
                  <a:pt x="487934" y="1945614"/>
                </a:lnTo>
                <a:lnTo>
                  <a:pt x="469798" y="1971522"/>
                </a:lnTo>
                <a:lnTo>
                  <a:pt x="476732" y="1983752"/>
                </a:lnTo>
                <a:lnTo>
                  <a:pt x="471665" y="1991004"/>
                </a:lnTo>
                <a:lnTo>
                  <a:pt x="476199" y="2006663"/>
                </a:lnTo>
                <a:lnTo>
                  <a:pt x="470331" y="2015045"/>
                </a:lnTo>
                <a:lnTo>
                  <a:pt x="473367" y="2032850"/>
                </a:lnTo>
                <a:lnTo>
                  <a:pt x="466598" y="2042528"/>
                </a:lnTo>
                <a:lnTo>
                  <a:pt x="472236" y="2056625"/>
                </a:lnTo>
                <a:lnTo>
                  <a:pt x="491667" y="2073135"/>
                </a:lnTo>
                <a:lnTo>
                  <a:pt x="477799" y="2092947"/>
                </a:lnTo>
                <a:lnTo>
                  <a:pt x="488213" y="2100237"/>
                </a:lnTo>
                <a:lnTo>
                  <a:pt x="489280" y="2098713"/>
                </a:lnTo>
                <a:lnTo>
                  <a:pt x="499681" y="2105990"/>
                </a:lnTo>
                <a:lnTo>
                  <a:pt x="477278" y="2138007"/>
                </a:lnTo>
                <a:lnTo>
                  <a:pt x="487680" y="2145284"/>
                </a:lnTo>
                <a:lnTo>
                  <a:pt x="511149" y="2111756"/>
                </a:lnTo>
                <a:lnTo>
                  <a:pt x="514972" y="2128443"/>
                </a:lnTo>
                <a:lnTo>
                  <a:pt x="508088" y="2138286"/>
                </a:lnTo>
                <a:lnTo>
                  <a:pt x="511403" y="2155685"/>
                </a:lnTo>
                <a:lnTo>
                  <a:pt x="514616" y="2173236"/>
                </a:lnTo>
                <a:lnTo>
                  <a:pt x="550633" y="2188222"/>
                </a:lnTo>
                <a:lnTo>
                  <a:pt x="573049" y="2200503"/>
                </a:lnTo>
                <a:lnTo>
                  <a:pt x="581317" y="2210841"/>
                </a:lnTo>
                <a:lnTo>
                  <a:pt x="579183" y="2213889"/>
                </a:lnTo>
                <a:lnTo>
                  <a:pt x="574281" y="2243023"/>
                </a:lnTo>
                <a:lnTo>
                  <a:pt x="587984" y="2267737"/>
                </a:lnTo>
                <a:lnTo>
                  <a:pt x="605688" y="2286736"/>
                </a:lnTo>
                <a:lnTo>
                  <a:pt x="623201" y="2306015"/>
                </a:lnTo>
                <a:lnTo>
                  <a:pt x="622515" y="2306993"/>
                </a:lnTo>
                <a:lnTo>
                  <a:pt x="634542" y="2311971"/>
                </a:lnTo>
                <a:lnTo>
                  <a:pt x="648271" y="2314486"/>
                </a:lnTo>
                <a:lnTo>
                  <a:pt x="656513" y="2324862"/>
                </a:lnTo>
                <a:lnTo>
                  <a:pt x="678954" y="2337104"/>
                </a:lnTo>
                <a:lnTo>
                  <a:pt x="692594" y="2339759"/>
                </a:lnTo>
                <a:lnTo>
                  <a:pt x="705624" y="2343289"/>
                </a:lnTo>
                <a:lnTo>
                  <a:pt x="729018" y="2354161"/>
                </a:lnTo>
                <a:lnTo>
                  <a:pt x="752716" y="2364600"/>
                </a:lnTo>
                <a:lnTo>
                  <a:pt x="766203" y="2367483"/>
                </a:lnTo>
                <a:lnTo>
                  <a:pt x="790194" y="2377503"/>
                </a:lnTo>
                <a:lnTo>
                  <a:pt x="889431" y="2412911"/>
                </a:lnTo>
                <a:lnTo>
                  <a:pt x="893254" y="2407450"/>
                </a:lnTo>
                <a:lnTo>
                  <a:pt x="907161" y="2409710"/>
                </a:lnTo>
                <a:lnTo>
                  <a:pt x="906233" y="2411044"/>
                </a:lnTo>
                <a:lnTo>
                  <a:pt x="917714" y="2416797"/>
                </a:lnTo>
                <a:lnTo>
                  <a:pt x="924026" y="2407793"/>
                </a:lnTo>
                <a:lnTo>
                  <a:pt x="938911" y="2408656"/>
                </a:lnTo>
                <a:lnTo>
                  <a:pt x="1001737" y="2318918"/>
                </a:lnTo>
                <a:lnTo>
                  <a:pt x="1036967" y="2290737"/>
                </a:lnTo>
                <a:lnTo>
                  <a:pt x="1061885" y="2255139"/>
                </a:lnTo>
                <a:lnTo>
                  <a:pt x="1076604" y="2211971"/>
                </a:lnTo>
                <a:lnTo>
                  <a:pt x="1171384" y="2076577"/>
                </a:lnTo>
                <a:lnTo>
                  <a:pt x="1184973" y="2035022"/>
                </a:lnTo>
                <a:lnTo>
                  <a:pt x="1208862" y="2000897"/>
                </a:lnTo>
                <a:lnTo>
                  <a:pt x="1222133" y="1959787"/>
                </a:lnTo>
                <a:lnTo>
                  <a:pt x="1245539" y="1926361"/>
                </a:lnTo>
                <a:lnTo>
                  <a:pt x="1272209" y="1843976"/>
                </a:lnTo>
                <a:lnTo>
                  <a:pt x="1295844" y="1810207"/>
                </a:lnTo>
                <a:lnTo>
                  <a:pt x="1309281" y="1768868"/>
                </a:lnTo>
                <a:lnTo>
                  <a:pt x="1319682" y="1731860"/>
                </a:lnTo>
                <a:lnTo>
                  <a:pt x="1340497" y="1702142"/>
                </a:lnTo>
                <a:lnTo>
                  <a:pt x="1350899" y="1665135"/>
                </a:lnTo>
                <a:lnTo>
                  <a:pt x="1371701" y="1635417"/>
                </a:lnTo>
                <a:lnTo>
                  <a:pt x="1429321" y="1464538"/>
                </a:lnTo>
                <a:lnTo>
                  <a:pt x="1530134" y="1187640"/>
                </a:lnTo>
                <a:lnTo>
                  <a:pt x="1607223" y="966812"/>
                </a:lnTo>
                <a:lnTo>
                  <a:pt x="1612023" y="915657"/>
                </a:lnTo>
                <a:lnTo>
                  <a:pt x="1641767" y="828878"/>
                </a:lnTo>
                <a:lnTo>
                  <a:pt x="1645881" y="778713"/>
                </a:lnTo>
                <a:lnTo>
                  <a:pt x="1660296" y="735965"/>
                </a:lnTo>
                <a:lnTo>
                  <a:pt x="1681099" y="661962"/>
                </a:lnTo>
                <a:lnTo>
                  <a:pt x="1687868" y="674433"/>
                </a:lnTo>
                <a:lnTo>
                  <a:pt x="1684832" y="678764"/>
                </a:lnTo>
                <a:lnTo>
                  <a:pt x="1692605" y="689813"/>
                </a:lnTo>
                <a:lnTo>
                  <a:pt x="1700580" y="700570"/>
                </a:lnTo>
                <a:lnTo>
                  <a:pt x="1709115" y="688378"/>
                </a:lnTo>
                <a:lnTo>
                  <a:pt x="1713966" y="703592"/>
                </a:lnTo>
                <a:lnTo>
                  <a:pt x="1714322" y="703097"/>
                </a:lnTo>
                <a:lnTo>
                  <a:pt x="1727669" y="706158"/>
                </a:lnTo>
                <a:lnTo>
                  <a:pt x="1740331" y="710234"/>
                </a:lnTo>
                <a:lnTo>
                  <a:pt x="1710728" y="752500"/>
                </a:lnTo>
                <a:lnTo>
                  <a:pt x="1714055" y="769912"/>
                </a:lnTo>
                <a:lnTo>
                  <a:pt x="1717573" y="787031"/>
                </a:lnTo>
                <a:lnTo>
                  <a:pt x="1710982" y="796429"/>
                </a:lnTo>
                <a:lnTo>
                  <a:pt x="1717903" y="808697"/>
                </a:lnTo>
                <a:lnTo>
                  <a:pt x="1715122" y="812673"/>
                </a:lnTo>
                <a:lnTo>
                  <a:pt x="1722945" y="823645"/>
                </a:lnTo>
                <a:lnTo>
                  <a:pt x="1720062" y="827760"/>
                </a:lnTo>
                <a:lnTo>
                  <a:pt x="1720253" y="849617"/>
                </a:lnTo>
                <a:lnTo>
                  <a:pt x="1719262" y="873201"/>
                </a:lnTo>
                <a:lnTo>
                  <a:pt x="1729867" y="902335"/>
                </a:lnTo>
                <a:lnTo>
                  <a:pt x="1733664" y="919048"/>
                </a:lnTo>
                <a:lnTo>
                  <a:pt x="1744065" y="926338"/>
                </a:lnTo>
                <a:lnTo>
                  <a:pt x="1740865" y="930910"/>
                </a:lnTo>
                <a:lnTo>
                  <a:pt x="1739265" y="977480"/>
                </a:lnTo>
                <a:lnTo>
                  <a:pt x="1744078" y="992771"/>
                </a:lnTo>
                <a:lnTo>
                  <a:pt x="1748878" y="1008049"/>
                </a:lnTo>
                <a:lnTo>
                  <a:pt x="1748078" y="1031341"/>
                </a:lnTo>
                <a:lnTo>
                  <a:pt x="1761680" y="1034046"/>
                </a:lnTo>
                <a:lnTo>
                  <a:pt x="1775548" y="1014234"/>
                </a:lnTo>
                <a:lnTo>
                  <a:pt x="1785683" y="1021892"/>
                </a:lnTo>
                <a:lnTo>
                  <a:pt x="1794230" y="1031849"/>
                </a:lnTo>
                <a:lnTo>
                  <a:pt x="1776082" y="1057757"/>
                </a:lnTo>
                <a:lnTo>
                  <a:pt x="1784362" y="1068095"/>
                </a:lnTo>
                <a:lnTo>
                  <a:pt x="1781162" y="1072667"/>
                </a:lnTo>
                <a:lnTo>
                  <a:pt x="1789163" y="1083373"/>
                </a:lnTo>
                <a:lnTo>
                  <a:pt x="1786763" y="1086802"/>
                </a:lnTo>
                <a:lnTo>
                  <a:pt x="1794764" y="1097521"/>
                </a:lnTo>
                <a:lnTo>
                  <a:pt x="1789480" y="1105065"/>
                </a:lnTo>
                <a:lnTo>
                  <a:pt x="1776488" y="1101471"/>
                </a:lnTo>
                <a:lnTo>
                  <a:pt x="1773694" y="1105458"/>
                </a:lnTo>
                <a:lnTo>
                  <a:pt x="1759813" y="1103147"/>
                </a:lnTo>
                <a:lnTo>
                  <a:pt x="1761439" y="1100836"/>
                </a:lnTo>
                <a:lnTo>
                  <a:pt x="1755152" y="1087666"/>
                </a:lnTo>
                <a:lnTo>
                  <a:pt x="1767547" y="1069949"/>
                </a:lnTo>
                <a:lnTo>
                  <a:pt x="1763814" y="1066444"/>
                </a:lnTo>
                <a:lnTo>
                  <a:pt x="1767979" y="1065707"/>
                </a:lnTo>
                <a:lnTo>
                  <a:pt x="1779282" y="1069073"/>
                </a:lnTo>
                <a:lnTo>
                  <a:pt x="1777898" y="1061300"/>
                </a:lnTo>
                <a:lnTo>
                  <a:pt x="1773923" y="1053973"/>
                </a:lnTo>
                <a:lnTo>
                  <a:pt x="1772539" y="1046187"/>
                </a:lnTo>
                <a:lnTo>
                  <a:pt x="1764957" y="1042949"/>
                </a:lnTo>
                <a:lnTo>
                  <a:pt x="1743824" y="1035177"/>
                </a:lnTo>
                <a:lnTo>
                  <a:pt x="1745843" y="1061567"/>
                </a:lnTo>
                <a:lnTo>
                  <a:pt x="1758810" y="1059294"/>
                </a:lnTo>
                <a:lnTo>
                  <a:pt x="1759267" y="1061885"/>
                </a:lnTo>
                <a:lnTo>
                  <a:pt x="1762328" y="1064031"/>
                </a:lnTo>
                <a:lnTo>
                  <a:pt x="1762531" y="1065237"/>
                </a:lnTo>
                <a:lnTo>
                  <a:pt x="1758213" y="1061148"/>
                </a:lnTo>
                <a:lnTo>
                  <a:pt x="1746859" y="1077366"/>
                </a:lnTo>
                <a:lnTo>
                  <a:pt x="1749018" y="1096429"/>
                </a:lnTo>
                <a:lnTo>
                  <a:pt x="1752168" y="1114082"/>
                </a:lnTo>
                <a:lnTo>
                  <a:pt x="1754200" y="1133297"/>
                </a:lnTo>
                <a:lnTo>
                  <a:pt x="1750377" y="1138770"/>
                </a:lnTo>
                <a:lnTo>
                  <a:pt x="1757146" y="1151242"/>
                </a:lnTo>
                <a:lnTo>
                  <a:pt x="1749679" y="1161910"/>
                </a:lnTo>
                <a:lnTo>
                  <a:pt x="1761159" y="1167676"/>
                </a:lnTo>
                <a:lnTo>
                  <a:pt x="1783562" y="1135659"/>
                </a:lnTo>
                <a:lnTo>
                  <a:pt x="1788248" y="1151115"/>
                </a:lnTo>
                <a:lnTo>
                  <a:pt x="1761959" y="1188669"/>
                </a:lnTo>
                <a:lnTo>
                  <a:pt x="1768094" y="1202055"/>
                </a:lnTo>
                <a:lnTo>
                  <a:pt x="1781962" y="1182243"/>
                </a:lnTo>
                <a:lnTo>
                  <a:pt x="1805965" y="1192237"/>
                </a:lnTo>
                <a:lnTo>
                  <a:pt x="1799564" y="1201381"/>
                </a:lnTo>
                <a:lnTo>
                  <a:pt x="1787029" y="1197140"/>
                </a:lnTo>
                <a:lnTo>
                  <a:pt x="1777161" y="1211237"/>
                </a:lnTo>
                <a:lnTo>
                  <a:pt x="1762620" y="1209865"/>
                </a:lnTo>
                <a:lnTo>
                  <a:pt x="1758492" y="1215771"/>
                </a:lnTo>
                <a:lnTo>
                  <a:pt x="1765642" y="1249845"/>
                </a:lnTo>
                <a:lnTo>
                  <a:pt x="1772500" y="1284338"/>
                </a:lnTo>
                <a:lnTo>
                  <a:pt x="1768348" y="1312418"/>
                </a:lnTo>
                <a:lnTo>
                  <a:pt x="1773694" y="1349057"/>
                </a:lnTo>
                <a:lnTo>
                  <a:pt x="1798243" y="1314005"/>
                </a:lnTo>
                <a:lnTo>
                  <a:pt x="1804644" y="1326997"/>
                </a:lnTo>
                <a:lnTo>
                  <a:pt x="1800644" y="1332712"/>
                </a:lnTo>
                <a:lnTo>
                  <a:pt x="1807044" y="1345717"/>
                </a:lnTo>
                <a:lnTo>
                  <a:pt x="1798205" y="1358341"/>
                </a:lnTo>
                <a:lnTo>
                  <a:pt x="1803577" y="1372806"/>
                </a:lnTo>
                <a:lnTo>
                  <a:pt x="1792109" y="1389202"/>
                </a:lnTo>
                <a:lnTo>
                  <a:pt x="1807845" y="1388859"/>
                </a:lnTo>
                <a:lnTo>
                  <a:pt x="1806511" y="1390764"/>
                </a:lnTo>
                <a:lnTo>
                  <a:pt x="1817751" y="1396860"/>
                </a:lnTo>
                <a:lnTo>
                  <a:pt x="1804974" y="1415097"/>
                </a:lnTo>
                <a:lnTo>
                  <a:pt x="1821180" y="1414094"/>
                </a:lnTo>
                <a:lnTo>
                  <a:pt x="1808251" y="1432572"/>
                </a:lnTo>
                <a:lnTo>
                  <a:pt x="1811934" y="1449451"/>
                </a:lnTo>
                <a:lnTo>
                  <a:pt x="1804911" y="1459484"/>
                </a:lnTo>
                <a:lnTo>
                  <a:pt x="1794510" y="1452194"/>
                </a:lnTo>
                <a:lnTo>
                  <a:pt x="1793443" y="1453718"/>
                </a:lnTo>
                <a:lnTo>
                  <a:pt x="1783041" y="1446441"/>
                </a:lnTo>
                <a:lnTo>
                  <a:pt x="1785543" y="1487157"/>
                </a:lnTo>
                <a:lnTo>
                  <a:pt x="1788642" y="1527009"/>
                </a:lnTo>
                <a:lnTo>
                  <a:pt x="1792947" y="1565160"/>
                </a:lnTo>
                <a:lnTo>
                  <a:pt x="1798447" y="1579435"/>
                </a:lnTo>
                <a:lnTo>
                  <a:pt x="1809457" y="1608010"/>
                </a:lnTo>
                <a:lnTo>
                  <a:pt x="1812696" y="1603387"/>
                </a:lnTo>
                <a:lnTo>
                  <a:pt x="1826526" y="1605762"/>
                </a:lnTo>
                <a:lnTo>
                  <a:pt x="1830362" y="1600288"/>
                </a:lnTo>
                <a:lnTo>
                  <a:pt x="1845208" y="1601241"/>
                </a:lnTo>
                <a:lnTo>
                  <a:pt x="1812048" y="1648612"/>
                </a:lnTo>
                <a:lnTo>
                  <a:pt x="1819325" y="1660347"/>
                </a:lnTo>
                <a:lnTo>
                  <a:pt x="1810791" y="1672539"/>
                </a:lnTo>
                <a:lnTo>
                  <a:pt x="1828406" y="1691678"/>
                </a:lnTo>
                <a:lnTo>
                  <a:pt x="1846008" y="1710817"/>
                </a:lnTo>
                <a:lnTo>
                  <a:pt x="1834273" y="1727581"/>
                </a:lnTo>
                <a:lnTo>
                  <a:pt x="1846808" y="1731810"/>
                </a:lnTo>
                <a:lnTo>
                  <a:pt x="1838274" y="1744014"/>
                </a:lnTo>
                <a:lnTo>
                  <a:pt x="1850809" y="1748243"/>
                </a:lnTo>
                <a:lnTo>
                  <a:pt x="1835162" y="1748459"/>
                </a:lnTo>
                <a:lnTo>
                  <a:pt x="1840001" y="1763674"/>
                </a:lnTo>
                <a:lnTo>
                  <a:pt x="1835061" y="1770748"/>
                </a:lnTo>
                <a:lnTo>
                  <a:pt x="1821205" y="1768398"/>
                </a:lnTo>
                <a:lnTo>
                  <a:pt x="1816938" y="1774494"/>
                </a:lnTo>
                <a:lnTo>
                  <a:pt x="1827339" y="1781771"/>
                </a:lnTo>
                <a:lnTo>
                  <a:pt x="1834807" y="1771116"/>
                </a:lnTo>
                <a:lnTo>
                  <a:pt x="1849475" y="1772297"/>
                </a:lnTo>
                <a:lnTo>
                  <a:pt x="1835340" y="1792490"/>
                </a:lnTo>
                <a:lnTo>
                  <a:pt x="1839480" y="1808721"/>
                </a:lnTo>
                <a:lnTo>
                  <a:pt x="1837347" y="1811769"/>
                </a:lnTo>
                <a:lnTo>
                  <a:pt x="1850669" y="1814893"/>
                </a:lnTo>
                <a:lnTo>
                  <a:pt x="1864690" y="1817001"/>
                </a:lnTo>
                <a:lnTo>
                  <a:pt x="1849234" y="1816938"/>
                </a:lnTo>
                <a:lnTo>
                  <a:pt x="1838274" y="1832584"/>
                </a:lnTo>
                <a:lnTo>
                  <a:pt x="1842274" y="1849018"/>
                </a:lnTo>
                <a:lnTo>
                  <a:pt x="1846287" y="1865439"/>
                </a:lnTo>
                <a:lnTo>
                  <a:pt x="1843252" y="1869770"/>
                </a:lnTo>
                <a:lnTo>
                  <a:pt x="1847989" y="1885149"/>
                </a:lnTo>
                <a:lnTo>
                  <a:pt x="1839620" y="1897113"/>
                </a:lnTo>
                <a:lnTo>
                  <a:pt x="1854733" y="1919795"/>
                </a:lnTo>
                <a:lnTo>
                  <a:pt x="1866963" y="1946630"/>
                </a:lnTo>
                <a:lnTo>
                  <a:pt x="1866582" y="1969325"/>
                </a:lnTo>
                <a:lnTo>
                  <a:pt x="1875104" y="2001443"/>
                </a:lnTo>
                <a:lnTo>
                  <a:pt x="1896706" y="2037003"/>
                </a:lnTo>
                <a:lnTo>
                  <a:pt x="1907806" y="2043290"/>
                </a:lnTo>
                <a:lnTo>
                  <a:pt x="1916722" y="2052713"/>
                </a:lnTo>
                <a:lnTo>
                  <a:pt x="1922818" y="2066137"/>
                </a:lnTo>
                <a:lnTo>
                  <a:pt x="1925523" y="2084425"/>
                </a:lnTo>
                <a:lnTo>
                  <a:pt x="1924456" y="2085949"/>
                </a:lnTo>
                <a:lnTo>
                  <a:pt x="1914055" y="2078672"/>
                </a:lnTo>
                <a:lnTo>
                  <a:pt x="1911921" y="2081720"/>
                </a:lnTo>
                <a:lnTo>
                  <a:pt x="1921040" y="2090813"/>
                </a:lnTo>
                <a:lnTo>
                  <a:pt x="1920189" y="2092045"/>
                </a:lnTo>
                <a:lnTo>
                  <a:pt x="1929726" y="2100567"/>
                </a:lnTo>
                <a:lnTo>
                  <a:pt x="1938858" y="2109660"/>
                </a:lnTo>
                <a:lnTo>
                  <a:pt x="1954796" y="2131187"/>
                </a:lnTo>
                <a:lnTo>
                  <a:pt x="1973541" y="2148700"/>
                </a:lnTo>
                <a:lnTo>
                  <a:pt x="1994687" y="2162797"/>
                </a:lnTo>
                <a:lnTo>
                  <a:pt x="2017826" y="2174024"/>
                </a:lnTo>
                <a:lnTo>
                  <a:pt x="2041372" y="2184692"/>
                </a:lnTo>
                <a:lnTo>
                  <a:pt x="2078850" y="2197582"/>
                </a:lnTo>
                <a:lnTo>
                  <a:pt x="2102383" y="2208238"/>
                </a:lnTo>
                <a:lnTo>
                  <a:pt x="2127008" y="2217356"/>
                </a:lnTo>
                <a:lnTo>
                  <a:pt x="2151342" y="2226894"/>
                </a:lnTo>
                <a:lnTo>
                  <a:pt x="2185873" y="2244013"/>
                </a:lnTo>
                <a:lnTo>
                  <a:pt x="2209901" y="2253983"/>
                </a:lnTo>
                <a:lnTo>
                  <a:pt x="2222182" y="2258568"/>
                </a:lnTo>
                <a:lnTo>
                  <a:pt x="2224963" y="2254593"/>
                </a:lnTo>
                <a:lnTo>
                  <a:pt x="2239556" y="2255901"/>
                </a:lnTo>
                <a:lnTo>
                  <a:pt x="2256040" y="2254491"/>
                </a:lnTo>
                <a:lnTo>
                  <a:pt x="2347468" y="2123884"/>
                </a:lnTo>
                <a:lnTo>
                  <a:pt x="2413952" y="1940344"/>
                </a:lnTo>
                <a:lnTo>
                  <a:pt x="2452509" y="1840979"/>
                </a:lnTo>
                <a:lnTo>
                  <a:pt x="2460993" y="1784565"/>
                </a:lnTo>
                <a:lnTo>
                  <a:pt x="2479827" y="1735518"/>
                </a:lnTo>
                <a:lnTo>
                  <a:pt x="2488374" y="1679028"/>
                </a:lnTo>
                <a:lnTo>
                  <a:pt x="2519883" y="1589722"/>
                </a:lnTo>
                <a:lnTo>
                  <a:pt x="2525280" y="1537716"/>
                </a:lnTo>
                <a:lnTo>
                  <a:pt x="2541054" y="1493037"/>
                </a:lnTo>
                <a:lnTo>
                  <a:pt x="2546337" y="1441208"/>
                </a:lnTo>
                <a:lnTo>
                  <a:pt x="2577185" y="1352842"/>
                </a:lnTo>
                <a:lnTo>
                  <a:pt x="2587460" y="1249591"/>
                </a:lnTo>
                <a:lnTo>
                  <a:pt x="2602852" y="1205445"/>
                </a:lnTo>
                <a:lnTo>
                  <a:pt x="2607767" y="1154137"/>
                </a:lnTo>
                <a:lnTo>
                  <a:pt x="2623032" y="1110195"/>
                </a:lnTo>
                <a:lnTo>
                  <a:pt x="2637231" y="957046"/>
                </a:lnTo>
                <a:lnTo>
                  <a:pt x="2651836" y="914031"/>
                </a:lnTo>
                <a:lnTo>
                  <a:pt x="2663863" y="763993"/>
                </a:lnTo>
                <a:lnTo>
                  <a:pt x="2672994" y="728789"/>
                </a:lnTo>
                <a:lnTo>
                  <a:pt x="2672118" y="685749"/>
                </a:lnTo>
                <a:lnTo>
                  <a:pt x="2681655" y="649986"/>
                </a:lnTo>
                <a:lnTo>
                  <a:pt x="2680385" y="607504"/>
                </a:lnTo>
                <a:lnTo>
                  <a:pt x="2701709" y="355600"/>
                </a:lnTo>
                <a:lnTo>
                  <a:pt x="2695371" y="298221"/>
                </a:lnTo>
                <a:lnTo>
                  <a:pt x="2707043" y="148666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19386" y="4347410"/>
            <a:ext cx="5401425" cy="25167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3828" y="2314676"/>
            <a:ext cx="123825" cy="123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958215">
              <a:lnSpc>
                <a:spcPct val="145800"/>
              </a:lnSpc>
              <a:spcBef>
                <a:spcPts val="100"/>
              </a:spcBef>
            </a:pPr>
            <a:r>
              <a:rPr dirty="0" spc="-120"/>
              <a:t>Sentry’s </a:t>
            </a:r>
            <a:r>
              <a:rPr dirty="0"/>
              <a:t>notifications </a:t>
            </a:r>
            <a:r>
              <a:rPr dirty="0" spc="-45"/>
              <a:t>give </a:t>
            </a:r>
            <a:r>
              <a:rPr dirty="0" spc="-25"/>
              <a:t>immediate </a:t>
            </a:r>
            <a:r>
              <a:rPr dirty="0" spc="-50"/>
              <a:t>visibility </a:t>
            </a:r>
            <a:r>
              <a:rPr dirty="0"/>
              <a:t>into </a:t>
            </a:r>
            <a:r>
              <a:rPr dirty="0" spc="-10"/>
              <a:t>the  </a:t>
            </a:r>
            <a:r>
              <a:rPr dirty="0" spc="15"/>
              <a:t>impact </a:t>
            </a:r>
            <a:r>
              <a:rPr dirty="0" spc="85"/>
              <a:t>of </a:t>
            </a:r>
            <a:r>
              <a:rPr dirty="0" spc="-95"/>
              <a:t>errors </a:t>
            </a:r>
            <a:r>
              <a:rPr dirty="0" spc="-80"/>
              <a:t>on </a:t>
            </a:r>
            <a:r>
              <a:rPr dirty="0" spc="-114"/>
              <a:t>your </a:t>
            </a:r>
            <a:r>
              <a:rPr dirty="0" spc="-170"/>
              <a:t>users </a:t>
            </a:r>
            <a:r>
              <a:rPr dirty="0" spc="-20"/>
              <a:t>and </a:t>
            </a:r>
            <a:r>
              <a:rPr dirty="0" spc="-125"/>
              <a:t>why </a:t>
            </a:r>
            <a:r>
              <a:rPr dirty="0" spc="-130"/>
              <a:t>you </a:t>
            </a:r>
            <a:r>
              <a:rPr dirty="0" spc="-20"/>
              <a:t>are </a:t>
            </a:r>
            <a:r>
              <a:rPr dirty="0" spc="-15"/>
              <a:t>being  </a:t>
            </a:r>
            <a:r>
              <a:rPr dirty="0" spc="5"/>
              <a:t>alerted.</a:t>
            </a:r>
          </a:p>
          <a:p>
            <a:pPr marL="12700" marR="462915">
              <a:lnSpc>
                <a:spcPct val="145800"/>
              </a:lnSpc>
            </a:pPr>
            <a:r>
              <a:rPr dirty="0" spc="-120"/>
              <a:t>See </a:t>
            </a:r>
            <a:r>
              <a:rPr dirty="0" spc="-55"/>
              <a:t>how </a:t>
            </a:r>
            <a:r>
              <a:rPr dirty="0" spc="-135"/>
              <a:t>many </a:t>
            </a:r>
            <a:r>
              <a:rPr dirty="0" spc="-75"/>
              <a:t>times </a:t>
            </a:r>
            <a:r>
              <a:rPr dirty="0" spc="-20"/>
              <a:t>each </a:t>
            </a:r>
            <a:r>
              <a:rPr dirty="0" spc="-50"/>
              <a:t>error </a:t>
            </a:r>
            <a:r>
              <a:rPr dirty="0" spc="-20"/>
              <a:t>occurred and </a:t>
            </a:r>
            <a:r>
              <a:rPr dirty="0" spc="-55"/>
              <a:t>how </a:t>
            </a:r>
            <a:r>
              <a:rPr dirty="0" spc="-135"/>
              <a:t>many  </a:t>
            </a:r>
            <a:r>
              <a:rPr dirty="0" spc="-170"/>
              <a:t>users </a:t>
            </a:r>
            <a:r>
              <a:rPr dirty="0" spc="85"/>
              <a:t>it </a:t>
            </a:r>
            <a:r>
              <a:rPr dirty="0" spc="75"/>
              <a:t>affected </a:t>
            </a:r>
            <a:r>
              <a:rPr dirty="0" spc="5"/>
              <a:t>with </a:t>
            </a:r>
            <a:r>
              <a:rPr dirty="0" spc="30"/>
              <a:t>aggregated</a:t>
            </a:r>
            <a:r>
              <a:rPr dirty="0" spc="-125"/>
              <a:t> </a:t>
            </a:r>
            <a:r>
              <a:rPr dirty="0" spc="-85"/>
              <a:t>errors.</a:t>
            </a: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dirty="0" spc="-100"/>
              <a:t>Sentry </a:t>
            </a:r>
            <a:r>
              <a:rPr dirty="0" spc="-135"/>
              <a:t>has </a:t>
            </a:r>
            <a:r>
              <a:rPr dirty="0" spc="-345"/>
              <a:t>SDKs </a:t>
            </a:r>
            <a:r>
              <a:rPr dirty="0" spc="50"/>
              <a:t>that </a:t>
            </a:r>
            <a:r>
              <a:rPr dirty="0" spc="-45"/>
              <a:t>support </a:t>
            </a:r>
            <a:r>
              <a:rPr dirty="0" spc="-95"/>
              <a:t>most</a:t>
            </a:r>
            <a:r>
              <a:rPr dirty="0" spc="-65"/>
              <a:t> </a:t>
            </a:r>
            <a:r>
              <a:rPr dirty="0" spc="-50"/>
              <a:t>languages</a:t>
            </a:r>
          </a:p>
          <a:p>
            <a:pPr marL="12700" marR="5080">
              <a:lnSpc>
                <a:spcPct val="145800"/>
              </a:lnSpc>
            </a:pPr>
            <a:r>
              <a:rPr dirty="0" spc="-305"/>
              <a:t>By </a:t>
            </a:r>
            <a:r>
              <a:rPr dirty="0" spc="-60"/>
              <a:t>customizing </a:t>
            </a:r>
            <a:r>
              <a:rPr dirty="0" spc="15"/>
              <a:t>alert </a:t>
            </a:r>
            <a:r>
              <a:rPr dirty="0" spc="-110"/>
              <a:t>rules </a:t>
            </a:r>
            <a:r>
              <a:rPr dirty="0" spc="-20"/>
              <a:t>and </a:t>
            </a:r>
            <a:r>
              <a:rPr dirty="0" spc="10"/>
              <a:t>integrating </a:t>
            </a:r>
            <a:r>
              <a:rPr dirty="0"/>
              <a:t>into </a:t>
            </a:r>
            <a:r>
              <a:rPr dirty="0" spc="-10"/>
              <a:t>the </a:t>
            </a:r>
            <a:r>
              <a:rPr dirty="0" spc="-40"/>
              <a:t>tools </a:t>
            </a:r>
            <a:r>
              <a:rPr dirty="0" spc="-130"/>
              <a:t>you  </a:t>
            </a:r>
            <a:r>
              <a:rPr dirty="0" spc="-30"/>
              <a:t>already </a:t>
            </a:r>
            <a:r>
              <a:rPr dirty="0" spc="-155"/>
              <a:t>use, </a:t>
            </a:r>
            <a:r>
              <a:rPr dirty="0" spc="-130"/>
              <a:t>you </a:t>
            </a:r>
            <a:r>
              <a:rPr dirty="0" spc="-15"/>
              <a:t>can </a:t>
            </a:r>
            <a:r>
              <a:rPr dirty="0" spc="-45"/>
              <a:t>receive </a:t>
            </a:r>
            <a:r>
              <a:rPr dirty="0" spc="-35"/>
              <a:t>alerts </a:t>
            </a:r>
            <a:r>
              <a:rPr dirty="0" spc="-80"/>
              <a:t>when </a:t>
            </a:r>
            <a:r>
              <a:rPr dirty="0" spc="-35"/>
              <a:t>(and </a:t>
            </a:r>
            <a:r>
              <a:rPr dirty="0" spc="45"/>
              <a:t>if) </a:t>
            </a:r>
            <a:r>
              <a:rPr dirty="0" spc="-130"/>
              <a:t>you </a:t>
            </a:r>
            <a:r>
              <a:rPr dirty="0" spc="10"/>
              <a:t>want  </a:t>
            </a:r>
            <a:r>
              <a:rPr dirty="0" spc="-75"/>
              <a:t>them,</a:t>
            </a:r>
          </a:p>
        </p:txBody>
      </p:sp>
      <p:sp>
        <p:nvSpPr>
          <p:cNvPr id="8" name="object 8"/>
          <p:cNvSpPr/>
          <p:nvPr/>
        </p:nvSpPr>
        <p:spPr>
          <a:xfrm>
            <a:off x="7313828" y="4314926"/>
            <a:ext cx="123825" cy="123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13828" y="5648426"/>
            <a:ext cx="123825" cy="123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313828" y="6315176"/>
            <a:ext cx="123825" cy="123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63988" y="7840014"/>
            <a:ext cx="2118995" cy="2446655"/>
          </a:xfrm>
          <a:custGeom>
            <a:avLst/>
            <a:gdLst/>
            <a:ahLst/>
            <a:cxnLst/>
            <a:rect l="l" t="t" r="r" b="b"/>
            <a:pathLst>
              <a:path w="2118994" h="2446654">
                <a:moveTo>
                  <a:pt x="708888" y="1121486"/>
                </a:moveTo>
                <a:lnTo>
                  <a:pt x="701497" y="1103185"/>
                </a:lnTo>
                <a:lnTo>
                  <a:pt x="696810" y="1117549"/>
                </a:lnTo>
                <a:lnTo>
                  <a:pt x="708888" y="1121486"/>
                </a:lnTo>
                <a:close/>
              </a:path>
              <a:path w="2118994" h="2446654">
                <a:moveTo>
                  <a:pt x="860196" y="1483829"/>
                </a:moveTo>
                <a:lnTo>
                  <a:pt x="856234" y="1473276"/>
                </a:lnTo>
                <a:lnTo>
                  <a:pt x="852855" y="1466608"/>
                </a:lnTo>
                <a:lnTo>
                  <a:pt x="851141" y="1460500"/>
                </a:lnTo>
                <a:lnTo>
                  <a:pt x="840041" y="1466138"/>
                </a:lnTo>
                <a:lnTo>
                  <a:pt x="838911" y="1463916"/>
                </a:lnTo>
                <a:lnTo>
                  <a:pt x="835571" y="1462824"/>
                </a:lnTo>
                <a:lnTo>
                  <a:pt x="834440" y="1460601"/>
                </a:lnTo>
                <a:lnTo>
                  <a:pt x="829995" y="1462849"/>
                </a:lnTo>
                <a:lnTo>
                  <a:pt x="818870" y="1462913"/>
                </a:lnTo>
                <a:lnTo>
                  <a:pt x="822248" y="1469580"/>
                </a:lnTo>
                <a:lnTo>
                  <a:pt x="827849" y="1475105"/>
                </a:lnTo>
                <a:lnTo>
                  <a:pt x="831227" y="1481772"/>
                </a:lnTo>
                <a:lnTo>
                  <a:pt x="838974" y="1482623"/>
                </a:lnTo>
                <a:lnTo>
                  <a:pt x="860196" y="1483829"/>
                </a:lnTo>
                <a:close/>
              </a:path>
              <a:path w="2118994" h="2446654">
                <a:moveTo>
                  <a:pt x="869543" y="1529461"/>
                </a:moveTo>
                <a:lnTo>
                  <a:pt x="868476" y="1529397"/>
                </a:lnTo>
                <a:lnTo>
                  <a:pt x="868565" y="1529689"/>
                </a:lnTo>
                <a:lnTo>
                  <a:pt x="869543" y="1529461"/>
                </a:lnTo>
                <a:close/>
              </a:path>
              <a:path w="2118994" h="2446654">
                <a:moveTo>
                  <a:pt x="997165" y="1756308"/>
                </a:moveTo>
                <a:lnTo>
                  <a:pt x="982548" y="1733016"/>
                </a:lnTo>
                <a:lnTo>
                  <a:pt x="981456" y="1736369"/>
                </a:lnTo>
                <a:lnTo>
                  <a:pt x="976477" y="1740293"/>
                </a:lnTo>
                <a:lnTo>
                  <a:pt x="973162" y="1744764"/>
                </a:lnTo>
                <a:lnTo>
                  <a:pt x="972642" y="1752003"/>
                </a:lnTo>
                <a:lnTo>
                  <a:pt x="971003" y="1757019"/>
                </a:lnTo>
                <a:lnTo>
                  <a:pt x="970495" y="1764258"/>
                </a:lnTo>
                <a:lnTo>
                  <a:pt x="997165" y="1756308"/>
                </a:lnTo>
                <a:close/>
              </a:path>
              <a:path w="2118994" h="2446654">
                <a:moveTo>
                  <a:pt x="1519593" y="1506677"/>
                </a:moveTo>
                <a:lnTo>
                  <a:pt x="1515694" y="1507261"/>
                </a:lnTo>
                <a:lnTo>
                  <a:pt x="1511249" y="1509509"/>
                </a:lnTo>
                <a:lnTo>
                  <a:pt x="1507363" y="1510093"/>
                </a:lnTo>
                <a:lnTo>
                  <a:pt x="1509039" y="1510639"/>
                </a:lnTo>
                <a:lnTo>
                  <a:pt x="1510157" y="1512862"/>
                </a:lnTo>
                <a:lnTo>
                  <a:pt x="1511833" y="1513408"/>
                </a:lnTo>
                <a:lnTo>
                  <a:pt x="1514602" y="1510601"/>
                </a:lnTo>
                <a:lnTo>
                  <a:pt x="1516824" y="1509483"/>
                </a:lnTo>
                <a:lnTo>
                  <a:pt x="1519593" y="1506677"/>
                </a:lnTo>
                <a:close/>
              </a:path>
              <a:path w="2118994" h="2446654">
                <a:moveTo>
                  <a:pt x="1524698" y="1168704"/>
                </a:moveTo>
                <a:lnTo>
                  <a:pt x="1524584" y="1160221"/>
                </a:lnTo>
                <a:lnTo>
                  <a:pt x="1522526" y="1166495"/>
                </a:lnTo>
                <a:lnTo>
                  <a:pt x="1524698" y="1168704"/>
                </a:lnTo>
                <a:close/>
              </a:path>
              <a:path w="2118994" h="2446654">
                <a:moveTo>
                  <a:pt x="1531607" y="1302308"/>
                </a:moveTo>
                <a:lnTo>
                  <a:pt x="1523873" y="1285087"/>
                </a:lnTo>
                <a:lnTo>
                  <a:pt x="1514182" y="1314729"/>
                </a:lnTo>
                <a:lnTo>
                  <a:pt x="1512697" y="1319276"/>
                </a:lnTo>
                <a:lnTo>
                  <a:pt x="1523288" y="1327772"/>
                </a:lnTo>
                <a:lnTo>
                  <a:pt x="1531607" y="1302308"/>
                </a:lnTo>
                <a:close/>
              </a:path>
              <a:path w="2118994" h="2446654">
                <a:moveTo>
                  <a:pt x="1531988" y="1440370"/>
                </a:moveTo>
                <a:lnTo>
                  <a:pt x="1530477" y="1411503"/>
                </a:lnTo>
                <a:lnTo>
                  <a:pt x="1529524" y="1402537"/>
                </a:lnTo>
                <a:lnTo>
                  <a:pt x="1520901" y="1420088"/>
                </a:lnTo>
                <a:lnTo>
                  <a:pt x="1518285" y="1429880"/>
                </a:lnTo>
                <a:lnTo>
                  <a:pt x="1521904" y="1435455"/>
                </a:lnTo>
                <a:lnTo>
                  <a:pt x="1531988" y="1440370"/>
                </a:lnTo>
                <a:close/>
              </a:path>
              <a:path w="2118994" h="2446654">
                <a:moveTo>
                  <a:pt x="1532470" y="1336840"/>
                </a:moveTo>
                <a:lnTo>
                  <a:pt x="1529118" y="1335747"/>
                </a:lnTo>
                <a:lnTo>
                  <a:pt x="1526895" y="1336878"/>
                </a:lnTo>
                <a:lnTo>
                  <a:pt x="1523555" y="1335786"/>
                </a:lnTo>
                <a:lnTo>
                  <a:pt x="1519936" y="1380883"/>
                </a:lnTo>
                <a:lnTo>
                  <a:pt x="1529626" y="1371066"/>
                </a:lnTo>
                <a:lnTo>
                  <a:pt x="1531429" y="1359877"/>
                </a:lnTo>
                <a:lnTo>
                  <a:pt x="1530616" y="1348181"/>
                </a:lnTo>
                <a:lnTo>
                  <a:pt x="1532470" y="1336840"/>
                </a:lnTo>
                <a:close/>
              </a:path>
              <a:path w="2118994" h="2446654">
                <a:moveTo>
                  <a:pt x="1532559" y="1176718"/>
                </a:moveTo>
                <a:lnTo>
                  <a:pt x="1524698" y="1168704"/>
                </a:lnTo>
                <a:lnTo>
                  <a:pt x="1525104" y="1199502"/>
                </a:lnTo>
                <a:lnTo>
                  <a:pt x="1532559" y="1176718"/>
                </a:lnTo>
                <a:close/>
              </a:path>
              <a:path w="2118994" h="2446654">
                <a:moveTo>
                  <a:pt x="1546402" y="1702447"/>
                </a:moveTo>
                <a:lnTo>
                  <a:pt x="1544193" y="1688934"/>
                </a:lnTo>
                <a:lnTo>
                  <a:pt x="1542554" y="1675257"/>
                </a:lnTo>
                <a:lnTo>
                  <a:pt x="1539951" y="1648485"/>
                </a:lnTo>
                <a:lnTo>
                  <a:pt x="1538274" y="1647939"/>
                </a:lnTo>
                <a:lnTo>
                  <a:pt x="1534375" y="1648523"/>
                </a:lnTo>
                <a:lnTo>
                  <a:pt x="1532166" y="1649653"/>
                </a:lnTo>
                <a:lnTo>
                  <a:pt x="1534845" y="1663319"/>
                </a:lnTo>
                <a:lnTo>
                  <a:pt x="1533093" y="1677263"/>
                </a:lnTo>
                <a:lnTo>
                  <a:pt x="1532496" y="1690903"/>
                </a:lnTo>
                <a:lnTo>
                  <a:pt x="1538617" y="1703603"/>
                </a:lnTo>
                <a:lnTo>
                  <a:pt x="1542503" y="1703019"/>
                </a:lnTo>
                <a:lnTo>
                  <a:pt x="1544180" y="1703565"/>
                </a:lnTo>
                <a:lnTo>
                  <a:pt x="1546402" y="1702447"/>
                </a:lnTo>
                <a:close/>
              </a:path>
              <a:path w="2118994" h="2446654">
                <a:moveTo>
                  <a:pt x="1756664" y="286207"/>
                </a:moveTo>
                <a:lnTo>
                  <a:pt x="1746364" y="276821"/>
                </a:lnTo>
                <a:lnTo>
                  <a:pt x="1748967" y="268884"/>
                </a:lnTo>
                <a:lnTo>
                  <a:pt x="1739900" y="255739"/>
                </a:lnTo>
                <a:lnTo>
                  <a:pt x="1742909" y="246532"/>
                </a:lnTo>
                <a:lnTo>
                  <a:pt x="1734604" y="231038"/>
                </a:lnTo>
                <a:lnTo>
                  <a:pt x="1738071" y="220421"/>
                </a:lnTo>
                <a:lnTo>
                  <a:pt x="1728444" y="209003"/>
                </a:lnTo>
                <a:lnTo>
                  <a:pt x="1705000" y="198970"/>
                </a:lnTo>
                <a:lnTo>
                  <a:pt x="1712099" y="177228"/>
                </a:lnTo>
                <a:lnTo>
                  <a:pt x="1700034" y="173278"/>
                </a:lnTo>
                <a:lnTo>
                  <a:pt x="1699488" y="174955"/>
                </a:lnTo>
                <a:lnTo>
                  <a:pt x="1690509" y="161518"/>
                </a:lnTo>
                <a:lnTo>
                  <a:pt x="1698891" y="135877"/>
                </a:lnTo>
                <a:lnTo>
                  <a:pt x="1686814" y="131927"/>
                </a:lnTo>
                <a:lnTo>
                  <a:pt x="1678165" y="158407"/>
                </a:lnTo>
                <a:lnTo>
                  <a:pt x="1669618" y="143675"/>
                </a:lnTo>
                <a:lnTo>
                  <a:pt x="1661185" y="128612"/>
                </a:lnTo>
                <a:lnTo>
                  <a:pt x="1664855" y="117348"/>
                </a:lnTo>
                <a:lnTo>
                  <a:pt x="1639074" y="114477"/>
                </a:lnTo>
                <a:lnTo>
                  <a:pt x="1614119" y="109105"/>
                </a:lnTo>
                <a:lnTo>
                  <a:pt x="1601216" y="107670"/>
                </a:lnTo>
                <a:lnTo>
                  <a:pt x="1590243" y="100380"/>
                </a:lnTo>
                <a:lnTo>
                  <a:pt x="1591335" y="97040"/>
                </a:lnTo>
                <a:lnTo>
                  <a:pt x="1587106" y="69100"/>
                </a:lnTo>
                <a:lnTo>
                  <a:pt x="1566595" y="50076"/>
                </a:lnTo>
                <a:lnTo>
                  <a:pt x="1544040" y="37325"/>
                </a:lnTo>
                <a:lnTo>
                  <a:pt x="1533664" y="28206"/>
                </a:lnTo>
                <a:lnTo>
                  <a:pt x="1521942" y="23190"/>
                </a:lnTo>
                <a:lnTo>
                  <a:pt x="1509039" y="21780"/>
                </a:lnTo>
                <a:lnTo>
                  <a:pt x="1495259" y="23063"/>
                </a:lnTo>
                <a:lnTo>
                  <a:pt x="1484299" y="15722"/>
                </a:lnTo>
                <a:lnTo>
                  <a:pt x="1471383" y="14338"/>
                </a:lnTo>
                <a:lnTo>
                  <a:pt x="1457655" y="15468"/>
                </a:lnTo>
                <a:lnTo>
                  <a:pt x="1432166" y="11709"/>
                </a:lnTo>
                <a:lnTo>
                  <a:pt x="1418767" y="11811"/>
                </a:lnTo>
                <a:lnTo>
                  <a:pt x="1393151" y="8445"/>
                </a:lnTo>
                <a:lnTo>
                  <a:pt x="1379499" y="9347"/>
                </a:lnTo>
                <a:lnTo>
                  <a:pt x="1353718" y="6451"/>
                </a:lnTo>
                <a:lnTo>
                  <a:pt x="1248943" y="0"/>
                </a:lnTo>
                <a:lnTo>
                  <a:pt x="1243482" y="16700"/>
                </a:lnTo>
                <a:lnTo>
                  <a:pt x="1229766" y="17792"/>
                </a:lnTo>
                <a:lnTo>
                  <a:pt x="1232496" y="9436"/>
                </a:lnTo>
                <a:lnTo>
                  <a:pt x="1219885" y="7162"/>
                </a:lnTo>
                <a:lnTo>
                  <a:pt x="1190218" y="97955"/>
                </a:lnTo>
                <a:lnTo>
                  <a:pt x="1171194" y="115303"/>
                </a:lnTo>
                <a:lnTo>
                  <a:pt x="1132840" y="232702"/>
                </a:lnTo>
                <a:lnTo>
                  <a:pt x="1131887" y="276517"/>
                </a:lnTo>
                <a:lnTo>
                  <a:pt x="1084072" y="422871"/>
                </a:lnTo>
                <a:lnTo>
                  <a:pt x="1083906" y="464273"/>
                </a:lnTo>
                <a:lnTo>
                  <a:pt x="1071778" y="501421"/>
                </a:lnTo>
                <a:lnTo>
                  <a:pt x="1071854" y="542036"/>
                </a:lnTo>
                <a:lnTo>
                  <a:pt x="1059649" y="579424"/>
                </a:lnTo>
                <a:lnTo>
                  <a:pt x="1059586" y="661441"/>
                </a:lnTo>
                <a:lnTo>
                  <a:pt x="1047369" y="698817"/>
                </a:lnTo>
                <a:lnTo>
                  <a:pt x="1048778" y="735393"/>
                </a:lnTo>
                <a:lnTo>
                  <a:pt x="1038123" y="768019"/>
                </a:lnTo>
                <a:lnTo>
                  <a:pt x="1039545" y="804583"/>
                </a:lnTo>
                <a:lnTo>
                  <a:pt x="1028877" y="837209"/>
                </a:lnTo>
                <a:lnTo>
                  <a:pt x="1026350" y="1008570"/>
                </a:lnTo>
                <a:lnTo>
                  <a:pt x="1003084" y="1284249"/>
                </a:lnTo>
                <a:lnTo>
                  <a:pt x="1011224" y="1341132"/>
                </a:lnTo>
                <a:lnTo>
                  <a:pt x="1003642" y="1446136"/>
                </a:lnTo>
                <a:lnTo>
                  <a:pt x="1012012" y="1502295"/>
                </a:lnTo>
                <a:lnTo>
                  <a:pt x="1008341" y="1554441"/>
                </a:lnTo>
                <a:lnTo>
                  <a:pt x="1007389" y="1598244"/>
                </a:lnTo>
                <a:lnTo>
                  <a:pt x="1018667" y="1645526"/>
                </a:lnTo>
                <a:lnTo>
                  <a:pt x="1017333" y="1731416"/>
                </a:lnTo>
                <a:lnTo>
                  <a:pt x="1020152" y="1804555"/>
                </a:lnTo>
                <a:lnTo>
                  <a:pt x="1009942" y="1794916"/>
                </a:lnTo>
                <a:lnTo>
                  <a:pt x="1011504" y="1790153"/>
                </a:lnTo>
                <a:lnTo>
                  <a:pt x="1000785" y="1782076"/>
                </a:lnTo>
                <a:lnTo>
                  <a:pt x="989952" y="1774317"/>
                </a:lnTo>
                <a:lnTo>
                  <a:pt x="985583" y="1787702"/>
                </a:lnTo>
                <a:lnTo>
                  <a:pt x="976350" y="1775053"/>
                </a:lnTo>
                <a:lnTo>
                  <a:pt x="976172" y="1775599"/>
                </a:lnTo>
                <a:lnTo>
                  <a:pt x="962596" y="1776285"/>
                </a:lnTo>
                <a:lnTo>
                  <a:pt x="970724" y="1751380"/>
                </a:lnTo>
                <a:lnTo>
                  <a:pt x="960843" y="1740738"/>
                </a:lnTo>
                <a:lnTo>
                  <a:pt x="964526" y="1729473"/>
                </a:lnTo>
                <a:lnTo>
                  <a:pt x="956081" y="1714423"/>
                </a:lnTo>
                <a:lnTo>
                  <a:pt x="959612" y="1703628"/>
                </a:lnTo>
                <a:lnTo>
                  <a:pt x="950912" y="1689354"/>
                </a:lnTo>
                <a:lnTo>
                  <a:pt x="952690" y="1683893"/>
                </a:lnTo>
                <a:lnTo>
                  <a:pt x="942047" y="1675587"/>
                </a:lnTo>
                <a:lnTo>
                  <a:pt x="943368" y="1671535"/>
                </a:lnTo>
                <a:lnTo>
                  <a:pt x="932776" y="1663065"/>
                </a:lnTo>
                <a:lnTo>
                  <a:pt x="925931" y="1643126"/>
                </a:lnTo>
                <a:lnTo>
                  <a:pt x="919695" y="1621294"/>
                </a:lnTo>
                <a:lnTo>
                  <a:pt x="912850" y="1601355"/>
                </a:lnTo>
                <a:lnTo>
                  <a:pt x="892086" y="1583118"/>
                </a:lnTo>
                <a:lnTo>
                  <a:pt x="893724" y="1578102"/>
                </a:lnTo>
                <a:lnTo>
                  <a:pt x="887399" y="1556588"/>
                </a:lnTo>
                <a:lnTo>
                  <a:pt x="868984" y="1531137"/>
                </a:lnTo>
                <a:lnTo>
                  <a:pt x="868565" y="1529689"/>
                </a:lnTo>
                <a:lnTo>
                  <a:pt x="855103" y="1532763"/>
                </a:lnTo>
                <a:lnTo>
                  <a:pt x="838708" y="1542046"/>
                </a:lnTo>
                <a:lnTo>
                  <a:pt x="836650" y="1548345"/>
                </a:lnTo>
                <a:lnTo>
                  <a:pt x="826757" y="1537703"/>
                </a:lnTo>
                <a:lnTo>
                  <a:pt x="817968" y="1523720"/>
                </a:lnTo>
                <a:lnTo>
                  <a:pt x="830783" y="1525397"/>
                </a:lnTo>
                <a:lnTo>
                  <a:pt x="843546" y="1527225"/>
                </a:lnTo>
                <a:lnTo>
                  <a:pt x="856411" y="1528737"/>
                </a:lnTo>
                <a:lnTo>
                  <a:pt x="868476" y="1529397"/>
                </a:lnTo>
                <a:lnTo>
                  <a:pt x="856322" y="1488109"/>
                </a:lnTo>
                <a:lnTo>
                  <a:pt x="842606" y="1489189"/>
                </a:lnTo>
                <a:lnTo>
                  <a:pt x="835507" y="1510944"/>
                </a:lnTo>
                <a:lnTo>
                  <a:pt x="823569" y="1506575"/>
                </a:lnTo>
                <a:lnTo>
                  <a:pt x="824522" y="1503654"/>
                </a:lnTo>
                <a:lnTo>
                  <a:pt x="815047" y="1491754"/>
                </a:lnTo>
                <a:lnTo>
                  <a:pt x="821740" y="1471269"/>
                </a:lnTo>
                <a:lnTo>
                  <a:pt x="810768" y="1463979"/>
                </a:lnTo>
                <a:lnTo>
                  <a:pt x="813638" y="1455191"/>
                </a:lnTo>
                <a:lnTo>
                  <a:pt x="802792" y="1447482"/>
                </a:lnTo>
                <a:lnTo>
                  <a:pt x="804024" y="1443723"/>
                </a:lnTo>
                <a:lnTo>
                  <a:pt x="793178" y="1436014"/>
                </a:lnTo>
                <a:lnTo>
                  <a:pt x="806729" y="1435430"/>
                </a:lnTo>
                <a:lnTo>
                  <a:pt x="808050" y="1431378"/>
                </a:lnTo>
                <a:lnTo>
                  <a:pt x="821550" y="1430959"/>
                </a:lnTo>
                <a:lnTo>
                  <a:pt x="823341" y="1425498"/>
                </a:lnTo>
                <a:lnTo>
                  <a:pt x="834580" y="1431975"/>
                </a:lnTo>
                <a:lnTo>
                  <a:pt x="826122" y="1457883"/>
                </a:lnTo>
                <a:lnTo>
                  <a:pt x="834440" y="1460601"/>
                </a:lnTo>
                <a:lnTo>
                  <a:pt x="838187" y="1461820"/>
                </a:lnTo>
                <a:lnTo>
                  <a:pt x="843457" y="1445691"/>
                </a:lnTo>
                <a:lnTo>
                  <a:pt x="835609" y="1428813"/>
                </a:lnTo>
                <a:lnTo>
                  <a:pt x="827252" y="1413497"/>
                </a:lnTo>
                <a:lnTo>
                  <a:pt x="819467" y="1396453"/>
                </a:lnTo>
                <a:lnTo>
                  <a:pt x="823290" y="1384744"/>
                </a:lnTo>
                <a:lnTo>
                  <a:pt x="813079" y="1375117"/>
                </a:lnTo>
                <a:lnTo>
                  <a:pt x="813955" y="1372438"/>
                </a:lnTo>
                <a:lnTo>
                  <a:pt x="801331" y="1370164"/>
                </a:lnTo>
                <a:lnTo>
                  <a:pt x="790943" y="1401953"/>
                </a:lnTo>
                <a:lnTo>
                  <a:pt x="781799" y="1389049"/>
                </a:lnTo>
                <a:lnTo>
                  <a:pt x="789711" y="1364843"/>
                </a:lnTo>
                <a:lnTo>
                  <a:pt x="806246" y="1355115"/>
                </a:lnTo>
                <a:lnTo>
                  <a:pt x="807339" y="1351762"/>
                </a:lnTo>
                <a:lnTo>
                  <a:pt x="797458" y="1341132"/>
                </a:lnTo>
                <a:lnTo>
                  <a:pt x="794727" y="1349489"/>
                </a:lnTo>
                <a:lnTo>
                  <a:pt x="778281" y="1358938"/>
                </a:lnTo>
                <a:lnTo>
                  <a:pt x="764565" y="1360004"/>
                </a:lnTo>
                <a:lnTo>
                  <a:pt x="765657" y="1356664"/>
                </a:lnTo>
                <a:lnTo>
                  <a:pt x="754138" y="1351051"/>
                </a:lnTo>
                <a:lnTo>
                  <a:pt x="767842" y="1349971"/>
                </a:lnTo>
                <a:lnTo>
                  <a:pt x="768946" y="1346631"/>
                </a:lnTo>
                <a:lnTo>
                  <a:pt x="782650" y="1345552"/>
                </a:lnTo>
                <a:lnTo>
                  <a:pt x="790308" y="1322133"/>
                </a:lnTo>
                <a:lnTo>
                  <a:pt x="785228" y="1296771"/>
                </a:lnTo>
                <a:lnTo>
                  <a:pt x="776732" y="1281887"/>
                </a:lnTo>
                <a:lnTo>
                  <a:pt x="768223" y="1267002"/>
                </a:lnTo>
                <a:lnTo>
                  <a:pt x="763612" y="1240243"/>
                </a:lnTo>
                <a:lnTo>
                  <a:pt x="747382" y="1208125"/>
                </a:lnTo>
                <a:lnTo>
                  <a:pt x="734809" y="1246606"/>
                </a:lnTo>
                <a:lnTo>
                  <a:pt x="724789" y="1236383"/>
                </a:lnTo>
                <a:lnTo>
                  <a:pt x="726846" y="1230109"/>
                </a:lnTo>
                <a:lnTo>
                  <a:pt x="716813" y="1219898"/>
                </a:lnTo>
                <a:lnTo>
                  <a:pt x="721347" y="1206042"/>
                </a:lnTo>
                <a:lnTo>
                  <a:pt x="711847" y="1194206"/>
                </a:lnTo>
                <a:lnTo>
                  <a:pt x="717727" y="1176223"/>
                </a:lnTo>
                <a:lnTo>
                  <a:pt x="702919" y="1180642"/>
                </a:lnTo>
                <a:lnTo>
                  <a:pt x="703605" y="1178547"/>
                </a:lnTo>
                <a:lnTo>
                  <a:pt x="691108" y="1175905"/>
                </a:lnTo>
                <a:lnTo>
                  <a:pt x="694105" y="1166710"/>
                </a:lnTo>
                <a:lnTo>
                  <a:pt x="710438" y="1157630"/>
                </a:lnTo>
                <a:lnTo>
                  <a:pt x="714895" y="1143990"/>
                </a:lnTo>
                <a:lnTo>
                  <a:pt x="707796" y="1124826"/>
                </a:lnTo>
                <a:lnTo>
                  <a:pt x="694664" y="1164983"/>
                </a:lnTo>
                <a:lnTo>
                  <a:pt x="682599" y="1161046"/>
                </a:lnTo>
                <a:lnTo>
                  <a:pt x="701497" y="1103185"/>
                </a:lnTo>
                <a:lnTo>
                  <a:pt x="694118" y="1084897"/>
                </a:lnTo>
                <a:lnTo>
                  <a:pt x="686574" y="1067066"/>
                </a:lnTo>
                <a:lnTo>
                  <a:pt x="681405" y="1054849"/>
                </a:lnTo>
                <a:lnTo>
                  <a:pt x="681405" y="1082890"/>
                </a:lnTo>
                <a:lnTo>
                  <a:pt x="679221" y="1089583"/>
                </a:lnTo>
                <a:lnTo>
                  <a:pt x="665518" y="1090650"/>
                </a:lnTo>
                <a:lnTo>
                  <a:pt x="653440" y="1086713"/>
                </a:lnTo>
                <a:lnTo>
                  <a:pt x="658291" y="1071867"/>
                </a:lnTo>
                <a:lnTo>
                  <a:pt x="648538" y="1060831"/>
                </a:lnTo>
                <a:lnTo>
                  <a:pt x="651205" y="1052664"/>
                </a:lnTo>
                <a:lnTo>
                  <a:pt x="661365" y="1062456"/>
                </a:lnTo>
                <a:lnTo>
                  <a:pt x="672592" y="1069009"/>
                </a:lnTo>
                <a:lnTo>
                  <a:pt x="670979" y="1073924"/>
                </a:lnTo>
                <a:lnTo>
                  <a:pt x="681405" y="1082890"/>
                </a:lnTo>
                <a:lnTo>
                  <a:pt x="681405" y="1054849"/>
                </a:lnTo>
                <a:lnTo>
                  <a:pt x="679043" y="1049248"/>
                </a:lnTo>
                <a:lnTo>
                  <a:pt x="663346" y="1015479"/>
                </a:lnTo>
                <a:lnTo>
                  <a:pt x="646734" y="984542"/>
                </a:lnTo>
                <a:lnTo>
                  <a:pt x="645083" y="989609"/>
                </a:lnTo>
                <a:lnTo>
                  <a:pt x="631253" y="991057"/>
                </a:lnTo>
                <a:lnTo>
                  <a:pt x="629285" y="997064"/>
                </a:lnTo>
                <a:lnTo>
                  <a:pt x="614946" y="1000074"/>
                </a:lnTo>
                <a:lnTo>
                  <a:pt x="631926" y="948080"/>
                </a:lnTo>
                <a:lnTo>
                  <a:pt x="631037" y="947343"/>
                </a:lnTo>
                <a:lnTo>
                  <a:pt x="621449" y="939253"/>
                </a:lnTo>
                <a:lnTo>
                  <a:pt x="625830" y="925868"/>
                </a:lnTo>
                <a:lnTo>
                  <a:pt x="603326" y="912952"/>
                </a:lnTo>
                <a:lnTo>
                  <a:pt x="592074" y="906500"/>
                </a:lnTo>
                <a:lnTo>
                  <a:pt x="595617" y="895629"/>
                </a:lnTo>
                <a:lnTo>
                  <a:pt x="585736" y="884999"/>
                </a:lnTo>
                <a:lnTo>
                  <a:pt x="586828" y="881646"/>
                </a:lnTo>
                <a:lnTo>
                  <a:pt x="573659" y="881049"/>
                </a:lnTo>
                <a:lnTo>
                  <a:pt x="579628" y="862774"/>
                </a:lnTo>
                <a:lnTo>
                  <a:pt x="570407" y="850125"/>
                </a:lnTo>
                <a:lnTo>
                  <a:pt x="572935" y="842365"/>
                </a:lnTo>
                <a:lnTo>
                  <a:pt x="586778" y="840892"/>
                </a:lnTo>
                <a:lnTo>
                  <a:pt x="588962" y="834212"/>
                </a:lnTo>
                <a:lnTo>
                  <a:pt x="574713" y="836955"/>
                </a:lnTo>
                <a:lnTo>
                  <a:pt x="573062" y="841971"/>
                </a:lnTo>
                <a:lnTo>
                  <a:pt x="558812" y="844727"/>
                </a:lnTo>
                <a:lnTo>
                  <a:pt x="572477" y="802894"/>
                </a:lnTo>
                <a:lnTo>
                  <a:pt x="559473" y="801801"/>
                </a:lnTo>
                <a:lnTo>
                  <a:pt x="558279" y="805434"/>
                </a:lnTo>
                <a:lnTo>
                  <a:pt x="544715" y="806069"/>
                </a:lnTo>
                <a:lnTo>
                  <a:pt x="551065" y="786650"/>
                </a:lnTo>
                <a:lnTo>
                  <a:pt x="545553" y="762622"/>
                </a:lnTo>
                <a:lnTo>
                  <a:pt x="535025" y="753922"/>
                </a:lnTo>
                <a:lnTo>
                  <a:pt x="537933" y="745032"/>
                </a:lnTo>
                <a:lnTo>
                  <a:pt x="527418" y="736333"/>
                </a:lnTo>
                <a:lnTo>
                  <a:pt x="529056" y="731329"/>
                </a:lnTo>
                <a:lnTo>
                  <a:pt x="542226" y="731913"/>
                </a:lnTo>
                <a:lnTo>
                  <a:pt x="531609" y="723519"/>
                </a:lnTo>
                <a:lnTo>
                  <a:pt x="520992" y="715111"/>
                </a:lnTo>
                <a:lnTo>
                  <a:pt x="501243" y="693762"/>
                </a:lnTo>
                <a:lnTo>
                  <a:pt x="482625" y="668959"/>
                </a:lnTo>
                <a:lnTo>
                  <a:pt x="476846" y="645756"/>
                </a:lnTo>
                <a:lnTo>
                  <a:pt x="480225" y="635406"/>
                </a:lnTo>
                <a:lnTo>
                  <a:pt x="469696" y="626757"/>
                </a:lnTo>
                <a:lnTo>
                  <a:pt x="457923" y="621868"/>
                </a:lnTo>
                <a:lnTo>
                  <a:pt x="445541" y="618871"/>
                </a:lnTo>
                <a:lnTo>
                  <a:pt x="433120" y="616013"/>
                </a:lnTo>
                <a:lnTo>
                  <a:pt x="421817" y="609727"/>
                </a:lnTo>
                <a:lnTo>
                  <a:pt x="411937" y="599033"/>
                </a:lnTo>
                <a:lnTo>
                  <a:pt x="416433" y="585292"/>
                </a:lnTo>
                <a:lnTo>
                  <a:pt x="429602" y="585876"/>
                </a:lnTo>
                <a:lnTo>
                  <a:pt x="418172" y="579958"/>
                </a:lnTo>
                <a:lnTo>
                  <a:pt x="394919" y="569341"/>
                </a:lnTo>
                <a:lnTo>
                  <a:pt x="395566" y="567359"/>
                </a:lnTo>
                <a:lnTo>
                  <a:pt x="373913" y="551840"/>
                </a:lnTo>
                <a:lnTo>
                  <a:pt x="326517" y="533349"/>
                </a:lnTo>
                <a:lnTo>
                  <a:pt x="275628" y="525513"/>
                </a:lnTo>
                <a:lnTo>
                  <a:pt x="236207" y="523519"/>
                </a:lnTo>
                <a:lnTo>
                  <a:pt x="222732" y="523862"/>
                </a:lnTo>
                <a:lnTo>
                  <a:pt x="184556" y="518007"/>
                </a:lnTo>
                <a:lnTo>
                  <a:pt x="158610" y="515645"/>
                </a:lnTo>
                <a:lnTo>
                  <a:pt x="132765" y="512953"/>
                </a:lnTo>
                <a:lnTo>
                  <a:pt x="106984" y="510108"/>
                </a:lnTo>
                <a:lnTo>
                  <a:pt x="93941" y="509117"/>
                </a:lnTo>
                <a:lnTo>
                  <a:pt x="80441" y="509549"/>
                </a:lnTo>
                <a:lnTo>
                  <a:pt x="78295" y="516102"/>
                </a:lnTo>
                <a:lnTo>
                  <a:pt x="63106" y="521703"/>
                </a:lnTo>
                <a:lnTo>
                  <a:pt x="16281" y="665060"/>
                </a:lnTo>
                <a:lnTo>
                  <a:pt x="9194" y="850328"/>
                </a:lnTo>
                <a:lnTo>
                  <a:pt x="0" y="1001166"/>
                </a:lnTo>
                <a:lnTo>
                  <a:pt x="9169" y="1054900"/>
                </a:lnTo>
                <a:lnTo>
                  <a:pt x="6210" y="1104861"/>
                </a:lnTo>
                <a:lnTo>
                  <a:pt x="14744" y="1160538"/>
                </a:lnTo>
                <a:lnTo>
                  <a:pt x="11150" y="1212418"/>
                </a:lnTo>
                <a:lnTo>
                  <a:pt x="19634" y="1268247"/>
                </a:lnTo>
                <a:lnTo>
                  <a:pt x="16090" y="1319987"/>
                </a:lnTo>
                <a:lnTo>
                  <a:pt x="24714" y="1375397"/>
                </a:lnTo>
                <a:lnTo>
                  <a:pt x="21399" y="1426438"/>
                </a:lnTo>
                <a:lnTo>
                  <a:pt x="47447" y="1592097"/>
                </a:lnTo>
                <a:lnTo>
                  <a:pt x="44170" y="1643024"/>
                </a:lnTo>
                <a:lnTo>
                  <a:pt x="61836" y="1752549"/>
                </a:lnTo>
                <a:lnTo>
                  <a:pt x="72974" y="1800225"/>
                </a:lnTo>
                <a:lnTo>
                  <a:pt x="72237" y="1843405"/>
                </a:lnTo>
                <a:lnTo>
                  <a:pt x="106540" y="1983778"/>
                </a:lnTo>
                <a:lnTo>
                  <a:pt x="110451" y="2053564"/>
                </a:lnTo>
                <a:lnTo>
                  <a:pt x="124383" y="2092718"/>
                </a:lnTo>
                <a:lnTo>
                  <a:pt x="126453" y="2127300"/>
                </a:lnTo>
                <a:lnTo>
                  <a:pt x="194360" y="2410180"/>
                </a:lnTo>
                <a:lnTo>
                  <a:pt x="209334" y="2446159"/>
                </a:lnTo>
                <a:lnTo>
                  <a:pt x="556717" y="2446147"/>
                </a:lnTo>
                <a:lnTo>
                  <a:pt x="547331" y="2433955"/>
                </a:lnTo>
                <a:lnTo>
                  <a:pt x="540931" y="2412682"/>
                </a:lnTo>
                <a:lnTo>
                  <a:pt x="542569" y="2407653"/>
                </a:lnTo>
                <a:lnTo>
                  <a:pt x="534593" y="2391168"/>
                </a:lnTo>
                <a:lnTo>
                  <a:pt x="542785" y="2366073"/>
                </a:lnTo>
                <a:lnTo>
                  <a:pt x="534822" y="2349576"/>
                </a:lnTo>
                <a:lnTo>
                  <a:pt x="538416" y="2338578"/>
                </a:lnTo>
                <a:lnTo>
                  <a:pt x="530987" y="2326144"/>
                </a:lnTo>
                <a:lnTo>
                  <a:pt x="530987" y="2361298"/>
                </a:lnTo>
                <a:lnTo>
                  <a:pt x="514540" y="2370734"/>
                </a:lnTo>
                <a:lnTo>
                  <a:pt x="512356" y="2377427"/>
                </a:lnTo>
                <a:lnTo>
                  <a:pt x="502526" y="2366632"/>
                </a:lnTo>
                <a:lnTo>
                  <a:pt x="507822" y="2350427"/>
                </a:lnTo>
                <a:lnTo>
                  <a:pt x="522744" y="2345639"/>
                </a:lnTo>
                <a:lnTo>
                  <a:pt x="520560" y="2352332"/>
                </a:lnTo>
                <a:lnTo>
                  <a:pt x="530987" y="2361298"/>
                </a:lnTo>
                <a:lnTo>
                  <a:pt x="530987" y="2326144"/>
                </a:lnTo>
                <a:lnTo>
                  <a:pt x="529780" y="2324112"/>
                </a:lnTo>
                <a:lnTo>
                  <a:pt x="533120" y="2313876"/>
                </a:lnTo>
                <a:lnTo>
                  <a:pt x="524332" y="2299868"/>
                </a:lnTo>
                <a:lnTo>
                  <a:pt x="521690" y="2267064"/>
                </a:lnTo>
                <a:lnTo>
                  <a:pt x="504329" y="2197519"/>
                </a:lnTo>
                <a:lnTo>
                  <a:pt x="489610" y="2160765"/>
                </a:lnTo>
                <a:lnTo>
                  <a:pt x="479450" y="2069185"/>
                </a:lnTo>
                <a:lnTo>
                  <a:pt x="464235" y="2033981"/>
                </a:lnTo>
                <a:lnTo>
                  <a:pt x="450380" y="1912810"/>
                </a:lnTo>
                <a:lnTo>
                  <a:pt x="447230" y="1881517"/>
                </a:lnTo>
                <a:lnTo>
                  <a:pt x="428675" y="1815630"/>
                </a:lnTo>
                <a:lnTo>
                  <a:pt x="425538" y="1784350"/>
                </a:lnTo>
                <a:lnTo>
                  <a:pt x="414782" y="1735467"/>
                </a:lnTo>
                <a:lnTo>
                  <a:pt x="416102" y="1690535"/>
                </a:lnTo>
                <a:lnTo>
                  <a:pt x="404482" y="1603425"/>
                </a:lnTo>
                <a:lnTo>
                  <a:pt x="397738" y="1583169"/>
                </a:lnTo>
                <a:lnTo>
                  <a:pt x="396316" y="1546606"/>
                </a:lnTo>
                <a:lnTo>
                  <a:pt x="401650" y="1530286"/>
                </a:lnTo>
                <a:lnTo>
                  <a:pt x="414388" y="1573098"/>
                </a:lnTo>
                <a:lnTo>
                  <a:pt x="420878" y="1594116"/>
                </a:lnTo>
                <a:lnTo>
                  <a:pt x="427532" y="1614652"/>
                </a:lnTo>
                <a:lnTo>
                  <a:pt x="445452" y="1641602"/>
                </a:lnTo>
                <a:lnTo>
                  <a:pt x="451243" y="1664754"/>
                </a:lnTo>
                <a:lnTo>
                  <a:pt x="457149" y="1687601"/>
                </a:lnTo>
                <a:lnTo>
                  <a:pt x="475373" y="1713598"/>
                </a:lnTo>
                <a:lnTo>
                  <a:pt x="488124" y="1756333"/>
                </a:lnTo>
                <a:lnTo>
                  <a:pt x="563346" y="1894166"/>
                </a:lnTo>
                <a:lnTo>
                  <a:pt x="596125" y="1957412"/>
                </a:lnTo>
                <a:lnTo>
                  <a:pt x="612648" y="1988642"/>
                </a:lnTo>
                <a:lnTo>
                  <a:pt x="629323" y="2019401"/>
                </a:lnTo>
                <a:lnTo>
                  <a:pt x="657834" y="2054783"/>
                </a:lnTo>
                <a:lnTo>
                  <a:pt x="674446" y="2085759"/>
                </a:lnTo>
                <a:lnTo>
                  <a:pt x="703224" y="2120354"/>
                </a:lnTo>
                <a:lnTo>
                  <a:pt x="728370" y="2166074"/>
                </a:lnTo>
                <a:lnTo>
                  <a:pt x="736815" y="2181123"/>
                </a:lnTo>
                <a:lnTo>
                  <a:pt x="745363" y="2195855"/>
                </a:lnTo>
                <a:lnTo>
                  <a:pt x="754062" y="2210130"/>
                </a:lnTo>
                <a:lnTo>
                  <a:pt x="784720" y="2238946"/>
                </a:lnTo>
                <a:lnTo>
                  <a:pt x="803630" y="2262886"/>
                </a:lnTo>
                <a:lnTo>
                  <a:pt x="822731" y="2286203"/>
                </a:lnTo>
                <a:lnTo>
                  <a:pt x="841946" y="2309203"/>
                </a:lnTo>
                <a:lnTo>
                  <a:pt x="863244" y="2325763"/>
                </a:lnTo>
                <a:lnTo>
                  <a:pt x="872693" y="2337752"/>
                </a:lnTo>
                <a:lnTo>
                  <a:pt x="894613" y="2352446"/>
                </a:lnTo>
                <a:lnTo>
                  <a:pt x="905078" y="2361298"/>
                </a:lnTo>
                <a:lnTo>
                  <a:pt x="928357" y="2371852"/>
                </a:lnTo>
                <a:lnTo>
                  <a:pt x="940066" y="2376894"/>
                </a:lnTo>
                <a:lnTo>
                  <a:pt x="964057" y="2385250"/>
                </a:lnTo>
                <a:lnTo>
                  <a:pt x="975880" y="2389987"/>
                </a:lnTo>
                <a:lnTo>
                  <a:pt x="987945" y="2393924"/>
                </a:lnTo>
                <a:lnTo>
                  <a:pt x="989037" y="2390584"/>
                </a:lnTo>
                <a:lnTo>
                  <a:pt x="1004379" y="2384539"/>
                </a:lnTo>
                <a:lnTo>
                  <a:pt x="1019606" y="2378811"/>
                </a:lnTo>
                <a:lnTo>
                  <a:pt x="1046708" y="2377656"/>
                </a:lnTo>
                <a:lnTo>
                  <a:pt x="1061427" y="2373490"/>
                </a:lnTo>
                <a:lnTo>
                  <a:pt x="1104519" y="2364257"/>
                </a:lnTo>
                <a:lnTo>
                  <a:pt x="1148753" y="2351570"/>
                </a:lnTo>
                <a:lnTo>
                  <a:pt x="1193596" y="2336990"/>
                </a:lnTo>
                <a:lnTo>
                  <a:pt x="1238542" y="2322106"/>
                </a:lnTo>
                <a:lnTo>
                  <a:pt x="1238783" y="2321369"/>
                </a:lnTo>
                <a:lnTo>
                  <a:pt x="1250950" y="2325014"/>
                </a:lnTo>
                <a:lnTo>
                  <a:pt x="1263218" y="2328354"/>
                </a:lnTo>
                <a:lnTo>
                  <a:pt x="1263777" y="2326652"/>
                </a:lnTo>
                <a:lnTo>
                  <a:pt x="1277264" y="2326259"/>
                </a:lnTo>
                <a:lnTo>
                  <a:pt x="1278991" y="2320975"/>
                </a:lnTo>
                <a:lnTo>
                  <a:pt x="1292987" y="2319020"/>
                </a:lnTo>
                <a:lnTo>
                  <a:pt x="1295019" y="2312797"/>
                </a:lnTo>
                <a:lnTo>
                  <a:pt x="1325079" y="2302586"/>
                </a:lnTo>
                <a:lnTo>
                  <a:pt x="1373517" y="2276995"/>
                </a:lnTo>
                <a:lnTo>
                  <a:pt x="1391500" y="2262848"/>
                </a:lnTo>
                <a:lnTo>
                  <a:pt x="1422120" y="2250922"/>
                </a:lnTo>
                <a:lnTo>
                  <a:pt x="1440967" y="2234107"/>
                </a:lnTo>
                <a:lnTo>
                  <a:pt x="1460855" y="2214156"/>
                </a:lnTo>
                <a:lnTo>
                  <a:pt x="1512570" y="2055850"/>
                </a:lnTo>
                <a:lnTo>
                  <a:pt x="1506423" y="2033765"/>
                </a:lnTo>
                <a:lnTo>
                  <a:pt x="1515160" y="2007006"/>
                </a:lnTo>
                <a:lnTo>
                  <a:pt x="1528330" y="2007590"/>
                </a:lnTo>
                <a:lnTo>
                  <a:pt x="1517269" y="2000542"/>
                </a:lnTo>
                <a:lnTo>
                  <a:pt x="1507401" y="1989874"/>
                </a:lnTo>
                <a:lnTo>
                  <a:pt x="1520037" y="1951189"/>
                </a:lnTo>
                <a:lnTo>
                  <a:pt x="1514614" y="1926882"/>
                </a:lnTo>
                <a:lnTo>
                  <a:pt x="1509344" y="1902104"/>
                </a:lnTo>
                <a:lnTo>
                  <a:pt x="1516253" y="1880958"/>
                </a:lnTo>
                <a:lnTo>
                  <a:pt x="1511147" y="1855711"/>
                </a:lnTo>
                <a:lnTo>
                  <a:pt x="1517154" y="1837321"/>
                </a:lnTo>
                <a:lnTo>
                  <a:pt x="1525955" y="1851291"/>
                </a:lnTo>
                <a:lnTo>
                  <a:pt x="1526501" y="1849628"/>
                </a:lnTo>
                <a:lnTo>
                  <a:pt x="1539113" y="1851888"/>
                </a:lnTo>
                <a:lnTo>
                  <a:pt x="1533055" y="1759597"/>
                </a:lnTo>
                <a:lnTo>
                  <a:pt x="1533055" y="1829536"/>
                </a:lnTo>
                <a:lnTo>
                  <a:pt x="1532509" y="1831213"/>
                </a:lnTo>
                <a:lnTo>
                  <a:pt x="1519885" y="1828952"/>
                </a:lnTo>
                <a:lnTo>
                  <a:pt x="1524215" y="1815719"/>
                </a:lnTo>
                <a:lnTo>
                  <a:pt x="1523695" y="1796859"/>
                </a:lnTo>
                <a:lnTo>
                  <a:pt x="1525409" y="1812061"/>
                </a:lnTo>
                <a:lnTo>
                  <a:pt x="1533055" y="1829536"/>
                </a:lnTo>
                <a:lnTo>
                  <a:pt x="1533055" y="1759597"/>
                </a:lnTo>
                <a:lnTo>
                  <a:pt x="1532407" y="1749729"/>
                </a:lnTo>
                <a:lnTo>
                  <a:pt x="1542249" y="1719605"/>
                </a:lnTo>
                <a:lnTo>
                  <a:pt x="1530172" y="1715655"/>
                </a:lnTo>
                <a:lnTo>
                  <a:pt x="1527492" y="1723872"/>
                </a:lnTo>
                <a:lnTo>
                  <a:pt x="1527492" y="1764766"/>
                </a:lnTo>
                <a:lnTo>
                  <a:pt x="1523174" y="1778000"/>
                </a:lnTo>
                <a:lnTo>
                  <a:pt x="1516519" y="1757476"/>
                </a:lnTo>
                <a:lnTo>
                  <a:pt x="1517611" y="1754136"/>
                </a:lnTo>
                <a:lnTo>
                  <a:pt x="1527492" y="1764766"/>
                </a:lnTo>
                <a:lnTo>
                  <a:pt x="1527492" y="1723872"/>
                </a:lnTo>
                <a:lnTo>
                  <a:pt x="1526349" y="1727365"/>
                </a:lnTo>
                <a:lnTo>
                  <a:pt x="1509471" y="1697266"/>
                </a:lnTo>
                <a:lnTo>
                  <a:pt x="1505572" y="1668297"/>
                </a:lnTo>
                <a:lnTo>
                  <a:pt x="1516367" y="1635252"/>
                </a:lnTo>
                <a:lnTo>
                  <a:pt x="1526260" y="1645869"/>
                </a:lnTo>
                <a:lnTo>
                  <a:pt x="1534121" y="1621790"/>
                </a:lnTo>
                <a:lnTo>
                  <a:pt x="1529143" y="1596123"/>
                </a:lnTo>
                <a:lnTo>
                  <a:pt x="1522387" y="1578038"/>
                </a:lnTo>
                <a:lnTo>
                  <a:pt x="1522387" y="1616837"/>
                </a:lnTo>
                <a:lnTo>
                  <a:pt x="1509217" y="1616227"/>
                </a:lnTo>
                <a:lnTo>
                  <a:pt x="1516253" y="1594688"/>
                </a:lnTo>
                <a:lnTo>
                  <a:pt x="1522387" y="1616837"/>
                </a:lnTo>
                <a:lnTo>
                  <a:pt x="1522387" y="1578038"/>
                </a:lnTo>
                <a:lnTo>
                  <a:pt x="1522018" y="1577047"/>
                </a:lnTo>
                <a:lnTo>
                  <a:pt x="1513649" y="1570583"/>
                </a:lnTo>
                <a:lnTo>
                  <a:pt x="1513649" y="1578800"/>
                </a:lnTo>
                <a:lnTo>
                  <a:pt x="1508620" y="1577162"/>
                </a:lnTo>
                <a:lnTo>
                  <a:pt x="1508074" y="1578825"/>
                </a:lnTo>
                <a:lnTo>
                  <a:pt x="1497101" y="1571536"/>
                </a:lnTo>
                <a:lnTo>
                  <a:pt x="1497647" y="1569872"/>
                </a:lnTo>
                <a:lnTo>
                  <a:pt x="1509306" y="1575066"/>
                </a:lnTo>
                <a:lnTo>
                  <a:pt x="1513649" y="1578800"/>
                </a:lnTo>
                <a:lnTo>
                  <a:pt x="1513649" y="1570583"/>
                </a:lnTo>
                <a:lnTo>
                  <a:pt x="1511350" y="1568792"/>
                </a:lnTo>
                <a:lnTo>
                  <a:pt x="1502232" y="1555813"/>
                </a:lnTo>
                <a:lnTo>
                  <a:pt x="1511300" y="1528038"/>
                </a:lnTo>
                <a:lnTo>
                  <a:pt x="1500873" y="1519085"/>
                </a:lnTo>
                <a:lnTo>
                  <a:pt x="1501419" y="1517408"/>
                </a:lnTo>
                <a:lnTo>
                  <a:pt x="1491792" y="1505991"/>
                </a:lnTo>
                <a:lnTo>
                  <a:pt x="1496263" y="1492288"/>
                </a:lnTo>
                <a:lnTo>
                  <a:pt x="1486014" y="1482750"/>
                </a:lnTo>
                <a:lnTo>
                  <a:pt x="1500276" y="1480007"/>
                </a:lnTo>
                <a:lnTo>
                  <a:pt x="1505915" y="1462747"/>
                </a:lnTo>
                <a:lnTo>
                  <a:pt x="1517815" y="1467218"/>
                </a:lnTo>
                <a:lnTo>
                  <a:pt x="1507807" y="1456944"/>
                </a:lnTo>
                <a:lnTo>
                  <a:pt x="1497901" y="1446377"/>
                </a:lnTo>
                <a:lnTo>
                  <a:pt x="1500276" y="1439100"/>
                </a:lnTo>
                <a:lnTo>
                  <a:pt x="1490891" y="1426946"/>
                </a:lnTo>
                <a:lnTo>
                  <a:pt x="1493431" y="1419161"/>
                </a:lnTo>
                <a:lnTo>
                  <a:pt x="1510804" y="1406893"/>
                </a:lnTo>
                <a:lnTo>
                  <a:pt x="1516621" y="1389062"/>
                </a:lnTo>
                <a:lnTo>
                  <a:pt x="1506258" y="1379905"/>
                </a:lnTo>
                <a:lnTo>
                  <a:pt x="1509471" y="1370063"/>
                </a:lnTo>
                <a:lnTo>
                  <a:pt x="1498498" y="1362773"/>
                </a:lnTo>
                <a:lnTo>
                  <a:pt x="1487957" y="1354124"/>
                </a:lnTo>
                <a:lnTo>
                  <a:pt x="1503908" y="1305306"/>
                </a:lnTo>
                <a:lnTo>
                  <a:pt x="1514182" y="1314729"/>
                </a:lnTo>
                <a:lnTo>
                  <a:pt x="1528000" y="1272438"/>
                </a:lnTo>
                <a:lnTo>
                  <a:pt x="1522082" y="1249667"/>
                </a:lnTo>
                <a:lnTo>
                  <a:pt x="1528229" y="1230845"/>
                </a:lnTo>
                <a:lnTo>
                  <a:pt x="1522310" y="1208087"/>
                </a:lnTo>
                <a:lnTo>
                  <a:pt x="1514246" y="1232763"/>
                </a:lnTo>
                <a:lnTo>
                  <a:pt x="1502714" y="1227137"/>
                </a:lnTo>
                <a:lnTo>
                  <a:pt x="1506423" y="1215796"/>
                </a:lnTo>
                <a:lnTo>
                  <a:pt x="1496517" y="1205217"/>
                </a:lnTo>
                <a:lnTo>
                  <a:pt x="1525511" y="1116469"/>
                </a:lnTo>
                <a:lnTo>
                  <a:pt x="1517434" y="1141222"/>
                </a:lnTo>
                <a:lnTo>
                  <a:pt x="1527314" y="1151851"/>
                </a:lnTo>
                <a:lnTo>
                  <a:pt x="1531543" y="1138923"/>
                </a:lnTo>
                <a:lnTo>
                  <a:pt x="1526374" y="1113840"/>
                </a:lnTo>
                <a:lnTo>
                  <a:pt x="1541894" y="1066330"/>
                </a:lnTo>
                <a:lnTo>
                  <a:pt x="1531937" y="1055928"/>
                </a:lnTo>
                <a:lnTo>
                  <a:pt x="1545805" y="1013472"/>
                </a:lnTo>
                <a:lnTo>
                  <a:pt x="1532089" y="1014552"/>
                </a:lnTo>
                <a:lnTo>
                  <a:pt x="1531543" y="1016228"/>
                </a:lnTo>
                <a:lnTo>
                  <a:pt x="1518373" y="1015631"/>
                </a:lnTo>
                <a:lnTo>
                  <a:pt x="1526679" y="990219"/>
                </a:lnTo>
                <a:lnTo>
                  <a:pt x="1756664" y="286207"/>
                </a:lnTo>
                <a:close/>
              </a:path>
              <a:path w="2118994" h="2446654">
                <a:moveTo>
                  <a:pt x="1838693" y="518528"/>
                </a:moveTo>
                <a:lnTo>
                  <a:pt x="1837575" y="516305"/>
                </a:lnTo>
                <a:lnTo>
                  <a:pt x="1835899" y="515759"/>
                </a:lnTo>
                <a:lnTo>
                  <a:pt x="1837029" y="517982"/>
                </a:lnTo>
                <a:lnTo>
                  <a:pt x="1838693" y="518528"/>
                </a:lnTo>
                <a:close/>
              </a:path>
              <a:path w="2118994" h="2446654">
                <a:moveTo>
                  <a:pt x="2118753" y="1222692"/>
                </a:moveTo>
                <a:lnTo>
                  <a:pt x="2118182" y="406501"/>
                </a:lnTo>
                <a:lnTo>
                  <a:pt x="2118017" y="161632"/>
                </a:lnTo>
                <a:lnTo>
                  <a:pt x="2105901" y="198716"/>
                </a:lnTo>
                <a:lnTo>
                  <a:pt x="2105736" y="240118"/>
                </a:lnTo>
                <a:lnTo>
                  <a:pt x="2093442" y="277736"/>
                </a:lnTo>
                <a:lnTo>
                  <a:pt x="2089505" y="330682"/>
                </a:lnTo>
                <a:lnTo>
                  <a:pt x="2073579" y="379450"/>
                </a:lnTo>
                <a:lnTo>
                  <a:pt x="2069744" y="432092"/>
                </a:lnTo>
                <a:lnTo>
                  <a:pt x="2053805" y="480860"/>
                </a:lnTo>
                <a:lnTo>
                  <a:pt x="2049868" y="533819"/>
                </a:lnTo>
                <a:lnTo>
                  <a:pt x="2028215" y="600113"/>
                </a:lnTo>
                <a:lnTo>
                  <a:pt x="2018220" y="671601"/>
                </a:lnTo>
                <a:lnTo>
                  <a:pt x="1989302" y="801014"/>
                </a:lnTo>
                <a:lnTo>
                  <a:pt x="1988210" y="804367"/>
                </a:lnTo>
                <a:lnTo>
                  <a:pt x="1979739" y="789393"/>
                </a:lnTo>
                <a:lnTo>
                  <a:pt x="1971167" y="774725"/>
                </a:lnTo>
                <a:lnTo>
                  <a:pt x="1950529" y="756119"/>
                </a:lnTo>
                <a:lnTo>
                  <a:pt x="1942058" y="741146"/>
                </a:lnTo>
                <a:lnTo>
                  <a:pt x="1937753" y="754316"/>
                </a:lnTo>
                <a:lnTo>
                  <a:pt x="1948103" y="763524"/>
                </a:lnTo>
                <a:lnTo>
                  <a:pt x="1945932" y="770191"/>
                </a:lnTo>
                <a:lnTo>
                  <a:pt x="1934997" y="762762"/>
                </a:lnTo>
                <a:lnTo>
                  <a:pt x="1935975" y="759764"/>
                </a:lnTo>
                <a:lnTo>
                  <a:pt x="1924786" y="753122"/>
                </a:lnTo>
                <a:lnTo>
                  <a:pt x="1913534" y="746645"/>
                </a:lnTo>
                <a:lnTo>
                  <a:pt x="1926767" y="747026"/>
                </a:lnTo>
                <a:lnTo>
                  <a:pt x="1929307" y="739292"/>
                </a:lnTo>
                <a:lnTo>
                  <a:pt x="1943150" y="737806"/>
                </a:lnTo>
                <a:lnTo>
                  <a:pt x="1935086" y="721575"/>
                </a:lnTo>
                <a:lnTo>
                  <a:pt x="1926932" y="705650"/>
                </a:lnTo>
                <a:lnTo>
                  <a:pt x="1918766" y="689737"/>
                </a:lnTo>
                <a:lnTo>
                  <a:pt x="1908708" y="679653"/>
                </a:lnTo>
                <a:lnTo>
                  <a:pt x="1898637" y="669569"/>
                </a:lnTo>
                <a:lnTo>
                  <a:pt x="1894713" y="681558"/>
                </a:lnTo>
                <a:lnTo>
                  <a:pt x="1904898" y="691286"/>
                </a:lnTo>
                <a:lnTo>
                  <a:pt x="1900859" y="703643"/>
                </a:lnTo>
                <a:lnTo>
                  <a:pt x="1890369" y="694867"/>
                </a:lnTo>
                <a:lnTo>
                  <a:pt x="1893176" y="686295"/>
                </a:lnTo>
                <a:lnTo>
                  <a:pt x="1882686" y="677494"/>
                </a:lnTo>
                <a:lnTo>
                  <a:pt x="1889848" y="655586"/>
                </a:lnTo>
                <a:lnTo>
                  <a:pt x="1883244" y="634911"/>
                </a:lnTo>
                <a:lnTo>
                  <a:pt x="1882838" y="636143"/>
                </a:lnTo>
                <a:lnTo>
                  <a:pt x="1871649" y="629500"/>
                </a:lnTo>
                <a:lnTo>
                  <a:pt x="1876628" y="614235"/>
                </a:lnTo>
                <a:lnTo>
                  <a:pt x="1866201" y="605269"/>
                </a:lnTo>
                <a:lnTo>
                  <a:pt x="1868932" y="596912"/>
                </a:lnTo>
                <a:lnTo>
                  <a:pt x="1859051" y="586270"/>
                </a:lnTo>
                <a:lnTo>
                  <a:pt x="1857413" y="591286"/>
                </a:lnTo>
                <a:lnTo>
                  <a:pt x="1845424" y="587082"/>
                </a:lnTo>
                <a:lnTo>
                  <a:pt x="1833727" y="581990"/>
                </a:lnTo>
                <a:lnTo>
                  <a:pt x="1821738" y="577786"/>
                </a:lnTo>
                <a:lnTo>
                  <a:pt x="1824469" y="569429"/>
                </a:lnTo>
                <a:lnTo>
                  <a:pt x="1848612" y="577316"/>
                </a:lnTo>
                <a:lnTo>
                  <a:pt x="1851342" y="568947"/>
                </a:lnTo>
                <a:lnTo>
                  <a:pt x="1837042" y="530948"/>
                </a:lnTo>
                <a:lnTo>
                  <a:pt x="1829892" y="511949"/>
                </a:lnTo>
                <a:lnTo>
                  <a:pt x="1826602" y="521982"/>
                </a:lnTo>
                <a:lnTo>
                  <a:pt x="1817814" y="508000"/>
                </a:lnTo>
                <a:lnTo>
                  <a:pt x="1822183" y="494614"/>
                </a:lnTo>
                <a:lnTo>
                  <a:pt x="1815960" y="472795"/>
                </a:lnTo>
                <a:lnTo>
                  <a:pt x="1820773" y="458050"/>
                </a:lnTo>
                <a:lnTo>
                  <a:pt x="1813102" y="440613"/>
                </a:lnTo>
                <a:lnTo>
                  <a:pt x="1805647" y="422554"/>
                </a:lnTo>
                <a:lnTo>
                  <a:pt x="1797316" y="407162"/>
                </a:lnTo>
                <a:lnTo>
                  <a:pt x="1788464" y="393344"/>
                </a:lnTo>
                <a:lnTo>
                  <a:pt x="1779422" y="380136"/>
                </a:lnTo>
                <a:lnTo>
                  <a:pt x="1770468" y="366636"/>
                </a:lnTo>
                <a:lnTo>
                  <a:pt x="1776831" y="347154"/>
                </a:lnTo>
                <a:lnTo>
                  <a:pt x="1767344" y="335292"/>
                </a:lnTo>
                <a:lnTo>
                  <a:pt x="1772069" y="320865"/>
                </a:lnTo>
                <a:lnTo>
                  <a:pt x="1760537" y="315252"/>
                </a:lnTo>
                <a:lnTo>
                  <a:pt x="1759445" y="318592"/>
                </a:lnTo>
                <a:lnTo>
                  <a:pt x="1747380" y="314642"/>
                </a:lnTo>
                <a:lnTo>
                  <a:pt x="1526679" y="990219"/>
                </a:lnTo>
                <a:lnTo>
                  <a:pt x="1539735" y="991133"/>
                </a:lnTo>
                <a:lnTo>
                  <a:pt x="1556677" y="939279"/>
                </a:lnTo>
                <a:lnTo>
                  <a:pt x="1565986" y="951687"/>
                </a:lnTo>
                <a:lnTo>
                  <a:pt x="1575485" y="963472"/>
                </a:lnTo>
                <a:lnTo>
                  <a:pt x="1573136" y="970686"/>
                </a:lnTo>
                <a:lnTo>
                  <a:pt x="1583055" y="981214"/>
                </a:lnTo>
                <a:lnTo>
                  <a:pt x="1603108" y="1001623"/>
                </a:lnTo>
                <a:lnTo>
                  <a:pt x="1611147" y="1017930"/>
                </a:lnTo>
                <a:lnTo>
                  <a:pt x="1619288" y="1033919"/>
                </a:lnTo>
                <a:lnTo>
                  <a:pt x="1639646" y="1053388"/>
                </a:lnTo>
                <a:lnTo>
                  <a:pt x="1659204" y="1075321"/>
                </a:lnTo>
                <a:lnTo>
                  <a:pt x="1678711" y="1097394"/>
                </a:lnTo>
                <a:lnTo>
                  <a:pt x="1698320" y="1119162"/>
                </a:lnTo>
                <a:lnTo>
                  <a:pt x="1718183" y="1140155"/>
                </a:lnTo>
                <a:lnTo>
                  <a:pt x="1738922" y="1158468"/>
                </a:lnTo>
                <a:lnTo>
                  <a:pt x="1760118" y="1175372"/>
                </a:lnTo>
                <a:lnTo>
                  <a:pt x="1769554" y="1187399"/>
                </a:lnTo>
                <a:lnTo>
                  <a:pt x="1802333" y="1209763"/>
                </a:lnTo>
                <a:lnTo>
                  <a:pt x="1837321" y="1225359"/>
                </a:lnTo>
                <a:lnTo>
                  <a:pt x="1885607" y="1241132"/>
                </a:lnTo>
                <a:lnTo>
                  <a:pt x="1898218" y="1243406"/>
                </a:lnTo>
                <a:lnTo>
                  <a:pt x="1922437" y="1251077"/>
                </a:lnTo>
                <a:lnTo>
                  <a:pt x="1934984" y="1253566"/>
                </a:lnTo>
                <a:lnTo>
                  <a:pt x="1960422" y="1257477"/>
                </a:lnTo>
                <a:lnTo>
                  <a:pt x="1975027" y="1253680"/>
                </a:lnTo>
                <a:lnTo>
                  <a:pt x="1989886" y="1249108"/>
                </a:lnTo>
                <a:lnTo>
                  <a:pt x="2031466" y="1244523"/>
                </a:lnTo>
                <a:lnTo>
                  <a:pt x="2046325" y="1239939"/>
                </a:lnTo>
                <a:lnTo>
                  <a:pt x="2076284" y="1229995"/>
                </a:lnTo>
                <a:lnTo>
                  <a:pt x="2118753" y="1222692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076" y="62"/>
            <a:ext cx="17221835" cy="7840980"/>
            <a:chOff x="1076" y="62"/>
            <a:chExt cx="17221835" cy="7840980"/>
          </a:xfrm>
        </p:grpSpPr>
        <p:sp>
          <p:nvSpPr>
            <p:cNvPr id="4" name="object 4"/>
            <p:cNvSpPr/>
            <p:nvPr/>
          </p:nvSpPr>
          <p:spPr>
            <a:xfrm>
              <a:off x="1066" y="63"/>
              <a:ext cx="2707640" cy="2416810"/>
            </a:xfrm>
            <a:custGeom>
              <a:avLst/>
              <a:gdLst/>
              <a:ahLst/>
              <a:cxnLst/>
              <a:rect l="l" t="t" r="r" b="b"/>
              <a:pathLst>
                <a:path w="2707640" h="2416810">
                  <a:moveTo>
                    <a:pt x="458431" y="1713738"/>
                  </a:moveTo>
                  <a:lnTo>
                    <a:pt x="457962" y="1711147"/>
                  </a:lnTo>
                  <a:lnTo>
                    <a:pt x="456438" y="1710080"/>
                  </a:lnTo>
                  <a:lnTo>
                    <a:pt x="456895" y="1712671"/>
                  </a:lnTo>
                  <a:lnTo>
                    <a:pt x="458431" y="1713738"/>
                  </a:lnTo>
                  <a:close/>
                </a:path>
                <a:path w="2707640" h="2416810">
                  <a:moveTo>
                    <a:pt x="1030719" y="993101"/>
                  </a:moveTo>
                  <a:lnTo>
                    <a:pt x="1023810" y="980808"/>
                  </a:lnTo>
                  <a:lnTo>
                    <a:pt x="1013345" y="995768"/>
                  </a:lnTo>
                  <a:lnTo>
                    <a:pt x="1014476" y="1016292"/>
                  </a:lnTo>
                  <a:lnTo>
                    <a:pt x="1027823" y="997242"/>
                  </a:lnTo>
                  <a:lnTo>
                    <a:pt x="1030719" y="993101"/>
                  </a:lnTo>
                  <a:close/>
                </a:path>
                <a:path w="2707640" h="2416810">
                  <a:moveTo>
                    <a:pt x="1043952" y="935863"/>
                  </a:moveTo>
                  <a:lnTo>
                    <a:pt x="1031125" y="942809"/>
                  </a:lnTo>
                  <a:lnTo>
                    <a:pt x="1025867" y="953579"/>
                  </a:lnTo>
                  <a:lnTo>
                    <a:pt x="1023099" y="965657"/>
                  </a:lnTo>
                  <a:lnTo>
                    <a:pt x="1017739" y="976553"/>
                  </a:lnTo>
                  <a:lnTo>
                    <a:pt x="1020800" y="978700"/>
                  </a:lnTo>
                  <a:lnTo>
                    <a:pt x="1023391" y="978242"/>
                  </a:lnTo>
                  <a:lnTo>
                    <a:pt x="1026452" y="980376"/>
                  </a:lnTo>
                  <a:lnTo>
                    <a:pt x="1043952" y="935863"/>
                  </a:lnTo>
                  <a:close/>
                </a:path>
                <a:path w="2707640" h="2416810">
                  <a:moveTo>
                    <a:pt x="1060653" y="886802"/>
                  </a:moveTo>
                  <a:lnTo>
                    <a:pt x="1058697" y="880046"/>
                  </a:lnTo>
                  <a:lnTo>
                    <a:pt x="1049997" y="871956"/>
                  </a:lnTo>
                  <a:lnTo>
                    <a:pt x="1042657" y="901636"/>
                  </a:lnTo>
                  <a:lnTo>
                    <a:pt x="1040879" y="910996"/>
                  </a:lnTo>
                  <a:lnTo>
                    <a:pt x="1055001" y="895896"/>
                  </a:lnTo>
                  <a:lnTo>
                    <a:pt x="1060653" y="886802"/>
                  </a:lnTo>
                  <a:close/>
                </a:path>
                <a:path w="2707640" h="2416810">
                  <a:moveTo>
                    <a:pt x="1096340" y="809015"/>
                  </a:moveTo>
                  <a:lnTo>
                    <a:pt x="1094803" y="807948"/>
                  </a:lnTo>
                  <a:lnTo>
                    <a:pt x="1094346" y="805345"/>
                  </a:lnTo>
                  <a:lnTo>
                    <a:pt x="1092822" y="804278"/>
                  </a:lnTo>
                  <a:lnTo>
                    <a:pt x="1089152" y="806259"/>
                  </a:lnTo>
                  <a:lnTo>
                    <a:pt x="1086561" y="806716"/>
                  </a:lnTo>
                  <a:lnTo>
                    <a:pt x="1082903" y="808697"/>
                  </a:lnTo>
                  <a:lnTo>
                    <a:pt x="1087018" y="809307"/>
                  </a:lnTo>
                  <a:lnTo>
                    <a:pt x="1092212" y="808393"/>
                  </a:lnTo>
                  <a:lnTo>
                    <a:pt x="1096340" y="809015"/>
                  </a:lnTo>
                  <a:close/>
                </a:path>
                <a:path w="2707640" h="2416810">
                  <a:moveTo>
                    <a:pt x="1126363" y="618324"/>
                  </a:moveTo>
                  <a:lnTo>
                    <a:pt x="1124051" y="603580"/>
                  </a:lnTo>
                  <a:lnTo>
                    <a:pt x="1119936" y="602970"/>
                  </a:lnTo>
                  <a:lnTo>
                    <a:pt x="1118400" y="601891"/>
                  </a:lnTo>
                  <a:lnTo>
                    <a:pt x="1115809" y="602348"/>
                  </a:lnTo>
                  <a:lnTo>
                    <a:pt x="1113904" y="616699"/>
                  </a:lnTo>
                  <a:lnTo>
                    <a:pt x="1111377" y="631037"/>
                  </a:lnTo>
                  <a:lnTo>
                    <a:pt x="1105789" y="658926"/>
                  </a:lnTo>
                  <a:lnTo>
                    <a:pt x="1107325" y="659993"/>
                  </a:lnTo>
                  <a:lnTo>
                    <a:pt x="1111440" y="660615"/>
                  </a:lnTo>
                  <a:lnTo>
                    <a:pt x="1114044" y="660158"/>
                  </a:lnTo>
                  <a:lnTo>
                    <a:pt x="1115517" y="645502"/>
                  </a:lnTo>
                  <a:lnTo>
                    <a:pt x="1121562" y="631926"/>
                  </a:lnTo>
                  <a:lnTo>
                    <a:pt x="1126363" y="618324"/>
                  </a:lnTo>
                  <a:close/>
                </a:path>
                <a:path w="2707640" h="2416810">
                  <a:moveTo>
                    <a:pt x="1164907" y="491375"/>
                  </a:moveTo>
                  <a:lnTo>
                    <a:pt x="1163739" y="493039"/>
                  </a:lnTo>
                  <a:lnTo>
                    <a:pt x="1163396" y="494741"/>
                  </a:lnTo>
                  <a:lnTo>
                    <a:pt x="1164907" y="491375"/>
                  </a:lnTo>
                  <a:close/>
                </a:path>
                <a:path w="2707640" h="2416810">
                  <a:moveTo>
                    <a:pt x="1718157" y="717423"/>
                  </a:moveTo>
                  <a:lnTo>
                    <a:pt x="1688693" y="717232"/>
                  </a:lnTo>
                  <a:lnTo>
                    <a:pt x="1696351" y="745312"/>
                  </a:lnTo>
                  <a:lnTo>
                    <a:pt x="1698485" y="742264"/>
                  </a:lnTo>
                  <a:lnTo>
                    <a:pt x="1704746" y="739825"/>
                  </a:lnTo>
                  <a:lnTo>
                    <a:pt x="1709470" y="736320"/>
                  </a:lnTo>
                  <a:lnTo>
                    <a:pt x="1712214" y="729157"/>
                  </a:lnTo>
                  <a:lnTo>
                    <a:pt x="1715414" y="724585"/>
                  </a:lnTo>
                  <a:lnTo>
                    <a:pt x="1718157" y="717423"/>
                  </a:lnTo>
                  <a:close/>
                </a:path>
                <a:path w="2707640" h="2416810">
                  <a:moveTo>
                    <a:pt x="1803577" y="1417104"/>
                  </a:moveTo>
                  <a:lnTo>
                    <a:pt x="1784477" y="1422247"/>
                  </a:lnTo>
                  <a:lnTo>
                    <a:pt x="1785175" y="1443393"/>
                  </a:lnTo>
                  <a:lnTo>
                    <a:pt x="1803577" y="1417104"/>
                  </a:lnTo>
                  <a:close/>
                </a:path>
                <a:path w="2707640" h="2416810">
                  <a:moveTo>
                    <a:pt x="2374633" y="3441"/>
                  </a:moveTo>
                  <a:lnTo>
                    <a:pt x="2361539" y="0"/>
                  </a:lnTo>
                  <a:lnTo>
                    <a:pt x="2367229" y="5702"/>
                  </a:lnTo>
                  <a:lnTo>
                    <a:pt x="2373071" y="5664"/>
                  </a:lnTo>
                  <a:lnTo>
                    <a:pt x="2374633" y="3441"/>
                  </a:lnTo>
                  <a:close/>
                </a:path>
                <a:path w="2707640" h="2416810">
                  <a:moveTo>
                    <a:pt x="2707043" y="148666"/>
                  </a:moveTo>
                  <a:lnTo>
                    <a:pt x="2700007" y="92290"/>
                  </a:lnTo>
                  <a:lnTo>
                    <a:pt x="2702776" y="44043"/>
                  </a:lnTo>
                  <a:lnTo>
                    <a:pt x="2699855" y="3924"/>
                  </a:lnTo>
                  <a:lnTo>
                    <a:pt x="2373071" y="5664"/>
                  </a:lnTo>
                  <a:lnTo>
                    <a:pt x="2370645" y="9131"/>
                  </a:lnTo>
                  <a:lnTo>
                    <a:pt x="2367229" y="5702"/>
                  </a:lnTo>
                  <a:lnTo>
                    <a:pt x="2357513" y="5753"/>
                  </a:lnTo>
                  <a:lnTo>
                    <a:pt x="2358491" y="26492"/>
                  </a:lnTo>
                  <a:lnTo>
                    <a:pt x="2346248" y="43992"/>
                  </a:lnTo>
                  <a:lnTo>
                    <a:pt x="2344597" y="68503"/>
                  </a:lnTo>
                  <a:lnTo>
                    <a:pt x="2343442" y="92290"/>
                  </a:lnTo>
                  <a:lnTo>
                    <a:pt x="2352598" y="123494"/>
                  </a:lnTo>
                  <a:lnTo>
                    <a:pt x="2350655" y="192709"/>
                  </a:lnTo>
                  <a:lnTo>
                    <a:pt x="2347455" y="197294"/>
                  </a:lnTo>
                  <a:lnTo>
                    <a:pt x="2349855" y="216001"/>
                  </a:lnTo>
                  <a:lnTo>
                    <a:pt x="2344255" y="246151"/>
                  </a:lnTo>
                  <a:lnTo>
                    <a:pt x="2343721" y="246913"/>
                  </a:lnTo>
                  <a:lnTo>
                    <a:pt x="2362657" y="241998"/>
                  </a:lnTo>
                  <a:lnTo>
                    <a:pt x="2366924" y="235902"/>
                  </a:lnTo>
                  <a:lnTo>
                    <a:pt x="2372969" y="249428"/>
                  </a:lnTo>
                  <a:lnTo>
                    <a:pt x="2357056" y="272148"/>
                  </a:lnTo>
                  <a:lnTo>
                    <a:pt x="2348788" y="261810"/>
                  </a:lnTo>
                  <a:lnTo>
                    <a:pt x="2350922" y="258762"/>
                  </a:lnTo>
                  <a:lnTo>
                    <a:pt x="2343721" y="246913"/>
                  </a:lnTo>
                  <a:lnTo>
                    <a:pt x="2336254" y="257581"/>
                  </a:lnTo>
                  <a:lnTo>
                    <a:pt x="2339632" y="274891"/>
                  </a:lnTo>
                  <a:lnTo>
                    <a:pt x="2332913" y="284492"/>
                  </a:lnTo>
                  <a:lnTo>
                    <a:pt x="2336800" y="301078"/>
                  </a:lnTo>
                  <a:lnTo>
                    <a:pt x="2330386" y="310248"/>
                  </a:lnTo>
                  <a:lnTo>
                    <a:pt x="2332786" y="351104"/>
                  </a:lnTo>
                  <a:lnTo>
                    <a:pt x="2327186" y="425538"/>
                  </a:lnTo>
                  <a:lnTo>
                    <a:pt x="2319185" y="459117"/>
                  </a:lnTo>
                  <a:lnTo>
                    <a:pt x="2323173" y="497713"/>
                  </a:lnTo>
                  <a:lnTo>
                    <a:pt x="2309939" y="560908"/>
                  </a:lnTo>
                  <a:lnTo>
                    <a:pt x="2313330" y="600367"/>
                  </a:lnTo>
                  <a:lnTo>
                    <a:pt x="2287727" y="725512"/>
                  </a:lnTo>
                  <a:lnTo>
                    <a:pt x="2291092" y="764997"/>
                  </a:lnTo>
                  <a:lnTo>
                    <a:pt x="2277427" y="828814"/>
                  </a:lnTo>
                  <a:lnTo>
                    <a:pt x="2280793" y="868286"/>
                  </a:lnTo>
                  <a:lnTo>
                    <a:pt x="2267826" y="886815"/>
                  </a:lnTo>
                  <a:lnTo>
                    <a:pt x="2259723" y="964819"/>
                  </a:lnTo>
                  <a:lnTo>
                    <a:pt x="2242921" y="1055255"/>
                  </a:lnTo>
                  <a:lnTo>
                    <a:pt x="2232520" y="1070114"/>
                  </a:lnTo>
                  <a:lnTo>
                    <a:pt x="2232520" y="1114399"/>
                  </a:lnTo>
                  <a:lnTo>
                    <a:pt x="2222119" y="1129258"/>
                  </a:lnTo>
                  <a:lnTo>
                    <a:pt x="2223579" y="1082878"/>
                  </a:lnTo>
                  <a:lnTo>
                    <a:pt x="2224062" y="1060043"/>
                  </a:lnTo>
                  <a:lnTo>
                    <a:pt x="2213838" y="1030363"/>
                  </a:lnTo>
                  <a:lnTo>
                    <a:pt x="2217445" y="980922"/>
                  </a:lnTo>
                  <a:lnTo>
                    <a:pt x="2208682" y="949147"/>
                  </a:lnTo>
                  <a:lnTo>
                    <a:pt x="2209838" y="925360"/>
                  </a:lnTo>
                  <a:lnTo>
                    <a:pt x="2200846" y="871753"/>
                  </a:lnTo>
                  <a:lnTo>
                    <a:pt x="2172474" y="712978"/>
                  </a:lnTo>
                  <a:lnTo>
                    <a:pt x="2161133" y="640588"/>
                  </a:lnTo>
                  <a:lnTo>
                    <a:pt x="2144814" y="597471"/>
                  </a:lnTo>
                  <a:lnTo>
                    <a:pt x="2138591" y="562076"/>
                  </a:lnTo>
                  <a:lnTo>
                    <a:pt x="2132812" y="526046"/>
                  </a:lnTo>
                  <a:lnTo>
                    <a:pt x="2116315" y="483171"/>
                  </a:lnTo>
                  <a:lnTo>
                    <a:pt x="2099627" y="440575"/>
                  </a:lnTo>
                  <a:lnTo>
                    <a:pt x="2093239" y="405409"/>
                  </a:lnTo>
                  <a:lnTo>
                    <a:pt x="2079612" y="380580"/>
                  </a:lnTo>
                  <a:lnTo>
                    <a:pt x="2068957" y="329361"/>
                  </a:lnTo>
                  <a:lnTo>
                    <a:pt x="2038007" y="262851"/>
                  </a:lnTo>
                  <a:lnTo>
                    <a:pt x="2027034" y="234226"/>
                  </a:lnTo>
                  <a:lnTo>
                    <a:pt x="2015871" y="205905"/>
                  </a:lnTo>
                  <a:lnTo>
                    <a:pt x="2000592" y="183426"/>
                  </a:lnTo>
                  <a:lnTo>
                    <a:pt x="1995322" y="168808"/>
                  </a:lnTo>
                  <a:lnTo>
                    <a:pt x="1978850" y="148056"/>
                  </a:lnTo>
                  <a:lnTo>
                    <a:pt x="1961172" y="129006"/>
                  </a:lnTo>
                  <a:lnTo>
                    <a:pt x="1952472" y="119291"/>
                  </a:lnTo>
                  <a:lnTo>
                    <a:pt x="1932368" y="103733"/>
                  </a:lnTo>
                  <a:lnTo>
                    <a:pt x="1911858" y="88734"/>
                  </a:lnTo>
                  <a:lnTo>
                    <a:pt x="1901952" y="80733"/>
                  </a:lnTo>
                  <a:lnTo>
                    <a:pt x="1891550" y="73456"/>
                  </a:lnTo>
                  <a:lnTo>
                    <a:pt x="1889417" y="76504"/>
                  </a:lnTo>
                  <a:lnTo>
                    <a:pt x="1872640" y="78308"/>
                  </a:lnTo>
                  <a:lnTo>
                    <a:pt x="1856066" y="79844"/>
                  </a:lnTo>
                  <a:lnTo>
                    <a:pt x="1830311" y="73723"/>
                  </a:lnTo>
                  <a:lnTo>
                    <a:pt x="1830311" y="1511782"/>
                  </a:lnTo>
                  <a:lnTo>
                    <a:pt x="1821878" y="1523834"/>
                  </a:lnTo>
                  <a:lnTo>
                    <a:pt x="1827060" y="1538579"/>
                  </a:lnTo>
                  <a:lnTo>
                    <a:pt x="1809991" y="1518678"/>
                  </a:lnTo>
                  <a:lnTo>
                    <a:pt x="1811655" y="1516291"/>
                  </a:lnTo>
                  <a:lnTo>
                    <a:pt x="1803311" y="1506067"/>
                  </a:lnTo>
                  <a:lnTo>
                    <a:pt x="1815058" y="1489290"/>
                  </a:lnTo>
                  <a:lnTo>
                    <a:pt x="1825459" y="1496568"/>
                  </a:lnTo>
                  <a:lnTo>
                    <a:pt x="1823326" y="1499616"/>
                  </a:lnTo>
                  <a:lnTo>
                    <a:pt x="1830311" y="1511782"/>
                  </a:lnTo>
                  <a:lnTo>
                    <a:pt x="1830311" y="73723"/>
                  </a:lnTo>
                  <a:lnTo>
                    <a:pt x="1829498" y="73520"/>
                  </a:lnTo>
                  <a:lnTo>
                    <a:pt x="1813928" y="73609"/>
                  </a:lnTo>
                  <a:lnTo>
                    <a:pt x="1796630" y="72593"/>
                  </a:lnTo>
                  <a:lnTo>
                    <a:pt x="1796630" y="1006271"/>
                  </a:lnTo>
                  <a:lnTo>
                    <a:pt x="1784769" y="1001064"/>
                  </a:lnTo>
                  <a:lnTo>
                    <a:pt x="1773021" y="995705"/>
                  </a:lnTo>
                  <a:lnTo>
                    <a:pt x="1761058" y="990638"/>
                  </a:lnTo>
                  <a:lnTo>
                    <a:pt x="1748612" y="986282"/>
                  </a:lnTo>
                  <a:lnTo>
                    <a:pt x="1763623" y="986980"/>
                  </a:lnTo>
                  <a:lnTo>
                    <a:pt x="1782470" y="982205"/>
                  </a:lnTo>
                  <a:lnTo>
                    <a:pt x="1786483" y="976464"/>
                  </a:lnTo>
                  <a:lnTo>
                    <a:pt x="1792617" y="989850"/>
                  </a:lnTo>
                  <a:lnTo>
                    <a:pt x="1796630" y="1006271"/>
                  </a:lnTo>
                  <a:lnTo>
                    <a:pt x="1796630" y="72593"/>
                  </a:lnTo>
                  <a:lnTo>
                    <a:pt x="1769275" y="70954"/>
                  </a:lnTo>
                  <a:lnTo>
                    <a:pt x="1712023" y="64160"/>
                  </a:lnTo>
                  <a:lnTo>
                    <a:pt x="1663966" y="66370"/>
                  </a:lnTo>
                  <a:lnTo>
                    <a:pt x="1626120" y="76136"/>
                  </a:lnTo>
                  <a:lnTo>
                    <a:pt x="1615236" y="69545"/>
                  </a:lnTo>
                  <a:lnTo>
                    <a:pt x="1604645" y="62522"/>
                  </a:lnTo>
                  <a:lnTo>
                    <a:pt x="1593862" y="55791"/>
                  </a:lnTo>
                  <a:lnTo>
                    <a:pt x="1592770" y="57340"/>
                  </a:lnTo>
                  <a:lnTo>
                    <a:pt x="1579600" y="54013"/>
                  </a:lnTo>
                  <a:lnTo>
                    <a:pt x="1576235" y="58813"/>
                  </a:lnTo>
                  <a:lnTo>
                    <a:pt x="1562061" y="56921"/>
                  </a:lnTo>
                  <a:lnTo>
                    <a:pt x="1547698" y="55308"/>
                  </a:lnTo>
                  <a:lnTo>
                    <a:pt x="1525752" y="64503"/>
                  </a:lnTo>
                  <a:lnTo>
                    <a:pt x="1470672" y="76758"/>
                  </a:lnTo>
                  <a:lnTo>
                    <a:pt x="1448727" y="85953"/>
                  </a:lnTo>
                  <a:lnTo>
                    <a:pt x="1415275" y="89433"/>
                  </a:lnTo>
                  <a:lnTo>
                    <a:pt x="1381239" y="93776"/>
                  </a:lnTo>
                  <a:lnTo>
                    <a:pt x="1355598" y="108254"/>
                  </a:lnTo>
                  <a:lnTo>
                    <a:pt x="1266799" y="235102"/>
                  </a:lnTo>
                  <a:lnTo>
                    <a:pt x="1265034" y="259765"/>
                  </a:lnTo>
                  <a:lnTo>
                    <a:pt x="1236395" y="300685"/>
                  </a:lnTo>
                  <a:lnTo>
                    <a:pt x="1223860" y="296443"/>
                  </a:lnTo>
                  <a:lnTo>
                    <a:pt x="1233271" y="305142"/>
                  </a:lnTo>
                  <a:lnTo>
                    <a:pt x="1242682" y="313842"/>
                  </a:lnTo>
                  <a:lnTo>
                    <a:pt x="1238389" y="319963"/>
                  </a:lnTo>
                  <a:lnTo>
                    <a:pt x="1242314" y="336511"/>
                  </a:lnTo>
                  <a:lnTo>
                    <a:pt x="1211135" y="381050"/>
                  </a:lnTo>
                  <a:lnTo>
                    <a:pt x="1208252" y="407314"/>
                  </a:lnTo>
                  <a:lnTo>
                    <a:pt x="1201991" y="460552"/>
                  </a:lnTo>
                  <a:lnTo>
                    <a:pt x="1194917" y="470649"/>
                  </a:lnTo>
                  <a:lnTo>
                    <a:pt x="1180630" y="468934"/>
                  </a:lnTo>
                  <a:lnTo>
                    <a:pt x="1186256" y="460895"/>
                  </a:lnTo>
                  <a:lnTo>
                    <a:pt x="1174775" y="455129"/>
                  </a:lnTo>
                  <a:lnTo>
                    <a:pt x="1173708" y="456653"/>
                  </a:lnTo>
                  <a:lnTo>
                    <a:pt x="1164907" y="491375"/>
                  </a:lnTo>
                  <a:lnTo>
                    <a:pt x="1176629" y="474624"/>
                  </a:lnTo>
                  <a:lnTo>
                    <a:pt x="1176477" y="496989"/>
                  </a:lnTo>
                  <a:lnTo>
                    <a:pt x="1165352" y="535038"/>
                  </a:lnTo>
                  <a:lnTo>
                    <a:pt x="1165174" y="557428"/>
                  </a:lnTo>
                  <a:lnTo>
                    <a:pt x="1164107" y="558952"/>
                  </a:lnTo>
                  <a:lnTo>
                    <a:pt x="1153706" y="551662"/>
                  </a:lnTo>
                  <a:lnTo>
                    <a:pt x="1159040" y="544042"/>
                  </a:lnTo>
                  <a:lnTo>
                    <a:pt x="1157274" y="524421"/>
                  </a:lnTo>
                  <a:lnTo>
                    <a:pt x="1163396" y="494741"/>
                  </a:lnTo>
                  <a:lnTo>
                    <a:pt x="1136904" y="553529"/>
                  </a:lnTo>
                  <a:lnTo>
                    <a:pt x="1128102" y="588238"/>
                  </a:lnTo>
                  <a:lnTo>
                    <a:pt x="1129169" y="586714"/>
                  </a:lnTo>
                  <a:lnTo>
                    <a:pt x="1139571" y="594004"/>
                  </a:lnTo>
                  <a:lnTo>
                    <a:pt x="1145971" y="584860"/>
                  </a:lnTo>
                  <a:lnTo>
                    <a:pt x="1152613" y="619671"/>
                  </a:lnTo>
                  <a:lnTo>
                    <a:pt x="1147038" y="649770"/>
                  </a:lnTo>
                  <a:lnTo>
                    <a:pt x="1126769" y="678726"/>
                  </a:lnTo>
                  <a:lnTo>
                    <a:pt x="1126769" y="700874"/>
                  </a:lnTo>
                  <a:lnTo>
                    <a:pt x="1126236" y="701649"/>
                  </a:lnTo>
                  <a:lnTo>
                    <a:pt x="1126236" y="745921"/>
                  </a:lnTo>
                  <a:lnTo>
                    <a:pt x="1123035" y="750493"/>
                  </a:lnTo>
                  <a:lnTo>
                    <a:pt x="1113434" y="742061"/>
                  </a:lnTo>
                  <a:lnTo>
                    <a:pt x="1110437" y="737120"/>
                  </a:lnTo>
                  <a:lnTo>
                    <a:pt x="1114767" y="740156"/>
                  </a:lnTo>
                  <a:lnTo>
                    <a:pt x="1116901" y="737120"/>
                  </a:lnTo>
                  <a:lnTo>
                    <a:pt x="1126236" y="745921"/>
                  </a:lnTo>
                  <a:lnTo>
                    <a:pt x="1126236" y="701649"/>
                  </a:lnTo>
                  <a:lnTo>
                    <a:pt x="1113040" y="720496"/>
                  </a:lnTo>
                  <a:lnTo>
                    <a:pt x="1114234" y="696633"/>
                  </a:lnTo>
                  <a:lnTo>
                    <a:pt x="1126769" y="700874"/>
                  </a:lnTo>
                  <a:lnTo>
                    <a:pt x="1126769" y="678726"/>
                  </a:lnTo>
                  <a:lnTo>
                    <a:pt x="1125969" y="679869"/>
                  </a:lnTo>
                  <a:lnTo>
                    <a:pt x="1119835" y="666483"/>
                  </a:lnTo>
                  <a:lnTo>
                    <a:pt x="1104480" y="688416"/>
                  </a:lnTo>
                  <a:lnTo>
                    <a:pt x="1101026" y="715492"/>
                  </a:lnTo>
                  <a:lnTo>
                    <a:pt x="1101788" y="736561"/>
                  </a:lnTo>
                  <a:lnTo>
                    <a:pt x="1119835" y="755065"/>
                  </a:lnTo>
                  <a:lnTo>
                    <a:pt x="1096365" y="788593"/>
                  </a:lnTo>
                  <a:lnTo>
                    <a:pt x="1103566" y="800455"/>
                  </a:lnTo>
                  <a:lnTo>
                    <a:pt x="1102499" y="801979"/>
                  </a:lnTo>
                  <a:lnTo>
                    <a:pt x="1108138" y="816063"/>
                  </a:lnTo>
                  <a:lnTo>
                    <a:pt x="1103566" y="822591"/>
                  </a:lnTo>
                  <a:lnTo>
                    <a:pt x="1109802" y="835825"/>
                  </a:lnTo>
                  <a:lnTo>
                    <a:pt x="1101966" y="847026"/>
                  </a:lnTo>
                  <a:lnTo>
                    <a:pt x="1090498" y="841260"/>
                  </a:lnTo>
                  <a:lnTo>
                    <a:pt x="1080566" y="855459"/>
                  </a:lnTo>
                  <a:lnTo>
                    <a:pt x="1070495" y="847699"/>
                  </a:lnTo>
                  <a:lnTo>
                    <a:pt x="1076858" y="860742"/>
                  </a:lnTo>
                  <a:lnTo>
                    <a:pt x="1083030" y="874077"/>
                  </a:lnTo>
                  <a:lnTo>
                    <a:pt x="1088796" y="887984"/>
                  </a:lnTo>
                  <a:lnTo>
                    <a:pt x="1093965" y="902741"/>
                  </a:lnTo>
                  <a:lnTo>
                    <a:pt x="1078598" y="902550"/>
                  </a:lnTo>
                  <a:lnTo>
                    <a:pt x="1057859" y="910043"/>
                  </a:lnTo>
                  <a:lnTo>
                    <a:pt x="1046492" y="926274"/>
                  </a:lnTo>
                  <a:lnTo>
                    <a:pt x="1056894" y="933564"/>
                  </a:lnTo>
                  <a:lnTo>
                    <a:pt x="1050226" y="943089"/>
                  </a:lnTo>
                  <a:lnTo>
                    <a:pt x="1057681" y="954570"/>
                  </a:lnTo>
                  <a:lnTo>
                    <a:pt x="1055560" y="957618"/>
                  </a:lnTo>
                  <a:lnTo>
                    <a:pt x="1062964" y="969187"/>
                  </a:lnTo>
                  <a:lnTo>
                    <a:pt x="1035316" y="1008672"/>
                  </a:lnTo>
                  <a:lnTo>
                    <a:pt x="1027823" y="997242"/>
                  </a:lnTo>
                  <a:lnTo>
                    <a:pt x="1006017" y="1028395"/>
                  </a:lnTo>
                  <a:lnTo>
                    <a:pt x="1008341" y="1047203"/>
                  </a:lnTo>
                  <a:lnTo>
                    <a:pt x="996340" y="1064348"/>
                  </a:lnTo>
                  <a:lnTo>
                    <a:pt x="994740" y="1088771"/>
                  </a:lnTo>
                  <a:lnTo>
                    <a:pt x="982738" y="1105928"/>
                  </a:lnTo>
                  <a:lnTo>
                    <a:pt x="981138" y="1130350"/>
                  </a:lnTo>
                  <a:lnTo>
                    <a:pt x="999197" y="1104557"/>
                  </a:lnTo>
                  <a:lnTo>
                    <a:pt x="1000607" y="1080389"/>
                  </a:lnTo>
                  <a:lnTo>
                    <a:pt x="1008888" y="1090726"/>
                  </a:lnTo>
                  <a:lnTo>
                    <a:pt x="1007821" y="1092250"/>
                  </a:lnTo>
                  <a:lnTo>
                    <a:pt x="1015022" y="1104099"/>
                  </a:lnTo>
                  <a:lnTo>
                    <a:pt x="1002118" y="1122540"/>
                  </a:lnTo>
                  <a:lnTo>
                    <a:pt x="1007287" y="1137297"/>
                  </a:lnTo>
                  <a:lnTo>
                    <a:pt x="976337" y="1181493"/>
                  </a:lnTo>
                  <a:lnTo>
                    <a:pt x="970203" y="1168120"/>
                  </a:lnTo>
                  <a:lnTo>
                    <a:pt x="973404" y="1163548"/>
                  </a:lnTo>
                  <a:lnTo>
                    <a:pt x="965136" y="1153210"/>
                  </a:lnTo>
                  <a:lnTo>
                    <a:pt x="961948" y="1179906"/>
                  </a:lnTo>
                  <a:lnTo>
                    <a:pt x="948461" y="1199172"/>
                  </a:lnTo>
                  <a:lnTo>
                    <a:pt x="945578" y="1225435"/>
                  </a:lnTo>
                  <a:lnTo>
                    <a:pt x="924458" y="1255610"/>
                  </a:lnTo>
                  <a:lnTo>
                    <a:pt x="930541" y="1269060"/>
                  </a:lnTo>
                  <a:lnTo>
                    <a:pt x="907783" y="1301572"/>
                  </a:lnTo>
                  <a:lnTo>
                    <a:pt x="921397" y="1304277"/>
                  </a:lnTo>
                  <a:lnTo>
                    <a:pt x="924598" y="1299705"/>
                  </a:lnTo>
                  <a:lnTo>
                    <a:pt x="928268" y="1316609"/>
                  </a:lnTo>
                  <a:lnTo>
                    <a:pt x="918794" y="1330134"/>
                  </a:lnTo>
                  <a:lnTo>
                    <a:pt x="906462" y="1325613"/>
                  </a:lnTo>
                  <a:lnTo>
                    <a:pt x="873379" y="1372870"/>
                  </a:lnTo>
                  <a:lnTo>
                    <a:pt x="868375" y="1357871"/>
                  </a:lnTo>
                  <a:lnTo>
                    <a:pt x="862977" y="1343444"/>
                  </a:lnTo>
                  <a:lnTo>
                    <a:pt x="857173" y="1329588"/>
                  </a:lnTo>
                  <a:lnTo>
                    <a:pt x="850963" y="1316304"/>
                  </a:lnTo>
                  <a:lnTo>
                    <a:pt x="848550" y="1297609"/>
                  </a:lnTo>
                  <a:lnTo>
                    <a:pt x="835634" y="1271778"/>
                  </a:lnTo>
                  <a:lnTo>
                    <a:pt x="832904" y="1253515"/>
                  </a:lnTo>
                  <a:lnTo>
                    <a:pt x="819492" y="1228394"/>
                  </a:lnTo>
                  <a:lnTo>
                    <a:pt x="807631" y="1201039"/>
                  </a:lnTo>
                  <a:lnTo>
                    <a:pt x="795870" y="1173543"/>
                  </a:lnTo>
                  <a:lnTo>
                    <a:pt x="783920" y="1146340"/>
                  </a:lnTo>
                  <a:lnTo>
                    <a:pt x="757313" y="1095768"/>
                  </a:lnTo>
                  <a:lnTo>
                    <a:pt x="726592" y="1051064"/>
                  </a:lnTo>
                  <a:lnTo>
                    <a:pt x="702106" y="1019606"/>
                  </a:lnTo>
                  <a:lnTo>
                    <a:pt x="673290" y="994333"/>
                  </a:lnTo>
                  <a:lnTo>
                    <a:pt x="621271" y="957922"/>
                  </a:lnTo>
                  <a:lnTo>
                    <a:pt x="620204" y="959446"/>
                  </a:lnTo>
                  <a:lnTo>
                    <a:pt x="599262" y="945070"/>
                  </a:lnTo>
                  <a:lnTo>
                    <a:pt x="577519" y="931837"/>
                  </a:lnTo>
                  <a:lnTo>
                    <a:pt x="564578" y="928166"/>
                  </a:lnTo>
                  <a:lnTo>
                    <a:pt x="538835" y="920648"/>
                  </a:lnTo>
                  <a:lnTo>
                    <a:pt x="522998" y="921131"/>
                  </a:lnTo>
                  <a:lnTo>
                    <a:pt x="491718" y="921524"/>
                  </a:lnTo>
                  <a:lnTo>
                    <a:pt x="465480" y="914717"/>
                  </a:lnTo>
                  <a:lnTo>
                    <a:pt x="433298" y="916393"/>
                  </a:lnTo>
                  <a:lnTo>
                    <a:pt x="347738" y="905751"/>
                  </a:lnTo>
                  <a:lnTo>
                    <a:pt x="315556" y="907427"/>
                  </a:lnTo>
                  <a:lnTo>
                    <a:pt x="313423" y="910475"/>
                  </a:lnTo>
                  <a:lnTo>
                    <a:pt x="301955" y="904709"/>
                  </a:lnTo>
                  <a:lnTo>
                    <a:pt x="300888" y="906233"/>
                  </a:lnTo>
                  <a:lnTo>
                    <a:pt x="299821" y="905548"/>
                  </a:lnTo>
                  <a:lnTo>
                    <a:pt x="299821" y="907757"/>
                  </a:lnTo>
                  <a:lnTo>
                    <a:pt x="296621" y="912329"/>
                  </a:lnTo>
                  <a:lnTo>
                    <a:pt x="284086" y="908100"/>
                  </a:lnTo>
                  <a:lnTo>
                    <a:pt x="287286" y="903528"/>
                  </a:lnTo>
                  <a:lnTo>
                    <a:pt x="299821" y="907757"/>
                  </a:lnTo>
                  <a:lnTo>
                    <a:pt x="299821" y="905548"/>
                  </a:lnTo>
                  <a:lnTo>
                    <a:pt x="290245" y="899287"/>
                  </a:lnTo>
                  <a:lnTo>
                    <a:pt x="279019" y="893191"/>
                  </a:lnTo>
                  <a:lnTo>
                    <a:pt x="277380" y="895527"/>
                  </a:lnTo>
                  <a:lnTo>
                    <a:pt x="264337" y="892009"/>
                  </a:lnTo>
                  <a:lnTo>
                    <a:pt x="245732" y="896442"/>
                  </a:lnTo>
                  <a:lnTo>
                    <a:pt x="216319" y="894168"/>
                  </a:lnTo>
                  <a:lnTo>
                    <a:pt x="196913" y="899744"/>
                  </a:lnTo>
                  <a:lnTo>
                    <a:pt x="177114" y="905891"/>
                  </a:lnTo>
                  <a:lnTo>
                    <a:pt x="146672" y="905090"/>
                  </a:lnTo>
                  <a:lnTo>
                    <a:pt x="126428" y="911860"/>
                  </a:lnTo>
                  <a:lnTo>
                    <a:pt x="105791" y="919187"/>
                  </a:lnTo>
                  <a:lnTo>
                    <a:pt x="74142" y="920102"/>
                  </a:lnTo>
                  <a:lnTo>
                    <a:pt x="4953" y="1018933"/>
                  </a:lnTo>
                  <a:lnTo>
                    <a:pt x="3644" y="1308696"/>
                  </a:lnTo>
                  <a:lnTo>
                    <a:pt x="812" y="1932813"/>
                  </a:lnTo>
                  <a:lnTo>
                    <a:pt x="0" y="2111121"/>
                  </a:lnTo>
                  <a:lnTo>
                    <a:pt x="29654" y="2068766"/>
                  </a:lnTo>
                  <a:lnTo>
                    <a:pt x="46443" y="2022640"/>
                  </a:lnTo>
                  <a:lnTo>
                    <a:pt x="59436" y="1981936"/>
                  </a:lnTo>
                  <a:lnTo>
                    <a:pt x="107010" y="1913966"/>
                  </a:lnTo>
                  <a:lnTo>
                    <a:pt x="120599" y="1872424"/>
                  </a:lnTo>
                  <a:lnTo>
                    <a:pt x="151853" y="1827771"/>
                  </a:lnTo>
                  <a:lnTo>
                    <a:pt x="193205" y="1724406"/>
                  </a:lnTo>
                  <a:lnTo>
                    <a:pt x="224307" y="1679981"/>
                  </a:lnTo>
                  <a:lnTo>
                    <a:pt x="245173" y="1628038"/>
                  </a:lnTo>
                  <a:lnTo>
                    <a:pt x="287451" y="1567649"/>
                  </a:lnTo>
                  <a:lnTo>
                    <a:pt x="320116" y="1498828"/>
                  </a:lnTo>
                  <a:lnTo>
                    <a:pt x="389737" y="1377238"/>
                  </a:lnTo>
                  <a:lnTo>
                    <a:pt x="391871" y="1374190"/>
                  </a:lnTo>
                  <a:lnTo>
                    <a:pt x="395249" y="1391513"/>
                  </a:lnTo>
                  <a:lnTo>
                    <a:pt x="409219" y="1415846"/>
                  </a:lnTo>
                  <a:lnTo>
                    <a:pt x="412788" y="1432890"/>
                  </a:lnTo>
                  <a:lnTo>
                    <a:pt x="416153" y="1450225"/>
                  </a:lnTo>
                  <a:lnTo>
                    <a:pt x="429755" y="1452943"/>
                  </a:lnTo>
                  <a:lnTo>
                    <a:pt x="421805" y="1442161"/>
                  </a:lnTo>
                  <a:lnTo>
                    <a:pt x="427901" y="1433436"/>
                  </a:lnTo>
                  <a:lnTo>
                    <a:pt x="421754" y="1420088"/>
                  </a:lnTo>
                  <a:lnTo>
                    <a:pt x="429945" y="1430528"/>
                  </a:lnTo>
                  <a:lnTo>
                    <a:pt x="438429" y="1440561"/>
                  </a:lnTo>
                  <a:lnTo>
                    <a:pt x="447116" y="1450289"/>
                  </a:lnTo>
                  <a:lnTo>
                    <a:pt x="440956" y="1459077"/>
                  </a:lnTo>
                  <a:lnTo>
                    <a:pt x="427888" y="1455610"/>
                  </a:lnTo>
                  <a:lnTo>
                    <a:pt x="424421" y="1460563"/>
                  </a:lnTo>
                  <a:lnTo>
                    <a:pt x="426986" y="1479042"/>
                  </a:lnTo>
                  <a:lnTo>
                    <a:pt x="432523" y="1515414"/>
                  </a:lnTo>
                  <a:lnTo>
                    <a:pt x="435102" y="1533893"/>
                  </a:lnTo>
                  <a:lnTo>
                    <a:pt x="449770" y="1535087"/>
                  </a:lnTo>
                  <a:lnTo>
                    <a:pt x="442747" y="1522958"/>
                  </a:lnTo>
                  <a:lnTo>
                    <a:pt x="450316" y="1512150"/>
                  </a:lnTo>
                  <a:lnTo>
                    <a:pt x="443903" y="1499171"/>
                  </a:lnTo>
                  <a:lnTo>
                    <a:pt x="447103" y="1494599"/>
                  </a:lnTo>
                  <a:lnTo>
                    <a:pt x="454317" y="1506435"/>
                  </a:lnTo>
                  <a:lnTo>
                    <a:pt x="451231" y="1510842"/>
                  </a:lnTo>
                  <a:lnTo>
                    <a:pt x="458749" y="1522247"/>
                  </a:lnTo>
                  <a:lnTo>
                    <a:pt x="456171" y="1525930"/>
                  </a:lnTo>
                  <a:lnTo>
                    <a:pt x="463473" y="1537652"/>
                  </a:lnTo>
                  <a:lnTo>
                    <a:pt x="438835" y="1572844"/>
                  </a:lnTo>
                  <a:lnTo>
                    <a:pt x="450024" y="1579016"/>
                  </a:lnTo>
                  <a:lnTo>
                    <a:pt x="448310" y="1581467"/>
                  </a:lnTo>
                  <a:lnTo>
                    <a:pt x="455587" y="1593202"/>
                  </a:lnTo>
                  <a:lnTo>
                    <a:pt x="445770" y="1607223"/>
                  </a:lnTo>
                  <a:lnTo>
                    <a:pt x="454037" y="1617560"/>
                  </a:lnTo>
                  <a:lnTo>
                    <a:pt x="450837" y="1622132"/>
                  </a:lnTo>
                  <a:lnTo>
                    <a:pt x="456971" y="1635506"/>
                  </a:lnTo>
                  <a:lnTo>
                    <a:pt x="460171" y="1630934"/>
                  </a:lnTo>
                  <a:lnTo>
                    <a:pt x="470420" y="1638465"/>
                  </a:lnTo>
                  <a:lnTo>
                    <a:pt x="480085" y="1646796"/>
                  </a:lnTo>
                  <a:lnTo>
                    <a:pt x="490321" y="1654314"/>
                  </a:lnTo>
                  <a:lnTo>
                    <a:pt x="484987" y="1661934"/>
                  </a:lnTo>
                  <a:lnTo>
                    <a:pt x="464185" y="1647367"/>
                  </a:lnTo>
                  <a:lnTo>
                    <a:pt x="458851" y="1654987"/>
                  </a:lnTo>
                  <a:lnTo>
                    <a:pt x="460451" y="1696986"/>
                  </a:lnTo>
                  <a:lnTo>
                    <a:pt x="461251" y="1717992"/>
                  </a:lnTo>
                  <a:lnTo>
                    <a:pt x="470852" y="1704276"/>
                  </a:lnTo>
                  <a:lnTo>
                    <a:pt x="479120" y="1714601"/>
                  </a:lnTo>
                  <a:lnTo>
                    <a:pt x="471652" y="1725269"/>
                  </a:lnTo>
                  <a:lnTo>
                    <a:pt x="477786" y="1738655"/>
                  </a:lnTo>
                  <a:lnTo>
                    <a:pt x="462114" y="1761032"/>
                  </a:lnTo>
                  <a:lnTo>
                    <a:pt x="463118" y="1781759"/>
                  </a:lnTo>
                  <a:lnTo>
                    <a:pt x="464921" y="1801329"/>
                  </a:lnTo>
                  <a:lnTo>
                    <a:pt x="466318" y="1821472"/>
                  </a:lnTo>
                  <a:lnTo>
                    <a:pt x="459016" y="1831898"/>
                  </a:lnTo>
                  <a:lnTo>
                    <a:pt x="463118" y="1848180"/>
                  </a:lnTo>
                  <a:lnTo>
                    <a:pt x="467626" y="1863902"/>
                  </a:lnTo>
                  <a:lnTo>
                    <a:pt x="471932" y="1879892"/>
                  </a:lnTo>
                  <a:lnTo>
                    <a:pt x="464451" y="1890572"/>
                  </a:lnTo>
                  <a:lnTo>
                    <a:pt x="469912" y="1904923"/>
                  </a:lnTo>
                  <a:lnTo>
                    <a:pt x="464858" y="1912137"/>
                  </a:lnTo>
                  <a:lnTo>
                    <a:pt x="470408" y="1926348"/>
                  </a:lnTo>
                  <a:lnTo>
                    <a:pt x="464997" y="1934095"/>
                  </a:lnTo>
                  <a:lnTo>
                    <a:pt x="477532" y="1938324"/>
                  </a:lnTo>
                  <a:lnTo>
                    <a:pt x="487934" y="1945614"/>
                  </a:lnTo>
                  <a:lnTo>
                    <a:pt x="469798" y="1971522"/>
                  </a:lnTo>
                  <a:lnTo>
                    <a:pt x="476732" y="1983752"/>
                  </a:lnTo>
                  <a:lnTo>
                    <a:pt x="471665" y="1991004"/>
                  </a:lnTo>
                  <a:lnTo>
                    <a:pt x="476199" y="2006663"/>
                  </a:lnTo>
                  <a:lnTo>
                    <a:pt x="470331" y="2015045"/>
                  </a:lnTo>
                  <a:lnTo>
                    <a:pt x="473367" y="2032850"/>
                  </a:lnTo>
                  <a:lnTo>
                    <a:pt x="466598" y="2042528"/>
                  </a:lnTo>
                  <a:lnTo>
                    <a:pt x="472236" y="2056625"/>
                  </a:lnTo>
                  <a:lnTo>
                    <a:pt x="491667" y="2073135"/>
                  </a:lnTo>
                  <a:lnTo>
                    <a:pt x="477799" y="2092947"/>
                  </a:lnTo>
                  <a:lnTo>
                    <a:pt x="488213" y="2100237"/>
                  </a:lnTo>
                  <a:lnTo>
                    <a:pt x="489280" y="2098713"/>
                  </a:lnTo>
                  <a:lnTo>
                    <a:pt x="499681" y="2105990"/>
                  </a:lnTo>
                  <a:lnTo>
                    <a:pt x="477278" y="2138007"/>
                  </a:lnTo>
                  <a:lnTo>
                    <a:pt x="487680" y="2145284"/>
                  </a:lnTo>
                  <a:lnTo>
                    <a:pt x="511149" y="2111756"/>
                  </a:lnTo>
                  <a:lnTo>
                    <a:pt x="514972" y="2128443"/>
                  </a:lnTo>
                  <a:lnTo>
                    <a:pt x="508088" y="2138286"/>
                  </a:lnTo>
                  <a:lnTo>
                    <a:pt x="511403" y="2155685"/>
                  </a:lnTo>
                  <a:lnTo>
                    <a:pt x="514616" y="2173236"/>
                  </a:lnTo>
                  <a:lnTo>
                    <a:pt x="550633" y="2188222"/>
                  </a:lnTo>
                  <a:lnTo>
                    <a:pt x="573049" y="2200503"/>
                  </a:lnTo>
                  <a:lnTo>
                    <a:pt x="581317" y="2210841"/>
                  </a:lnTo>
                  <a:lnTo>
                    <a:pt x="579183" y="2213889"/>
                  </a:lnTo>
                  <a:lnTo>
                    <a:pt x="574281" y="2243023"/>
                  </a:lnTo>
                  <a:lnTo>
                    <a:pt x="587984" y="2267737"/>
                  </a:lnTo>
                  <a:lnTo>
                    <a:pt x="605688" y="2286736"/>
                  </a:lnTo>
                  <a:lnTo>
                    <a:pt x="623201" y="2306015"/>
                  </a:lnTo>
                  <a:lnTo>
                    <a:pt x="622515" y="2306993"/>
                  </a:lnTo>
                  <a:lnTo>
                    <a:pt x="634542" y="2311971"/>
                  </a:lnTo>
                  <a:lnTo>
                    <a:pt x="648271" y="2314486"/>
                  </a:lnTo>
                  <a:lnTo>
                    <a:pt x="656513" y="2324862"/>
                  </a:lnTo>
                  <a:lnTo>
                    <a:pt x="678954" y="2337104"/>
                  </a:lnTo>
                  <a:lnTo>
                    <a:pt x="692594" y="2339759"/>
                  </a:lnTo>
                  <a:lnTo>
                    <a:pt x="705624" y="2343289"/>
                  </a:lnTo>
                  <a:lnTo>
                    <a:pt x="729018" y="2354161"/>
                  </a:lnTo>
                  <a:lnTo>
                    <a:pt x="752716" y="2364600"/>
                  </a:lnTo>
                  <a:lnTo>
                    <a:pt x="766203" y="2367483"/>
                  </a:lnTo>
                  <a:lnTo>
                    <a:pt x="790194" y="2377503"/>
                  </a:lnTo>
                  <a:lnTo>
                    <a:pt x="889431" y="2412911"/>
                  </a:lnTo>
                  <a:lnTo>
                    <a:pt x="893254" y="2407450"/>
                  </a:lnTo>
                  <a:lnTo>
                    <a:pt x="907161" y="2409710"/>
                  </a:lnTo>
                  <a:lnTo>
                    <a:pt x="906233" y="2411044"/>
                  </a:lnTo>
                  <a:lnTo>
                    <a:pt x="917714" y="2416797"/>
                  </a:lnTo>
                  <a:lnTo>
                    <a:pt x="924026" y="2407793"/>
                  </a:lnTo>
                  <a:lnTo>
                    <a:pt x="938911" y="2408656"/>
                  </a:lnTo>
                  <a:lnTo>
                    <a:pt x="1001737" y="2318918"/>
                  </a:lnTo>
                  <a:lnTo>
                    <a:pt x="1036967" y="2290737"/>
                  </a:lnTo>
                  <a:lnTo>
                    <a:pt x="1061885" y="2255139"/>
                  </a:lnTo>
                  <a:lnTo>
                    <a:pt x="1076604" y="2211971"/>
                  </a:lnTo>
                  <a:lnTo>
                    <a:pt x="1171384" y="2076577"/>
                  </a:lnTo>
                  <a:lnTo>
                    <a:pt x="1184973" y="2035022"/>
                  </a:lnTo>
                  <a:lnTo>
                    <a:pt x="1208862" y="2000897"/>
                  </a:lnTo>
                  <a:lnTo>
                    <a:pt x="1222133" y="1959787"/>
                  </a:lnTo>
                  <a:lnTo>
                    <a:pt x="1245539" y="1926361"/>
                  </a:lnTo>
                  <a:lnTo>
                    <a:pt x="1272209" y="1843976"/>
                  </a:lnTo>
                  <a:lnTo>
                    <a:pt x="1295844" y="1810207"/>
                  </a:lnTo>
                  <a:lnTo>
                    <a:pt x="1309281" y="1768868"/>
                  </a:lnTo>
                  <a:lnTo>
                    <a:pt x="1319682" y="1731860"/>
                  </a:lnTo>
                  <a:lnTo>
                    <a:pt x="1340497" y="1702142"/>
                  </a:lnTo>
                  <a:lnTo>
                    <a:pt x="1350899" y="1665135"/>
                  </a:lnTo>
                  <a:lnTo>
                    <a:pt x="1371701" y="1635417"/>
                  </a:lnTo>
                  <a:lnTo>
                    <a:pt x="1429321" y="1464538"/>
                  </a:lnTo>
                  <a:lnTo>
                    <a:pt x="1530134" y="1187640"/>
                  </a:lnTo>
                  <a:lnTo>
                    <a:pt x="1607223" y="966812"/>
                  </a:lnTo>
                  <a:lnTo>
                    <a:pt x="1612023" y="915657"/>
                  </a:lnTo>
                  <a:lnTo>
                    <a:pt x="1641767" y="828878"/>
                  </a:lnTo>
                  <a:lnTo>
                    <a:pt x="1645881" y="778713"/>
                  </a:lnTo>
                  <a:lnTo>
                    <a:pt x="1660296" y="735965"/>
                  </a:lnTo>
                  <a:lnTo>
                    <a:pt x="1681099" y="661962"/>
                  </a:lnTo>
                  <a:lnTo>
                    <a:pt x="1687868" y="674433"/>
                  </a:lnTo>
                  <a:lnTo>
                    <a:pt x="1684832" y="678764"/>
                  </a:lnTo>
                  <a:lnTo>
                    <a:pt x="1692605" y="689813"/>
                  </a:lnTo>
                  <a:lnTo>
                    <a:pt x="1700580" y="700570"/>
                  </a:lnTo>
                  <a:lnTo>
                    <a:pt x="1709115" y="688378"/>
                  </a:lnTo>
                  <a:lnTo>
                    <a:pt x="1713966" y="703592"/>
                  </a:lnTo>
                  <a:lnTo>
                    <a:pt x="1714322" y="703097"/>
                  </a:lnTo>
                  <a:lnTo>
                    <a:pt x="1727669" y="706158"/>
                  </a:lnTo>
                  <a:lnTo>
                    <a:pt x="1740331" y="710234"/>
                  </a:lnTo>
                  <a:lnTo>
                    <a:pt x="1710728" y="752500"/>
                  </a:lnTo>
                  <a:lnTo>
                    <a:pt x="1714055" y="769912"/>
                  </a:lnTo>
                  <a:lnTo>
                    <a:pt x="1717573" y="787031"/>
                  </a:lnTo>
                  <a:lnTo>
                    <a:pt x="1710982" y="796429"/>
                  </a:lnTo>
                  <a:lnTo>
                    <a:pt x="1717903" y="808697"/>
                  </a:lnTo>
                  <a:lnTo>
                    <a:pt x="1715122" y="812673"/>
                  </a:lnTo>
                  <a:lnTo>
                    <a:pt x="1722945" y="823645"/>
                  </a:lnTo>
                  <a:lnTo>
                    <a:pt x="1720062" y="827760"/>
                  </a:lnTo>
                  <a:lnTo>
                    <a:pt x="1720253" y="849617"/>
                  </a:lnTo>
                  <a:lnTo>
                    <a:pt x="1719262" y="873201"/>
                  </a:lnTo>
                  <a:lnTo>
                    <a:pt x="1729867" y="902335"/>
                  </a:lnTo>
                  <a:lnTo>
                    <a:pt x="1733664" y="919048"/>
                  </a:lnTo>
                  <a:lnTo>
                    <a:pt x="1744065" y="926338"/>
                  </a:lnTo>
                  <a:lnTo>
                    <a:pt x="1740865" y="930910"/>
                  </a:lnTo>
                  <a:lnTo>
                    <a:pt x="1739265" y="977480"/>
                  </a:lnTo>
                  <a:lnTo>
                    <a:pt x="1744078" y="992771"/>
                  </a:lnTo>
                  <a:lnTo>
                    <a:pt x="1748878" y="1008049"/>
                  </a:lnTo>
                  <a:lnTo>
                    <a:pt x="1748078" y="1031341"/>
                  </a:lnTo>
                  <a:lnTo>
                    <a:pt x="1761680" y="1034046"/>
                  </a:lnTo>
                  <a:lnTo>
                    <a:pt x="1775548" y="1014234"/>
                  </a:lnTo>
                  <a:lnTo>
                    <a:pt x="1785683" y="1021892"/>
                  </a:lnTo>
                  <a:lnTo>
                    <a:pt x="1794230" y="1031849"/>
                  </a:lnTo>
                  <a:lnTo>
                    <a:pt x="1776082" y="1057757"/>
                  </a:lnTo>
                  <a:lnTo>
                    <a:pt x="1784362" y="1068095"/>
                  </a:lnTo>
                  <a:lnTo>
                    <a:pt x="1781162" y="1072667"/>
                  </a:lnTo>
                  <a:lnTo>
                    <a:pt x="1789163" y="1083373"/>
                  </a:lnTo>
                  <a:lnTo>
                    <a:pt x="1786763" y="1086802"/>
                  </a:lnTo>
                  <a:lnTo>
                    <a:pt x="1794764" y="1097521"/>
                  </a:lnTo>
                  <a:lnTo>
                    <a:pt x="1789480" y="1105065"/>
                  </a:lnTo>
                  <a:lnTo>
                    <a:pt x="1776488" y="1101471"/>
                  </a:lnTo>
                  <a:lnTo>
                    <a:pt x="1773694" y="1105458"/>
                  </a:lnTo>
                  <a:lnTo>
                    <a:pt x="1759813" y="1103147"/>
                  </a:lnTo>
                  <a:lnTo>
                    <a:pt x="1761439" y="1100836"/>
                  </a:lnTo>
                  <a:lnTo>
                    <a:pt x="1755152" y="1087666"/>
                  </a:lnTo>
                  <a:lnTo>
                    <a:pt x="1767547" y="1069949"/>
                  </a:lnTo>
                  <a:lnTo>
                    <a:pt x="1763814" y="1066444"/>
                  </a:lnTo>
                  <a:lnTo>
                    <a:pt x="1767979" y="1065707"/>
                  </a:lnTo>
                  <a:lnTo>
                    <a:pt x="1779282" y="1069073"/>
                  </a:lnTo>
                  <a:lnTo>
                    <a:pt x="1777898" y="1061300"/>
                  </a:lnTo>
                  <a:lnTo>
                    <a:pt x="1773923" y="1053973"/>
                  </a:lnTo>
                  <a:lnTo>
                    <a:pt x="1772539" y="1046187"/>
                  </a:lnTo>
                  <a:lnTo>
                    <a:pt x="1764957" y="1042949"/>
                  </a:lnTo>
                  <a:lnTo>
                    <a:pt x="1743824" y="1035177"/>
                  </a:lnTo>
                  <a:lnTo>
                    <a:pt x="1745843" y="1061567"/>
                  </a:lnTo>
                  <a:lnTo>
                    <a:pt x="1758810" y="1059294"/>
                  </a:lnTo>
                  <a:lnTo>
                    <a:pt x="1759267" y="1061885"/>
                  </a:lnTo>
                  <a:lnTo>
                    <a:pt x="1762328" y="1064031"/>
                  </a:lnTo>
                  <a:lnTo>
                    <a:pt x="1762531" y="1065237"/>
                  </a:lnTo>
                  <a:lnTo>
                    <a:pt x="1758213" y="1061148"/>
                  </a:lnTo>
                  <a:lnTo>
                    <a:pt x="1746859" y="1077366"/>
                  </a:lnTo>
                  <a:lnTo>
                    <a:pt x="1749018" y="1096429"/>
                  </a:lnTo>
                  <a:lnTo>
                    <a:pt x="1752168" y="1114082"/>
                  </a:lnTo>
                  <a:lnTo>
                    <a:pt x="1754200" y="1133297"/>
                  </a:lnTo>
                  <a:lnTo>
                    <a:pt x="1750377" y="1138770"/>
                  </a:lnTo>
                  <a:lnTo>
                    <a:pt x="1757146" y="1151242"/>
                  </a:lnTo>
                  <a:lnTo>
                    <a:pt x="1749679" y="1161910"/>
                  </a:lnTo>
                  <a:lnTo>
                    <a:pt x="1761159" y="1167676"/>
                  </a:lnTo>
                  <a:lnTo>
                    <a:pt x="1783562" y="1135659"/>
                  </a:lnTo>
                  <a:lnTo>
                    <a:pt x="1788248" y="1151115"/>
                  </a:lnTo>
                  <a:lnTo>
                    <a:pt x="1761959" y="1188669"/>
                  </a:lnTo>
                  <a:lnTo>
                    <a:pt x="1768094" y="1202055"/>
                  </a:lnTo>
                  <a:lnTo>
                    <a:pt x="1781962" y="1182243"/>
                  </a:lnTo>
                  <a:lnTo>
                    <a:pt x="1805965" y="1192237"/>
                  </a:lnTo>
                  <a:lnTo>
                    <a:pt x="1799564" y="1201381"/>
                  </a:lnTo>
                  <a:lnTo>
                    <a:pt x="1787029" y="1197140"/>
                  </a:lnTo>
                  <a:lnTo>
                    <a:pt x="1777161" y="1211237"/>
                  </a:lnTo>
                  <a:lnTo>
                    <a:pt x="1762620" y="1209865"/>
                  </a:lnTo>
                  <a:lnTo>
                    <a:pt x="1758492" y="1215771"/>
                  </a:lnTo>
                  <a:lnTo>
                    <a:pt x="1765642" y="1249845"/>
                  </a:lnTo>
                  <a:lnTo>
                    <a:pt x="1772500" y="1284338"/>
                  </a:lnTo>
                  <a:lnTo>
                    <a:pt x="1768348" y="1312418"/>
                  </a:lnTo>
                  <a:lnTo>
                    <a:pt x="1773694" y="1349057"/>
                  </a:lnTo>
                  <a:lnTo>
                    <a:pt x="1798243" y="1314005"/>
                  </a:lnTo>
                  <a:lnTo>
                    <a:pt x="1804644" y="1326997"/>
                  </a:lnTo>
                  <a:lnTo>
                    <a:pt x="1800644" y="1332712"/>
                  </a:lnTo>
                  <a:lnTo>
                    <a:pt x="1807044" y="1345717"/>
                  </a:lnTo>
                  <a:lnTo>
                    <a:pt x="1798205" y="1358341"/>
                  </a:lnTo>
                  <a:lnTo>
                    <a:pt x="1803577" y="1372806"/>
                  </a:lnTo>
                  <a:lnTo>
                    <a:pt x="1792109" y="1389202"/>
                  </a:lnTo>
                  <a:lnTo>
                    <a:pt x="1807845" y="1388859"/>
                  </a:lnTo>
                  <a:lnTo>
                    <a:pt x="1806511" y="1390764"/>
                  </a:lnTo>
                  <a:lnTo>
                    <a:pt x="1817751" y="1396860"/>
                  </a:lnTo>
                  <a:lnTo>
                    <a:pt x="1804974" y="1415097"/>
                  </a:lnTo>
                  <a:lnTo>
                    <a:pt x="1821180" y="1414094"/>
                  </a:lnTo>
                  <a:lnTo>
                    <a:pt x="1808251" y="1432572"/>
                  </a:lnTo>
                  <a:lnTo>
                    <a:pt x="1811934" y="1449451"/>
                  </a:lnTo>
                  <a:lnTo>
                    <a:pt x="1804911" y="1459484"/>
                  </a:lnTo>
                  <a:lnTo>
                    <a:pt x="1794510" y="1452194"/>
                  </a:lnTo>
                  <a:lnTo>
                    <a:pt x="1793443" y="1453718"/>
                  </a:lnTo>
                  <a:lnTo>
                    <a:pt x="1783041" y="1446441"/>
                  </a:lnTo>
                  <a:lnTo>
                    <a:pt x="1785543" y="1487157"/>
                  </a:lnTo>
                  <a:lnTo>
                    <a:pt x="1788642" y="1527009"/>
                  </a:lnTo>
                  <a:lnTo>
                    <a:pt x="1792947" y="1565160"/>
                  </a:lnTo>
                  <a:lnTo>
                    <a:pt x="1798447" y="1579435"/>
                  </a:lnTo>
                  <a:lnTo>
                    <a:pt x="1809457" y="1608010"/>
                  </a:lnTo>
                  <a:lnTo>
                    <a:pt x="1812696" y="1603387"/>
                  </a:lnTo>
                  <a:lnTo>
                    <a:pt x="1826526" y="1605762"/>
                  </a:lnTo>
                  <a:lnTo>
                    <a:pt x="1830362" y="1600288"/>
                  </a:lnTo>
                  <a:lnTo>
                    <a:pt x="1845208" y="1601241"/>
                  </a:lnTo>
                  <a:lnTo>
                    <a:pt x="1812048" y="1648612"/>
                  </a:lnTo>
                  <a:lnTo>
                    <a:pt x="1819325" y="1660347"/>
                  </a:lnTo>
                  <a:lnTo>
                    <a:pt x="1810791" y="1672539"/>
                  </a:lnTo>
                  <a:lnTo>
                    <a:pt x="1828406" y="1691678"/>
                  </a:lnTo>
                  <a:lnTo>
                    <a:pt x="1846008" y="1710817"/>
                  </a:lnTo>
                  <a:lnTo>
                    <a:pt x="1834273" y="1727581"/>
                  </a:lnTo>
                  <a:lnTo>
                    <a:pt x="1846808" y="1731810"/>
                  </a:lnTo>
                  <a:lnTo>
                    <a:pt x="1838274" y="1744014"/>
                  </a:lnTo>
                  <a:lnTo>
                    <a:pt x="1850809" y="1748243"/>
                  </a:lnTo>
                  <a:lnTo>
                    <a:pt x="1835162" y="1748459"/>
                  </a:lnTo>
                  <a:lnTo>
                    <a:pt x="1840001" y="1763674"/>
                  </a:lnTo>
                  <a:lnTo>
                    <a:pt x="1835061" y="1770748"/>
                  </a:lnTo>
                  <a:lnTo>
                    <a:pt x="1821205" y="1768398"/>
                  </a:lnTo>
                  <a:lnTo>
                    <a:pt x="1816938" y="1774494"/>
                  </a:lnTo>
                  <a:lnTo>
                    <a:pt x="1827339" y="1781771"/>
                  </a:lnTo>
                  <a:lnTo>
                    <a:pt x="1834807" y="1771116"/>
                  </a:lnTo>
                  <a:lnTo>
                    <a:pt x="1849475" y="1772297"/>
                  </a:lnTo>
                  <a:lnTo>
                    <a:pt x="1835340" y="1792490"/>
                  </a:lnTo>
                  <a:lnTo>
                    <a:pt x="1839480" y="1808721"/>
                  </a:lnTo>
                  <a:lnTo>
                    <a:pt x="1837347" y="1811769"/>
                  </a:lnTo>
                  <a:lnTo>
                    <a:pt x="1850669" y="1814893"/>
                  </a:lnTo>
                  <a:lnTo>
                    <a:pt x="1864690" y="1817001"/>
                  </a:lnTo>
                  <a:lnTo>
                    <a:pt x="1849234" y="1816938"/>
                  </a:lnTo>
                  <a:lnTo>
                    <a:pt x="1838274" y="1832584"/>
                  </a:lnTo>
                  <a:lnTo>
                    <a:pt x="1842274" y="1849018"/>
                  </a:lnTo>
                  <a:lnTo>
                    <a:pt x="1846287" y="1865439"/>
                  </a:lnTo>
                  <a:lnTo>
                    <a:pt x="1843252" y="1869770"/>
                  </a:lnTo>
                  <a:lnTo>
                    <a:pt x="1847989" y="1885149"/>
                  </a:lnTo>
                  <a:lnTo>
                    <a:pt x="1839620" y="1897113"/>
                  </a:lnTo>
                  <a:lnTo>
                    <a:pt x="1854733" y="1919795"/>
                  </a:lnTo>
                  <a:lnTo>
                    <a:pt x="1866963" y="1946630"/>
                  </a:lnTo>
                  <a:lnTo>
                    <a:pt x="1866582" y="1969325"/>
                  </a:lnTo>
                  <a:lnTo>
                    <a:pt x="1875104" y="2001443"/>
                  </a:lnTo>
                  <a:lnTo>
                    <a:pt x="1896706" y="2037003"/>
                  </a:lnTo>
                  <a:lnTo>
                    <a:pt x="1907806" y="2043290"/>
                  </a:lnTo>
                  <a:lnTo>
                    <a:pt x="1916722" y="2052713"/>
                  </a:lnTo>
                  <a:lnTo>
                    <a:pt x="1922818" y="2066137"/>
                  </a:lnTo>
                  <a:lnTo>
                    <a:pt x="1925523" y="2084425"/>
                  </a:lnTo>
                  <a:lnTo>
                    <a:pt x="1924456" y="2085949"/>
                  </a:lnTo>
                  <a:lnTo>
                    <a:pt x="1914055" y="2078672"/>
                  </a:lnTo>
                  <a:lnTo>
                    <a:pt x="1911921" y="2081720"/>
                  </a:lnTo>
                  <a:lnTo>
                    <a:pt x="1921040" y="2090813"/>
                  </a:lnTo>
                  <a:lnTo>
                    <a:pt x="1920189" y="2092045"/>
                  </a:lnTo>
                  <a:lnTo>
                    <a:pt x="1929726" y="2100567"/>
                  </a:lnTo>
                  <a:lnTo>
                    <a:pt x="1938858" y="2109660"/>
                  </a:lnTo>
                  <a:lnTo>
                    <a:pt x="1954796" y="2131187"/>
                  </a:lnTo>
                  <a:lnTo>
                    <a:pt x="1973541" y="2148700"/>
                  </a:lnTo>
                  <a:lnTo>
                    <a:pt x="1994687" y="2162797"/>
                  </a:lnTo>
                  <a:lnTo>
                    <a:pt x="2017826" y="2174024"/>
                  </a:lnTo>
                  <a:lnTo>
                    <a:pt x="2041372" y="2184692"/>
                  </a:lnTo>
                  <a:lnTo>
                    <a:pt x="2078850" y="2197582"/>
                  </a:lnTo>
                  <a:lnTo>
                    <a:pt x="2102383" y="2208238"/>
                  </a:lnTo>
                  <a:lnTo>
                    <a:pt x="2127008" y="2217356"/>
                  </a:lnTo>
                  <a:lnTo>
                    <a:pt x="2151342" y="2226894"/>
                  </a:lnTo>
                  <a:lnTo>
                    <a:pt x="2185873" y="2244013"/>
                  </a:lnTo>
                  <a:lnTo>
                    <a:pt x="2209901" y="2253983"/>
                  </a:lnTo>
                  <a:lnTo>
                    <a:pt x="2222182" y="2258568"/>
                  </a:lnTo>
                  <a:lnTo>
                    <a:pt x="2224963" y="2254593"/>
                  </a:lnTo>
                  <a:lnTo>
                    <a:pt x="2239556" y="2255901"/>
                  </a:lnTo>
                  <a:lnTo>
                    <a:pt x="2256040" y="2254491"/>
                  </a:lnTo>
                  <a:lnTo>
                    <a:pt x="2347468" y="2123884"/>
                  </a:lnTo>
                  <a:lnTo>
                    <a:pt x="2413952" y="1940344"/>
                  </a:lnTo>
                  <a:lnTo>
                    <a:pt x="2452509" y="1840979"/>
                  </a:lnTo>
                  <a:lnTo>
                    <a:pt x="2460993" y="1784565"/>
                  </a:lnTo>
                  <a:lnTo>
                    <a:pt x="2479827" y="1735518"/>
                  </a:lnTo>
                  <a:lnTo>
                    <a:pt x="2488374" y="1679028"/>
                  </a:lnTo>
                  <a:lnTo>
                    <a:pt x="2519883" y="1589722"/>
                  </a:lnTo>
                  <a:lnTo>
                    <a:pt x="2525280" y="1537716"/>
                  </a:lnTo>
                  <a:lnTo>
                    <a:pt x="2541054" y="1493037"/>
                  </a:lnTo>
                  <a:lnTo>
                    <a:pt x="2546337" y="1441208"/>
                  </a:lnTo>
                  <a:lnTo>
                    <a:pt x="2577185" y="1352842"/>
                  </a:lnTo>
                  <a:lnTo>
                    <a:pt x="2587460" y="1249591"/>
                  </a:lnTo>
                  <a:lnTo>
                    <a:pt x="2602852" y="1205445"/>
                  </a:lnTo>
                  <a:lnTo>
                    <a:pt x="2607767" y="1154137"/>
                  </a:lnTo>
                  <a:lnTo>
                    <a:pt x="2623032" y="1110195"/>
                  </a:lnTo>
                  <a:lnTo>
                    <a:pt x="2637231" y="957046"/>
                  </a:lnTo>
                  <a:lnTo>
                    <a:pt x="2651836" y="914031"/>
                  </a:lnTo>
                  <a:lnTo>
                    <a:pt x="2663863" y="763993"/>
                  </a:lnTo>
                  <a:lnTo>
                    <a:pt x="2672994" y="728789"/>
                  </a:lnTo>
                  <a:lnTo>
                    <a:pt x="2672118" y="685749"/>
                  </a:lnTo>
                  <a:lnTo>
                    <a:pt x="2681655" y="649986"/>
                  </a:lnTo>
                  <a:lnTo>
                    <a:pt x="2680385" y="607504"/>
                  </a:lnTo>
                  <a:lnTo>
                    <a:pt x="2701709" y="355600"/>
                  </a:lnTo>
                  <a:lnTo>
                    <a:pt x="2695371" y="298221"/>
                  </a:lnTo>
                  <a:lnTo>
                    <a:pt x="2707043" y="148666"/>
                  </a:lnTo>
                  <a:close/>
                </a:path>
              </a:pathLst>
            </a:custGeom>
            <a:solidFill>
              <a:srgbClr val="2B12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91722" y="2278049"/>
              <a:ext cx="16230600" cy="5562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00" cy="10287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23620" y="0"/>
              <a:ext cx="17040225" cy="102679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4997" y="688481"/>
            <a:ext cx="445833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755"/>
              <a:t>T</a:t>
            </a:r>
            <a:r>
              <a:rPr dirty="0" sz="8000" spc="825"/>
              <a:t>R</a:t>
            </a:r>
            <a:r>
              <a:rPr dirty="0" sz="8000" spc="1115"/>
              <a:t>I</a:t>
            </a:r>
            <a:r>
              <a:rPr dirty="0" sz="8000" spc="1365"/>
              <a:t>A</a:t>
            </a:r>
            <a:r>
              <a:rPr dirty="0" sz="8000" spc="1280"/>
              <a:t>G</a:t>
            </a:r>
            <a:r>
              <a:rPr dirty="0" sz="8000" spc="-700"/>
              <a:t>E</a:t>
            </a:r>
            <a:endParaRPr sz="8000"/>
          </a:p>
        </p:txBody>
      </p:sp>
      <p:sp>
        <p:nvSpPr>
          <p:cNvPr id="3" name="object 3"/>
          <p:cNvSpPr/>
          <p:nvPr/>
        </p:nvSpPr>
        <p:spPr>
          <a:xfrm>
            <a:off x="16163988" y="7840014"/>
            <a:ext cx="2118995" cy="2446655"/>
          </a:xfrm>
          <a:custGeom>
            <a:avLst/>
            <a:gdLst/>
            <a:ahLst/>
            <a:cxnLst/>
            <a:rect l="l" t="t" r="r" b="b"/>
            <a:pathLst>
              <a:path w="2118994" h="2446654">
                <a:moveTo>
                  <a:pt x="708888" y="1121486"/>
                </a:moveTo>
                <a:lnTo>
                  <a:pt x="701497" y="1103185"/>
                </a:lnTo>
                <a:lnTo>
                  <a:pt x="696810" y="1117549"/>
                </a:lnTo>
                <a:lnTo>
                  <a:pt x="708888" y="1121486"/>
                </a:lnTo>
                <a:close/>
              </a:path>
              <a:path w="2118994" h="2446654">
                <a:moveTo>
                  <a:pt x="860196" y="1483829"/>
                </a:moveTo>
                <a:lnTo>
                  <a:pt x="856234" y="1473276"/>
                </a:lnTo>
                <a:lnTo>
                  <a:pt x="852855" y="1466608"/>
                </a:lnTo>
                <a:lnTo>
                  <a:pt x="851141" y="1460500"/>
                </a:lnTo>
                <a:lnTo>
                  <a:pt x="840041" y="1466138"/>
                </a:lnTo>
                <a:lnTo>
                  <a:pt x="838911" y="1463916"/>
                </a:lnTo>
                <a:lnTo>
                  <a:pt x="835571" y="1462824"/>
                </a:lnTo>
                <a:lnTo>
                  <a:pt x="834440" y="1460601"/>
                </a:lnTo>
                <a:lnTo>
                  <a:pt x="829995" y="1462849"/>
                </a:lnTo>
                <a:lnTo>
                  <a:pt x="818870" y="1462913"/>
                </a:lnTo>
                <a:lnTo>
                  <a:pt x="822248" y="1469580"/>
                </a:lnTo>
                <a:lnTo>
                  <a:pt x="827849" y="1475105"/>
                </a:lnTo>
                <a:lnTo>
                  <a:pt x="831227" y="1481772"/>
                </a:lnTo>
                <a:lnTo>
                  <a:pt x="838974" y="1482623"/>
                </a:lnTo>
                <a:lnTo>
                  <a:pt x="860196" y="1483829"/>
                </a:lnTo>
                <a:close/>
              </a:path>
              <a:path w="2118994" h="2446654">
                <a:moveTo>
                  <a:pt x="869543" y="1529461"/>
                </a:moveTo>
                <a:lnTo>
                  <a:pt x="868476" y="1529397"/>
                </a:lnTo>
                <a:lnTo>
                  <a:pt x="868565" y="1529689"/>
                </a:lnTo>
                <a:lnTo>
                  <a:pt x="869543" y="1529461"/>
                </a:lnTo>
                <a:close/>
              </a:path>
              <a:path w="2118994" h="2446654">
                <a:moveTo>
                  <a:pt x="997165" y="1756308"/>
                </a:moveTo>
                <a:lnTo>
                  <a:pt x="982548" y="1733016"/>
                </a:lnTo>
                <a:lnTo>
                  <a:pt x="981456" y="1736369"/>
                </a:lnTo>
                <a:lnTo>
                  <a:pt x="976477" y="1740293"/>
                </a:lnTo>
                <a:lnTo>
                  <a:pt x="973162" y="1744764"/>
                </a:lnTo>
                <a:lnTo>
                  <a:pt x="972642" y="1752003"/>
                </a:lnTo>
                <a:lnTo>
                  <a:pt x="971003" y="1757019"/>
                </a:lnTo>
                <a:lnTo>
                  <a:pt x="970495" y="1764258"/>
                </a:lnTo>
                <a:lnTo>
                  <a:pt x="997165" y="1756308"/>
                </a:lnTo>
                <a:close/>
              </a:path>
              <a:path w="2118994" h="2446654">
                <a:moveTo>
                  <a:pt x="1519593" y="1506677"/>
                </a:moveTo>
                <a:lnTo>
                  <a:pt x="1515694" y="1507261"/>
                </a:lnTo>
                <a:lnTo>
                  <a:pt x="1511249" y="1509509"/>
                </a:lnTo>
                <a:lnTo>
                  <a:pt x="1507363" y="1510093"/>
                </a:lnTo>
                <a:lnTo>
                  <a:pt x="1509039" y="1510639"/>
                </a:lnTo>
                <a:lnTo>
                  <a:pt x="1510157" y="1512862"/>
                </a:lnTo>
                <a:lnTo>
                  <a:pt x="1511833" y="1513408"/>
                </a:lnTo>
                <a:lnTo>
                  <a:pt x="1514602" y="1510601"/>
                </a:lnTo>
                <a:lnTo>
                  <a:pt x="1516824" y="1509483"/>
                </a:lnTo>
                <a:lnTo>
                  <a:pt x="1519593" y="1506677"/>
                </a:lnTo>
                <a:close/>
              </a:path>
              <a:path w="2118994" h="2446654">
                <a:moveTo>
                  <a:pt x="1524698" y="1168704"/>
                </a:moveTo>
                <a:lnTo>
                  <a:pt x="1524584" y="1160221"/>
                </a:lnTo>
                <a:lnTo>
                  <a:pt x="1522526" y="1166495"/>
                </a:lnTo>
                <a:lnTo>
                  <a:pt x="1524698" y="1168704"/>
                </a:lnTo>
                <a:close/>
              </a:path>
              <a:path w="2118994" h="2446654">
                <a:moveTo>
                  <a:pt x="1531607" y="1302308"/>
                </a:moveTo>
                <a:lnTo>
                  <a:pt x="1523873" y="1285087"/>
                </a:lnTo>
                <a:lnTo>
                  <a:pt x="1514182" y="1314729"/>
                </a:lnTo>
                <a:lnTo>
                  <a:pt x="1512697" y="1319276"/>
                </a:lnTo>
                <a:lnTo>
                  <a:pt x="1523288" y="1327772"/>
                </a:lnTo>
                <a:lnTo>
                  <a:pt x="1531607" y="1302308"/>
                </a:lnTo>
                <a:close/>
              </a:path>
              <a:path w="2118994" h="2446654">
                <a:moveTo>
                  <a:pt x="1531988" y="1440370"/>
                </a:moveTo>
                <a:lnTo>
                  <a:pt x="1530477" y="1411503"/>
                </a:lnTo>
                <a:lnTo>
                  <a:pt x="1529524" y="1402537"/>
                </a:lnTo>
                <a:lnTo>
                  <a:pt x="1520901" y="1420088"/>
                </a:lnTo>
                <a:lnTo>
                  <a:pt x="1518285" y="1429880"/>
                </a:lnTo>
                <a:lnTo>
                  <a:pt x="1521904" y="1435455"/>
                </a:lnTo>
                <a:lnTo>
                  <a:pt x="1531988" y="1440370"/>
                </a:lnTo>
                <a:close/>
              </a:path>
              <a:path w="2118994" h="2446654">
                <a:moveTo>
                  <a:pt x="1532470" y="1336840"/>
                </a:moveTo>
                <a:lnTo>
                  <a:pt x="1529118" y="1335747"/>
                </a:lnTo>
                <a:lnTo>
                  <a:pt x="1526895" y="1336878"/>
                </a:lnTo>
                <a:lnTo>
                  <a:pt x="1523555" y="1335786"/>
                </a:lnTo>
                <a:lnTo>
                  <a:pt x="1519936" y="1380883"/>
                </a:lnTo>
                <a:lnTo>
                  <a:pt x="1529626" y="1371066"/>
                </a:lnTo>
                <a:lnTo>
                  <a:pt x="1531429" y="1359877"/>
                </a:lnTo>
                <a:lnTo>
                  <a:pt x="1530616" y="1348181"/>
                </a:lnTo>
                <a:lnTo>
                  <a:pt x="1532470" y="1336840"/>
                </a:lnTo>
                <a:close/>
              </a:path>
              <a:path w="2118994" h="2446654">
                <a:moveTo>
                  <a:pt x="1532559" y="1176718"/>
                </a:moveTo>
                <a:lnTo>
                  <a:pt x="1524698" y="1168704"/>
                </a:lnTo>
                <a:lnTo>
                  <a:pt x="1525104" y="1199502"/>
                </a:lnTo>
                <a:lnTo>
                  <a:pt x="1532559" y="1176718"/>
                </a:lnTo>
                <a:close/>
              </a:path>
              <a:path w="2118994" h="2446654">
                <a:moveTo>
                  <a:pt x="1546402" y="1702447"/>
                </a:moveTo>
                <a:lnTo>
                  <a:pt x="1544193" y="1688934"/>
                </a:lnTo>
                <a:lnTo>
                  <a:pt x="1542554" y="1675257"/>
                </a:lnTo>
                <a:lnTo>
                  <a:pt x="1539951" y="1648485"/>
                </a:lnTo>
                <a:lnTo>
                  <a:pt x="1538274" y="1647939"/>
                </a:lnTo>
                <a:lnTo>
                  <a:pt x="1534375" y="1648523"/>
                </a:lnTo>
                <a:lnTo>
                  <a:pt x="1532166" y="1649653"/>
                </a:lnTo>
                <a:lnTo>
                  <a:pt x="1534845" y="1663319"/>
                </a:lnTo>
                <a:lnTo>
                  <a:pt x="1533093" y="1677263"/>
                </a:lnTo>
                <a:lnTo>
                  <a:pt x="1532496" y="1690903"/>
                </a:lnTo>
                <a:lnTo>
                  <a:pt x="1538617" y="1703603"/>
                </a:lnTo>
                <a:lnTo>
                  <a:pt x="1542503" y="1703019"/>
                </a:lnTo>
                <a:lnTo>
                  <a:pt x="1544180" y="1703565"/>
                </a:lnTo>
                <a:lnTo>
                  <a:pt x="1546402" y="1702447"/>
                </a:lnTo>
                <a:close/>
              </a:path>
              <a:path w="2118994" h="2446654">
                <a:moveTo>
                  <a:pt x="1756664" y="286207"/>
                </a:moveTo>
                <a:lnTo>
                  <a:pt x="1746364" y="276821"/>
                </a:lnTo>
                <a:lnTo>
                  <a:pt x="1748967" y="268884"/>
                </a:lnTo>
                <a:lnTo>
                  <a:pt x="1739900" y="255739"/>
                </a:lnTo>
                <a:lnTo>
                  <a:pt x="1742909" y="246532"/>
                </a:lnTo>
                <a:lnTo>
                  <a:pt x="1734604" y="231038"/>
                </a:lnTo>
                <a:lnTo>
                  <a:pt x="1738071" y="220421"/>
                </a:lnTo>
                <a:lnTo>
                  <a:pt x="1728444" y="209003"/>
                </a:lnTo>
                <a:lnTo>
                  <a:pt x="1705000" y="198970"/>
                </a:lnTo>
                <a:lnTo>
                  <a:pt x="1712099" y="177228"/>
                </a:lnTo>
                <a:lnTo>
                  <a:pt x="1700034" y="173278"/>
                </a:lnTo>
                <a:lnTo>
                  <a:pt x="1699488" y="174955"/>
                </a:lnTo>
                <a:lnTo>
                  <a:pt x="1690509" y="161518"/>
                </a:lnTo>
                <a:lnTo>
                  <a:pt x="1698891" y="135877"/>
                </a:lnTo>
                <a:lnTo>
                  <a:pt x="1686814" y="131927"/>
                </a:lnTo>
                <a:lnTo>
                  <a:pt x="1678165" y="158407"/>
                </a:lnTo>
                <a:lnTo>
                  <a:pt x="1669618" y="143675"/>
                </a:lnTo>
                <a:lnTo>
                  <a:pt x="1661185" y="128612"/>
                </a:lnTo>
                <a:lnTo>
                  <a:pt x="1664855" y="117348"/>
                </a:lnTo>
                <a:lnTo>
                  <a:pt x="1639074" y="114477"/>
                </a:lnTo>
                <a:lnTo>
                  <a:pt x="1614119" y="109105"/>
                </a:lnTo>
                <a:lnTo>
                  <a:pt x="1601216" y="107670"/>
                </a:lnTo>
                <a:lnTo>
                  <a:pt x="1590243" y="100380"/>
                </a:lnTo>
                <a:lnTo>
                  <a:pt x="1591335" y="97040"/>
                </a:lnTo>
                <a:lnTo>
                  <a:pt x="1587106" y="69100"/>
                </a:lnTo>
                <a:lnTo>
                  <a:pt x="1566595" y="50076"/>
                </a:lnTo>
                <a:lnTo>
                  <a:pt x="1544040" y="37325"/>
                </a:lnTo>
                <a:lnTo>
                  <a:pt x="1533664" y="28206"/>
                </a:lnTo>
                <a:lnTo>
                  <a:pt x="1521942" y="23190"/>
                </a:lnTo>
                <a:lnTo>
                  <a:pt x="1509039" y="21780"/>
                </a:lnTo>
                <a:lnTo>
                  <a:pt x="1495259" y="23063"/>
                </a:lnTo>
                <a:lnTo>
                  <a:pt x="1484299" y="15722"/>
                </a:lnTo>
                <a:lnTo>
                  <a:pt x="1471383" y="14338"/>
                </a:lnTo>
                <a:lnTo>
                  <a:pt x="1457655" y="15468"/>
                </a:lnTo>
                <a:lnTo>
                  <a:pt x="1432166" y="11709"/>
                </a:lnTo>
                <a:lnTo>
                  <a:pt x="1418767" y="11811"/>
                </a:lnTo>
                <a:lnTo>
                  <a:pt x="1393151" y="8445"/>
                </a:lnTo>
                <a:lnTo>
                  <a:pt x="1379499" y="9347"/>
                </a:lnTo>
                <a:lnTo>
                  <a:pt x="1353718" y="6451"/>
                </a:lnTo>
                <a:lnTo>
                  <a:pt x="1248943" y="0"/>
                </a:lnTo>
                <a:lnTo>
                  <a:pt x="1243482" y="16700"/>
                </a:lnTo>
                <a:lnTo>
                  <a:pt x="1229766" y="17792"/>
                </a:lnTo>
                <a:lnTo>
                  <a:pt x="1232496" y="9436"/>
                </a:lnTo>
                <a:lnTo>
                  <a:pt x="1219885" y="7162"/>
                </a:lnTo>
                <a:lnTo>
                  <a:pt x="1190218" y="97955"/>
                </a:lnTo>
                <a:lnTo>
                  <a:pt x="1171194" y="115303"/>
                </a:lnTo>
                <a:lnTo>
                  <a:pt x="1132840" y="232702"/>
                </a:lnTo>
                <a:lnTo>
                  <a:pt x="1131887" y="276517"/>
                </a:lnTo>
                <a:lnTo>
                  <a:pt x="1084072" y="422871"/>
                </a:lnTo>
                <a:lnTo>
                  <a:pt x="1083906" y="464273"/>
                </a:lnTo>
                <a:lnTo>
                  <a:pt x="1071778" y="501421"/>
                </a:lnTo>
                <a:lnTo>
                  <a:pt x="1071854" y="542036"/>
                </a:lnTo>
                <a:lnTo>
                  <a:pt x="1059649" y="579424"/>
                </a:lnTo>
                <a:lnTo>
                  <a:pt x="1059586" y="661441"/>
                </a:lnTo>
                <a:lnTo>
                  <a:pt x="1047369" y="698817"/>
                </a:lnTo>
                <a:lnTo>
                  <a:pt x="1048778" y="735393"/>
                </a:lnTo>
                <a:lnTo>
                  <a:pt x="1038123" y="768019"/>
                </a:lnTo>
                <a:lnTo>
                  <a:pt x="1039545" y="804583"/>
                </a:lnTo>
                <a:lnTo>
                  <a:pt x="1028877" y="837209"/>
                </a:lnTo>
                <a:lnTo>
                  <a:pt x="1026350" y="1008570"/>
                </a:lnTo>
                <a:lnTo>
                  <a:pt x="1003084" y="1284249"/>
                </a:lnTo>
                <a:lnTo>
                  <a:pt x="1011224" y="1341132"/>
                </a:lnTo>
                <a:lnTo>
                  <a:pt x="1003642" y="1446136"/>
                </a:lnTo>
                <a:lnTo>
                  <a:pt x="1012012" y="1502295"/>
                </a:lnTo>
                <a:lnTo>
                  <a:pt x="1008341" y="1554441"/>
                </a:lnTo>
                <a:lnTo>
                  <a:pt x="1007389" y="1598244"/>
                </a:lnTo>
                <a:lnTo>
                  <a:pt x="1018667" y="1645526"/>
                </a:lnTo>
                <a:lnTo>
                  <a:pt x="1017333" y="1731416"/>
                </a:lnTo>
                <a:lnTo>
                  <a:pt x="1020152" y="1804555"/>
                </a:lnTo>
                <a:lnTo>
                  <a:pt x="1009942" y="1794916"/>
                </a:lnTo>
                <a:lnTo>
                  <a:pt x="1011504" y="1790153"/>
                </a:lnTo>
                <a:lnTo>
                  <a:pt x="1000785" y="1782076"/>
                </a:lnTo>
                <a:lnTo>
                  <a:pt x="989952" y="1774317"/>
                </a:lnTo>
                <a:lnTo>
                  <a:pt x="985583" y="1787702"/>
                </a:lnTo>
                <a:lnTo>
                  <a:pt x="976350" y="1775053"/>
                </a:lnTo>
                <a:lnTo>
                  <a:pt x="976172" y="1775599"/>
                </a:lnTo>
                <a:lnTo>
                  <a:pt x="962596" y="1776285"/>
                </a:lnTo>
                <a:lnTo>
                  <a:pt x="970724" y="1751380"/>
                </a:lnTo>
                <a:lnTo>
                  <a:pt x="960843" y="1740738"/>
                </a:lnTo>
                <a:lnTo>
                  <a:pt x="964526" y="1729473"/>
                </a:lnTo>
                <a:lnTo>
                  <a:pt x="956081" y="1714423"/>
                </a:lnTo>
                <a:lnTo>
                  <a:pt x="959612" y="1703628"/>
                </a:lnTo>
                <a:lnTo>
                  <a:pt x="950912" y="1689354"/>
                </a:lnTo>
                <a:lnTo>
                  <a:pt x="952690" y="1683893"/>
                </a:lnTo>
                <a:lnTo>
                  <a:pt x="942047" y="1675587"/>
                </a:lnTo>
                <a:lnTo>
                  <a:pt x="943368" y="1671535"/>
                </a:lnTo>
                <a:lnTo>
                  <a:pt x="932776" y="1663065"/>
                </a:lnTo>
                <a:lnTo>
                  <a:pt x="925931" y="1643126"/>
                </a:lnTo>
                <a:lnTo>
                  <a:pt x="919695" y="1621294"/>
                </a:lnTo>
                <a:lnTo>
                  <a:pt x="912850" y="1601355"/>
                </a:lnTo>
                <a:lnTo>
                  <a:pt x="892086" y="1583118"/>
                </a:lnTo>
                <a:lnTo>
                  <a:pt x="893724" y="1578102"/>
                </a:lnTo>
                <a:lnTo>
                  <a:pt x="887399" y="1556588"/>
                </a:lnTo>
                <a:lnTo>
                  <a:pt x="868984" y="1531137"/>
                </a:lnTo>
                <a:lnTo>
                  <a:pt x="868565" y="1529689"/>
                </a:lnTo>
                <a:lnTo>
                  <a:pt x="855103" y="1532763"/>
                </a:lnTo>
                <a:lnTo>
                  <a:pt x="838708" y="1542046"/>
                </a:lnTo>
                <a:lnTo>
                  <a:pt x="836650" y="1548345"/>
                </a:lnTo>
                <a:lnTo>
                  <a:pt x="826757" y="1537703"/>
                </a:lnTo>
                <a:lnTo>
                  <a:pt x="817968" y="1523720"/>
                </a:lnTo>
                <a:lnTo>
                  <a:pt x="830783" y="1525397"/>
                </a:lnTo>
                <a:lnTo>
                  <a:pt x="843546" y="1527225"/>
                </a:lnTo>
                <a:lnTo>
                  <a:pt x="856411" y="1528737"/>
                </a:lnTo>
                <a:lnTo>
                  <a:pt x="868476" y="1529397"/>
                </a:lnTo>
                <a:lnTo>
                  <a:pt x="856322" y="1488109"/>
                </a:lnTo>
                <a:lnTo>
                  <a:pt x="842606" y="1489189"/>
                </a:lnTo>
                <a:lnTo>
                  <a:pt x="835507" y="1510944"/>
                </a:lnTo>
                <a:lnTo>
                  <a:pt x="823569" y="1506575"/>
                </a:lnTo>
                <a:lnTo>
                  <a:pt x="824522" y="1503654"/>
                </a:lnTo>
                <a:lnTo>
                  <a:pt x="815047" y="1491754"/>
                </a:lnTo>
                <a:lnTo>
                  <a:pt x="821740" y="1471269"/>
                </a:lnTo>
                <a:lnTo>
                  <a:pt x="810768" y="1463979"/>
                </a:lnTo>
                <a:lnTo>
                  <a:pt x="813638" y="1455191"/>
                </a:lnTo>
                <a:lnTo>
                  <a:pt x="802792" y="1447482"/>
                </a:lnTo>
                <a:lnTo>
                  <a:pt x="804024" y="1443723"/>
                </a:lnTo>
                <a:lnTo>
                  <a:pt x="793178" y="1436014"/>
                </a:lnTo>
                <a:lnTo>
                  <a:pt x="806729" y="1435430"/>
                </a:lnTo>
                <a:lnTo>
                  <a:pt x="808050" y="1431378"/>
                </a:lnTo>
                <a:lnTo>
                  <a:pt x="821550" y="1430959"/>
                </a:lnTo>
                <a:lnTo>
                  <a:pt x="823341" y="1425498"/>
                </a:lnTo>
                <a:lnTo>
                  <a:pt x="834580" y="1431975"/>
                </a:lnTo>
                <a:lnTo>
                  <a:pt x="826122" y="1457883"/>
                </a:lnTo>
                <a:lnTo>
                  <a:pt x="834440" y="1460601"/>
                </a:lnTo>
                <a:lnTo>
                  <a:pt x="838187" y="1461820"/>
                </a:lnTo>
                <a:lnTo>
                  <a:pt x="843457" y="1445691"/>
                </a:lnTo>
                <a:lnTo>
                  <a:pt x="835609" y="1428813"/>
                </a:lnTo>
                <a:lnTo>
                  <a:pt x="827252" y="1413497"/>
                </a:lnTo>
                <a:lnTo>
                  <a:pt x="819467" y="1396453"/>
                </a:lnTo>
                <a:lnTo>
                  <a:pt x="823290" y="1384744"/>
                </a:lnTo>
                <a:lnTo>
                  <a:pt x="813079" y="1375117"/>
                </a:lnTo>
                <a:lnTo>
                  <a:pt x="813955" y="1372438"/>
                </a:lnTo>
                <a:lnTo>
                  <a:pt x="801331" y="1370164"/>
                </a:lnTo>
                <a:lnTo>
                  <a:pt x="790943" y="1401953"/>
                </a:lnTo>
                <a:lnTo>
                  <a:pt x="781799" y="1389049"/>
                </a:lnTo>
                <a:lnTo>
                  <a:pt x="789711" y="1364843"/>
                </a:lnTo>
                <a:lnTo>
                  <a:pt x="806246" y="1355115"/>
                </a:lnTo>
                <a:lnTo>
                  <a:pt x="807339" y="1351762"/>
                </a:lnTo>
                <a:lnTo>
                  <a:pt x="797458" y="1341132"/>
                </a:lnTo>
                <a:lnTo>
                  <a:pt x="794727" y="1349489"/>
                </a:lnTo>
                <a:lnTo>
                  <a:pt x="778281" y="1358938"/>
                </a:lnTo>
                <a:lnTo>
                  <a:pt x="764565" y="1360004"/>
                </a:lnTo>
                <a:lnTo>
                  <a:pt x="765657" y="1356664"/>
                </a:lnTo>
                <a:lnTo>
                  <a:pt x="754138" y="1351051"/>
                </a:lnTo>
                <a:lnTo>
                  <a:pt x="767842" y="1349971"/>
                </a:lnTo>
                <a:lnTo>
                  <a:pt x="768946" y="1346631"/>
                </a:lnTo>
                <a:lnTo>
                  <a:pt x="782650" y="1345552"/>
                </a:lnTo>
                <a:lnTo>
                  <a:pt x="790308" y="1322133"/>
                </a:lnTo>
                <a:lnTo>
                  <a:pt x="785228" y="1296771"/>
                </a:lnTo>
                <a:lnTo>
                  <a:pt x="776732" y="1281887"/>
                </a:lnTo>
                <a:lnTo>
                  <a:pt x="768223" y="1267002"/>
                </a:lnTo>
                <a:lnTo>
                  <a:pt x="763612" y="1240243"/>
                </a:lnTo>
                <a:lnTo>
                  <a:pt x="747382" y="1208125"/>
                </a:lnTo>
                <a:lnTo>
                  <a:pt x="734809" y="1246606"/>
                </a:lnTo>
                <a:lnTo>
                  <a:pt x="724789" y="1236383"/>
                </a:lnTo>
                <a:lnTo>
                  <a:pt x="726846" y="1230109"/>
                </a:lnTo>
                <a:lnTo>
                  <a:pt x="716813" y="1219898"/>
                </a:lnTo>
                <a:lnTo>
                  <a:pt x="721347" y="1206042"/>
                </a:lnTo>
                <a:lnTo>
                  <a:pt x="711847" y="1194206"/>
                </a:lnTo>
                <a:lnTo>
                  <a:pt x="717727" y="1176223"/>
                </a:lnTo>
                <a:lnTo>
                  <a:pt x="702919" y="1180642"/>
                </a:lnTo>
                <a:lnTo>
                  <a:pt x="703605" y="1178547"/>
                </a:lnTo>
                <a:lnTo>
                  <a:pt x="691108" y="1175905"/>
                </a:lnTo>
                <a:lnTo>
                  <a:pt x="694105" y="1166710"/>
                </a:lnTo>
                <a:lnTo>
                  <a:pt x="710438" y="1157630"/>
                </a:lnTo>
                <a:lnTo>
                  <a:pt x="714895" y="1143990"/>
                </a:lnTo>
                <a:lnTo>
                  <a:pt x="707796" y="1124826"/>
                </a:lnTo>
                <a:lnTo>
                  <a:pt x="694664" y="1164983"/>
                </a:lnTo>
                <a:lnTo>
                  <a:pt x="682599" y="1161046"/>
                </a:lnTo>
                <a:lnTo>
                  <a:pt x="701497" y="1103185"/>
                </a:lnTo>
                <a:lnTo>
                  <a:pt x="694118" y="1084897"/>
                </a:lnTo>
                <a:lnTo>
                  <a:pt x="686574" y="1067066"/>
                </a:lnTo>
                <a:lnTo>
                  <a:pt x="681405" y="1054849"/>
                </a:lnTo>
                <a:lnTo>
                  <a:pt x="681405" y="1082890"/>
                </a:lnTo>
                <a:lnTo>
                  <a:pt x="679221" y="1089583"/>
                </a:lnTo>
                <a:lnTo>
                  <a:pt x="665518" y="1090650"/>
                </a:lnTo>
                <a:lnTo>
                  <a:pt x="653440" y="1086713"/>
                </a:lnTo>
                <a:lnTo>
                  <a:pt x="658291" y="1071867"/>
                </a:lnTo>
                <a:lnTo>
                  <a:pt x="648538" y="1060831"/>
                </a:lnTo>
                <a:lnTo>
                  <a:pt x="651205" y="1052664"/>
                </a:lnTo>
                <a:lnTo>
                  <a:pt x="661365" y="1062456"/>
                </a:lnTo>
                <a:lnTo>
                  <a:pt x="672592" y="1069009"/>
                </a:lnTo>
                <a:lnTo>
                  <a:pt x="670979" y="1073924"/>
                </a:lnTo>
                <a:lnTo>
                  <a:pt x="681405" y="1082890"/>
                </a:lnTo>
                <a:lnTo>
                  <a:pt x="681405" y="1054849"/>
                </a:lnTo>
                <a:lnTo>
                  <a:pt x="679043" y="1049248"/>
                </a:lnTo>
                <a:lnTo>
                  <a:pt x="663346" y="1015479"/>
                </a:lnTo>
                <a:lnTo>
                  <a:pt x="646734" y="984542"/>
                </a:lnTo>
                <a:lnTo>
                  <a:pt x="645083" y="989609"/>
                </a:lnTo>
                <a:lnTo>
                  <a:pt x="631253" y="991057"/>
                </a:lnTo>
                <a:lnTo>
                  <a:pt x="629285" y="997064"/>
                </a:lnTo>
                <a:lnTo>
                  <a:pt x="614946" y="1000074"/>
                </a:lnTo>
                <a:lnTo>
                  <a:pt x="631926" y="948080"/>
                </a:lnTo>
                <a:lnTo>
                  <a:pt x="631037" y="947343"/>
                </a:lnTo>
                <a:lnTo>
                  <a:pt x="621449" y="939253"/>
                </a:lnTo>
                <a:lnTo>
                  <a:pt x="625830" y="925868"/>
                </a:lnTo>
                <a:lnTo>
                  <a:pt x="603326" y="912952"/>
                </a:lnTo>
                <a:lnTo>
                  <a:pt x="592074" y="906500"/>
                </a:lnTo>
                <a:lnTo>
                  <a:pt x="595617" y="895629"/>
                </a:lnTo>
                <a:lnTo>
                  <a:pt x="585736" y="884999"/>
                </a:lnTo>
                <a:lnTo>
                  <a:pt x="586828" y="881646"/>
                </a:lnTo>
                <a:lnTo>
                  <a:pt x="573659" y="881049"/>
                </a:lnTo>
                <a:lnTo>
                  <a:pt x="579628" y="862774"/>
                </a:lnTo>
                <a:lnTo>
                  <a:pt x="570407" y="850125"/>
                </a:lnTo>
                <a:lnTo>
                  <a:pt x="572935" y="842365"/>
                </a:lnTo>
                <a:lnTo>
                  <a:pt x="586778" y="840892"/>
                </a:lnTo>
                <a:lnTo>
                  <a:pt x="588962" y="834212"/>
                </a:lnTo>
                <a:lnTo>
                  <a:pt x="574713" y="836955"/>
                </a:lnTo>
                <a:lnTo>
                  <a:pt x="573062" y="841971"/>
                </a:lnTo>
                <a:lnTo>
                  <a:pt x="558812" y="844727"/>
                </a:lnTo>
                <a:lnTo>
                  <a:pt x="572477" y="802894"/>
                </a:lnTo>
                <a:lnTo>
                  <a:pt x="559473" y="801801"/>
                </a:lnTo>
                <a:lnTo>
                  <a:pt x="558279" y="805434"/>
                </a:lnTo>
                <a:lnTo>
                  <a:pt x="544715" y="806069"/>
                </a:lnTo>
                <a:lnTo>
                  <a:pt x="551065" y="786650"/>
                </a:lnTo>
                <a:lnTo>
                  <a:pt x="545553" y="762622"/>
                </a:lnTo>
                <a:lnTo>
                  <a:pt x="535025" y="753922"/>
                </a:lnTo>
                <a:lnTo>
                  <a:pt x="537933" y="745032"/>
                </a:lnTo>
                <a:lnTo>
                  <a:pt x="527418" y="736333"/>
                </a:lnTo>
                <a:lnTo>
                  <a:pt x="529056" y="731329"/>
                </a:lnTo>
                <a:lnTo>
                  <a:pt x="542226" y="731913"/>
                </a:lnTo>
                <a:lnTo>
                  <a:pt x="531609" y="723519"/>
                </a:lnTo>
                <a:lnTo>
                  <a:pt x="520992" y="715111"/>
                </a:lnTo>
                <a:lnTo>
                  <a:pt x="501243" y="693762"/>
                </a:lnTo>
                <a:lnTo>
                  <a:pt x="482625" y="668959"/>
                </a:lnTo>
                <a:lnTo>
                  <a:pt x="476846" y="645756"/>
                </a:lnTo>
                <a:lnTo>
                  <a:pt x="480225" y="635406"/>
                </a:lnTo>
                <a:lnTo>
                  <a:pt x="469696" y="626757"/>
                </a:lnTo>
                <a:lnTo>
                  <a:pt x="457923" y="621868"/>
                </a:lnTo>
                <a:lnTo>
                  <a:pt x="445541" y="618871"/>
                </a:lnTo>
                <a:lnTo>
                  <a:pt x="433120" y="616013"/>
                </a:lnTo>
                <a:lnTo>
                  <a:pt x="421817" y="609727"/>
                </a:lnTo>
                <a:lnTo>
                  <a:pt x="411937" y="599033"/>
                </a:lnTo>
                <a:lnTo>
                  <a:pt x="416433" y="585292"/>
                </a:lnTo>
                <a:lnTo>
                  <a:pt x="429602" y="585876"/>
                </a:lnTo>
                <a:lnTo>
                  <a:pt x="418172" y="579958"/>
                </a:lnTo>
                <a:lnTo>
                  <a:pt x="394919" y="569341"/>
                </a:lnTo>
                <a:lnTo>
                  <a:pt x="395566" y="567359"/>
                </a:lnTo>
                <a:lnTo>
                  <a:pt x="373913" y="551840"/>
                </a:lnTo>
                <a:lnTo>
                  <a:pt x="326517" y="533349"/>
                </a:lnTo>
                <a:lnTo>
                  <a:pt x="275628" y="525513"/>
                </a:lnTo>
                <a:lnTo>
                  <a:pt x="236207" y="523519"/>
                </a:lnTo>
                <a:lnTo>
                  <a:pt x="222732" y="523862"/>
                </a:lnTo>
                <a:lnTo>
                  <a:pt x="184556" y="518007"/>
                </a:lnTo>
                <a:lnTo>
                  <a:pt x="158610" y="515645"/>
                </a:lnTo>
                <a:lnTo>
                  <a:pt x="132765" y="512953"/>
                </a:lnTo>
                <a:lnTo>
                  <a:pt x="106984" y="510108"/>
                </a:lnTo>
                <a:lnTo>
                  <a:pt x="93941" y="509117"/>
                </a:lnTo>
                <a:lnTo>
                  <a:pt x="80441" y="509549"/>
                </a:lnTo>
                <a:lnTo>
                  <a:pt x="78295" y="516102"/>
                </a:lnTo>
                <a:lnTo>
                  <a:pt x="63106" y="521703"/>
                </a:lnTo>
                <a:lnTo>
                  <a:pt x="16281" y="665060"/>
                </a:lnTo>
                <a:lnTo>
                  <a:pt x="9194" y="850328"/>
                </a:lnTo>
                <a:lnTo>
                  <a:pt x="0" y="1001166"/>
                </a:lnTo>
                <a:lnTo>
                  <a:pt x="9169" y="1054900"/>
                </a:lnTo>
                <a:lnTo>
                  <a:pt x="6210" y="1104861"/>
                </a:lnTo>
                <a:lnTo>
                  <a:pt x="14744" y="1160538"/>
                </a:lnTo>
                <a:lnTo>
                  <a:pt x="11150" y="1212418"/>
                </a:lnTo>
                <a:lnTo>
                  <a:pt x="19634" y="1268247"/>
                </a:lnTo>
                <a:lnTo>
                  <a:pt x="16090" y="1319987"/>
                </a:lnTo>
                <a:lnTo>
                  <a:pt x="24714" y="1375397"/>
                </a:lnTo>
                <a:lnTo>
                  <a:pt x="21399" y="1426438"/>
                </a:lnTo>
                <a:lnTo>
                  <a:pt x="47447" y="1592097"/>
                </a:lnTo>
                <a:lnTo>
                  <a:pt x="44170" y="1643024"/>
                </a:lnTo>
                <a:lnTo>
                  <a:pt x="61836" y="1752549"/>
                </a:lnTo>
                <a:lnTo>
                  <a:pt x="72974" y="1800225"/>
                </a:lnTo>
                <a:lnTo>
                  <a:pt x="72237" y="1843405"/>
                </a:lnTo>
                <a:lnTo>
                  <a:pt x="106540" y="1983778"/>
                </a:lnTo>
                <a:lnTo>
                  <a:pt x="110451" y="2053564"/>
                </a:lnTo>
                <a:lnTo>
                  <a:pt x="124383" y="2092718"/>
                </a:lnTo>
                <a:lnTo>
                  <a:pt x="126453" y="2127300"/>
                </a:lnTo>
                <a:lnTo>
                  <a:pt x="194360" y="2410180"/>
                </a:lnTo>
                <a:lnTo>
                  <a:pt x="209334" y="2446159"/>
                </a:lnTo>
                <a:lnTo>
                  <a:pt x="556717" y="2446147"/>
                </a:lnTo>
                <a:lnTo>
                  <a:pt x="547331" y="2433955"/>
                </a:lnTo>
                <a:lnTo>
                  <a:pt x="540931" y="2412682"/>
                </a:lnTo>
                <a:lnTo>
                  <a:pt x="542569" y="2407653"/>
                </a:lnTo>
                <a:lnTo>
                  <a:pt x="534593" y="2391168"/>
                </a:lnTo>
                <a:lnTo>
                  <a:pt x="542785" y="2366073"/>
                </a:lnTo>
                <a:lnTo>
                  <a:pt x="534822" y="2349576"/>
                </a:lnTo>
                <a:lnTo>
                  <a:pt x="538416" y="2338578"/>
                </a:lnTo>
                <a:lnTo>
                  <a:pt x="530987" y="2326144"/>
                </a:lnTo>
                <a:lnTo>
                  <a:pt x="530987" y="2361298"/>
                </a:lnTo>
                <a:lnTo>
                  <a:pt x="514540" y="2370734"/>
                </a:lnTo>
                <a:lnTo>
                  <a:pt x="512356" y="2377427"/>
                </a:lnTo>
                <a:lnTo>
                  <a:pt x="502526" y="2366632"/>
                </a:lnTo>
                <a:lnTo>
                  <a:pt x="507822" y="2350427"/>
                </a:lnTo>
                <a:lnTo>
                  <a:pt x="522744" y="2345639"/>
                </a:lnTo>
                <a:lnTo>
                  <a:pt x="520560" y="2352332"/>
                </a:lnTo>
                <a:lnTo>
                  <a:pt x="530987" y="2361298"/>
                </a:lnTo>
                <a:lnTo>
                  <a:pt x="530987" y="2326144"/>
                </a:lnTo>
                <a:lnTo>
                  <a:pt x="529780" y="2324112"/>
                </a:lnTo>
                <a:lnTo>
                  <a:pt x="533120" y="2313876"/>
                </a:lnTo>
                <a:lnTo>
                  <a:pt x="524332" y="2299868"/>
                </a:lnTo>
                <a:lnTo>
                  <a:pt x="521690" y="2267064"/>
                </a:lnTo>
                <a:lnTo>
                  <a:pt x="504329" y="2197519"/>
                </a:lnTo>
                <a:lnTo>
                  <a:pt x="489610" y="2160765"/>
                </a:lnTo>
                <a:lnTo>
                  <a:pt x="479450" y="2069185"/>
                </a:lnTo>
                <a:lnTo>
                  <a:pt x="464235" y="2033981"/>
                </a:lnTo>
                <a:lnTo>
                  <a:pt x="450380" y="1912810"/>
                </a:lnTo>
                <a:lnTo>
                  <a:pt x="447230" y="1881517"/>
                </a:lnTo>
                <a:lnTo>
                  <a:pt x="428675" y="1815630"/>
                </a:lnTo>
                <a:lnTo>
                  <a:pt x="425538" y="1784350"/>
                </a:lnTo>
                <a:lnTo>
                  <a:pt x="414782" y="1735467"/>
                </a:lnTo>
                <a:lnTo>
                  <a:pt x="416102" y="1690535"/>
                </a:lnTo>
                <a:lnTo>
                  <a:pt x="404482" y="1603425"/>
                </a:lnTo>
                <a:lnTo>
                  <a:pt x="397738" y="1583169"/>
                </a:lnTo>
                <a:lnTo>
                  <a:pt x="396316" y="1546606"/>
                </a:lnTo>
                <a:lnTo>
                  <a:pt x="401650" y="1530286"/>
                </a:lnTo>
                <a:lnTo>
                  <a:pt x="414388" y="1573098"/>
                </a:lnTo>
                <a:lnTo>
                  <a:pt x="420878" y="1594116"/>
                </a:lnTo>
                <a:lnTo>
                  <a:pt x="427532" y="1614652"/>
                </a:lnTo>
                <a:lnTo>
                  <a:pt x="445452" y="1641602"/>
                </a:lnTo>
                <a:lnTo>
                  <a:pt x="451243" y="1664754"/>
                </a:lnTo>
                <a:lnTo>
                  <a:pt x="457149" y="1687601"/>
                </a:lnTo>
                <a:lnTo>
                  <a:pt x="475373" y="1713598"/>
                </a:lnTo>
                <a:lnTo>
                  <a:pt x="488124" y="1756333"/>
                </a:lnTo>
                <a:lnTo>
                  <a:pt x="563346" y="1894166"/>
                </a:lnTo>
                <a:lnTo>
                  <a:pt x="596125" y="1957412"/>
                </a:lnTo>
                <a:lnTo>
                  <a:pt x="612648" y="1988642"/>
                </a:lnTo>
                <a:lnTo>
                  <a:pt x="629323" y="2019401"/>
                </a:lnTo>
                <a:lnTo>
                  <a:pt x="657834" y="2054783"/>
                </a:lnTo>
                <a:lnTo>
                  <a:pt x="674446" y="2085759"/>
                </a:lnTo>
                <a:lnTo>
                  <a:pt x="703224" y="2120354"/>
                </a:lnTo>
                <a:lnTo>
                  <a:pt x="728370" y="2166074"/>
                </a:lnTo>
                <a:lnTo>
                  <a:pt x="736815" y="2181123"/>
                </a:lnTo>
                <a:lnTo>
                  <a:pt x="745363" y="2195855"/>
                </a:lnTo>
                <a:lnTo>
                  <a:pt x="754062" y="2210130"/>
                </a:lnTo>
                <a:lnTo>
                  <a:pt x="784720" y="2238946"/>
                </a:lnTo>
                <a:lnTo>
                  <a:pt x="803630" y="2262886"/>
                </a:lnTo>
                <a:lnTo>
                  <a:pt x="822731" y="2286203"/>
                </a:lnTo>
                <a:lnTo>
                  <a:pt x="841946" y="2309203"/>
                </a:lnTo>
                <a:lnTo>
                  <a:pt x="863244" y="2325763"/>
                </a:lnTo>
                <a:lnTo>
                  <a:pt x="872693" y="2337752"/>
                </a:lnTo>
                <a:lnTo>
                  <a:pt x="894613" y="2352446"/>
                </a:lnTo>
                <a:lnTo>
                  <a:pt x="905078" y="2361298"/>
                </a:lnTo>
                <a:lnTo>
                  <a:pt x="928357" y="2371852"/>
                </a:lnTo>
                <a:lnTo>
                  <a:pt x="940066" y="2376894"/>
                </a:lnTo>
                <a:lnTo>
                  <a:pt x="964057" y="2385250"/>
                </a:lnTo>
                <a:lnTo>
                  <a:pt x="975880" y="2389987"/>
                </a:lnTo>
                <a:lnTo>
                  <a:pt x="987945" y="2393924"/>
                </a:lnTo>
                <a:lnTo>
                  <a:pt x="989037" y="2390584"/>
                </a:lnTo>
                <a:lnTo>
                  <a:pt x="1004379" y="2384539"/>
                </a:lnTo>
                <a:lnTo>
                  <a:pt x="1019606" y="2378811"/>
                </a:lnTo>
                <a:lnTo>
                  <a:pt x="1046708" y="2377656"/>
                </a:lnTo>
                <a:lnTo>
                  <a:pt x="1061427" y="2373490"/>
                </a:lnTo>
                <a:lnTo>
                  <a:pt x="1104519" y="2364257"/>
                </a:lnTo>
                <a:lnTo>
                  <a:pt x="1148753" y="2351570"/>
                </a:lnTo>
                <a:lnTo>
                  <a:pt x="1193596" y="2336990"/>
                </a:lnTo>
                <a:lnTo>
                  <a:pt x="1238542" y="2322106"/>
                </a:lnTo>
                <a:lnTo>
                  <a:pt x="1238783" y="2321369"/>
                </a:lnTo>
                <a:lnTo>
                  <a:pt x="1250950" y="2325014"/>
                </a:lnTo>
                <a:lnTo>
                  <a:pt x="1263218" y="2328354"/>
                </a:lnTo>
                <a:lnTo>
                  <a:pt x="1263777" y="2326652"/>
                </a:lnTo>
                <a:lnTo>
                  <a:pt x="1277264" y="2326259"/>
                </a:lnTo>
                <a:lnTo>
                  <a:pt x="1278991" y="2320975"/>
                </a:lnTo>
                <a:lnTo>
                  <a:pt x="1292987" y="2319020"/>
                </a:lnTo>
                <a:lnTo>
                  <a:pt x="1295019" y="2312797"/>
                </a:lnTo>
                <a:lnTo>
                  <a:pt x="1325079" y="2302586"/>
                </a:lnTo>
                <a:lnTo>
                  <a:pt x="1373517" y="2276995"/>
                </a:lnTo>
                <a:lnTo>
                  <a:pt x="1391500" y="2262848"/>
                </a:lnTo>
                <a:lnTo>
                  <a:pt x="1422120" y="2250922"/>
                </a:lnTo>
                <a:lnTo>
                  <a:pt x="1440967" y="2234107"/>
                </a:lnTo>
                <a:lnTo>
                  <a:pt x="1460855" y="2214156"/>
                </a:lnTo>
                <a:lnTo>
                  <a:pt x="1512570" y="2055850"/>
                </a:lnTo>
                <a:lnTo>
                  <a:pt x="1506423" y="2033765"/>
                </a:lnTo>
                <a:lnTo>
                  <a:pt x="1515160" y="2007006"/>
                </a:lnTo>
                <a:lnTo>
                  <a:pt x="1528330" y="2007590"/>
                </a:lnTo>
                <a:lnTo>
                  <a:pt x="1517269" y="2000542"/>
                </a:lnTo>
                <a:lnTo>
                  <a:pt x="1507401" y="1989874"/>
                </a:lnTo>
                <a:lnTo>
                  <a:pt x="1520037" y="1951189"/>
                </a:lnTo>
                <a:lnTo>
                  <a:pt x="1514614" y="1926882"/>
                </a:lnTo>
                <a:lnTo>
                  <a:pt x="1509344" y="1902104"/>
                </a:lnTo>
                <a:lnTo>
                  <a:pt x="1516253" y="1880958"/>
                </a:lnTo>
                <a:lnTo>
                  <a:pt x="1511147" y="1855711"/>
                </a:lnTo>
                <a:lnTo>
                  <a:pt x="1517154" y="1837321"/>
                </a:lnTo>
                <a:lnTo>
                  <a:pt x="1525955" y="1851291"/>
                </a:lnTo>
                <a:lnTo>
                  <a:pt x="1526501" y="1849628"/>
                </a:lnTo>
                <a:lnTo>
                  <a:pt x="1539113" y="1851888"/>
                </a:lnTo>
                <a:lnTo>
                  <a:pt x="1533055" y="1759597"/>
                </a:lnTo>
                <a:lnTo>
                  <a:pt x="1533055" y="1829536"/>
                </a:lnTo>
                <a:lnTo>
                  <a:pt x="1532509" y="1831213"/>
                </a:lnTo>
                <a:lnTo>
                  <a:pt x="1519885" y="1828952"/>
                </a:lnTo>
                <a:lnTo>
                  <a:pt x="1524215" y="1815719"/>
                </a:lnTo>
                <a:lnTo>
                  <a:pt x="1523695" y="1796859"/>
                </a:lnTo>
                <a:lnTo>
                  <a:pt x="1525409" y="1812061"/>
                </a:lnTo>
                <a:lnTo>
                  <a:pt x="1533055" y="1829536"/>
                </a:lnTo>
                <a:lnTo>
                  <a:pt x="1533055" y="1759597"/>
                </a:lnTo>
                <a:lnTo>
                  <a:pt x="1532407" y="1749729"/>
                </a:lnTo>
                <a:lnTo>
                  <a:pt x="1542249" y="1719605"/>
                </a:lnTo>
                <a:lnTo>
                  <a:pt x="1530172" y="1715655"/>
                </a:lnTo>
                <a:lnTo>
                  <a:pt x="1527492" y="1723872"/>
                </a:lnTo>
                <a:lnTo>
                  <a:pt x="1527492" y="1764766"/>
                </a:lnTo>
                <a:lnTo>
                  <a:pt x="1523174" y="1778000"/>
                </a:lnTo>
                <a:lnTo>
                  <a:pt x="1516519" y="1757476"/>
                </a:lnTo>
                <a:lnTo>
                  <a:pt x="1517611" y="1754136"/>
                </a:lnTo>
                <a:lnTo>
                  <a:pt x="1527492" y="1764766"/>
                </a:lnTo>
                <a:lnTo>
                  <a:pt x="1527492" y="1723872"/>
                </a:lnTo>
                <a:lnTo>
                  <a:pt x="1526349" y="1727365"/>
                </a:lnTo>
                <a:lnTo>
                  <a:pt x="1509471" y="1697266"/>
                </a:lnTo>
                <a:lnTo>
                  <a:pt x="1505572" y="1668297"/>
                </a:lnTo>
                <a:lnTo>
                  <a:pt x="1516367" y="1635252"/>
                </a:lnTo>
                <a:lnTo>
                  <a:pt x="1526260" y="1645869"/>
                </a:lnTo>
                <a:lnTo>
                  <a:pt x="1534121" y="1621790"/>
                </a:lnTo>
                <a:lnTo>
                  <a:pt x="1529143" y="1596123"/>
                </a:lnTo>
                <a:lnTo>
                  <a:pt x="1522387" y="1578038"/>
                </a:lnTo>
                <a:lnTo>
                  <a:pt x="1522387" y="1616837"/>
                </a:lnTo>
                <a:lnTo>
                  <a:pt x="1509217" y="1616227"/>
                </a:lnTo>
                <a:lnTo>
                  <a:pt x="1516253" y="1594688"/>
                </a:lnTo>
                <a:lnTo>
                  <a:pt x="1522387" y="1616837"/>
                </a:lnTo>
                <a:lnTo>
                  <a:pt x="1522387" y="1578038"/>
                </a:lnTo>
                <a:lnTo>
                  <a:pt x="1522018" y="1577047"/>
                </a:lnTo>
                <a:lnTo>
                  <a:pt x="1513649" y="1570583"/>
                </a:lnTo>
                <a:lnTo>
                  <a:pt x="1513649" y="1578800"/>
                </a:lnTo>
                <a:lnTo>
                  <a:pt x="1508620" y="1577162"/>
                </a:lnTo>
                <a:lnTo>
                  <a:pt x="1508074" y="1578825"/>
                </a:lnTo>
                <a:lnTo>
                  <a:pt x="1497101" y="1571536"/>
                </a:lnTo>
                <a:lnTo>
                  <a:pt x="1497647" y="1569872"/>
                </a:lnTo>
                <a:lnTo>
                  <a:pt x="1509306" y="1575066"/>
                </a:lnTo>
                <a:lnTo>
                  <a:pt x="1513649" y="1578800"/>
                </a:lnTo>
                <a:lnTo>
                  <a:pt x="1513649" y="1570583"/>
                </a:lnTo>
                <a:lnTo>
                  <a:pt x="1511350" y="1568792"/>
                </a:lnTo>
                <a:lnTo>
                  <a:pt x="1502232" y="1555813"/>
                </a:lnTo>
                <a:lnTo>
                  <a:pt x="1511300" y="1528038"/>
                </a:lnTo>
                <a:lnTo>
                  <a:pt x="1500873" y="1519085"/>
                </a:lnTo>
                <a:lnTo>
                  <a:pt x="1501419" y="1517408"/>
                </a:lnTo>
                <a:lnTo>
                  <a:pt x="1491792" y="1505991"/>
                </a:lnTo>
                <a:lnTo>
                  <a:pt x="1496263" y="1492288"/>
                </a:lnTo>
                <a:lnTo>
                  <a:pt x="1486014" y="1482750"/>
                </a:lnTo>
                <a:lnTo>
                  <a:pt x="1500276" y="1480007"/>
                </a:lnTo>
                <a:lnTo>
                  <a:pt x="1505915" y="1462747"/>
                </a:lnTo>
                <a:lnTo>
                  <a:pt x="1517815" y="1467218"/>
                </a:lnTo>
                <a:lnTo>
                  <a:pt x="1507807" y="1456944"/>
                </a:lnTo>
                <a:lnTo>
                  <a:pt x="1497901" y="1446377"/>
                </a:lnTo>
                <a:lnTo>
                  <a:pt x="1500276" y="1439100"/>
                </a:lnTo>
                <a:lnTo>
                  <a:pt x="1490891" y="1426946"/>
                </a:lnTo>
                <a:lnTo>
                  <a:pt x="1493431" y="1419161"/>
                </a:lnTo>
                <a:lnTo>
                  <a:pt x="1510804" y="1406893"/>
                </a:lnTo>
                <a:lnTo>
                  <a:pt x="1516621" y="1389062"/>
                </a:lnTo>
                <a:lnTo>
                  <a:pt x="1506258" y="1379905"/>
                </a:lnTo>
                <a:lnTo>
                  <a:pt x="1509471" y="1370063"/>
                </a:lnTo>
                <a:lnTo>
                  <a:pt x="1498498" y="1362773"/>
                </a:lnTo>
                <a:lnTo>
                  <a:pt x="1487957" y="1354124"/>
                </a:lnTo>
                <a:lnTo>
                  <a:pt x="1503908" y="1305306"/>
                </a:lnTo>
                <a:lnTo>
                  <a:pt x="1514182" y="1314729"/>
                </a:lnTo>
                <a:lnTo>
                  <a:pt x="1528000" y="1272438"/>
                </a:lnTo>
                <a:lnTo>
                  <a:pt x="1522082" y="1249667"/>
                </a:lnTo>
                <a:lnTo>
                  <a:pt x="1528229" y="1230845"/>
                </a:lnTo>
                <a:lnTo>
                  <a:pt x="1522310" y="1208087"/>
                </a:lnTo>
                <a:lnTo>
                  <a:pt x="1514246" y="1232763"/>
                </a:lnTo>
                <a:lnTo>
                  <a:pt x="1502714" y="1227137"/>
                </a:lnTo>
                <a:lnTo>
                  <a:pt x="1506423" y="1215796"/>
                </a:lnTo>
                <a:lnTo>
                  <a:pt x="1496517" y="1205217"/>
                </a:lnTo>
                <a:lnTo>
                  <a:pt x="1525511" y="1116469"/>
                </a:lnTo>
                <a:lnTo>
                  <a:pt x="1517434" y="1141222"/>
                </a:lnTo>
                <a:lnTo>
                  <a:pt x="1527314" y="1151851"/>
                </a:lnTo>
                <a:lnTo>
                  <a:pt x="1531543" y="1138923"/>
                </a:lnTo>
                <a:lnTo>
                  <a:pt x="1526374" y="1113840"/>
                </a:lnTo>
                <a:lnTo>
                  <a:pt x="1541894" y="1066330"/>
                </a:lnTo>
                <a:lnTo>
                  <a:pt x="1531937" y="1055928"/>
                </a:lnTo>
                <a:lnTo>
                  <a:pt x="1545805" y="1013472"/>
                </a:lnTo>
                <a:lnTo>
                  <a:pt x="1532089" y="1014552"/>
                </a:lnTo>
                <a:lnTo>
                  <a:pt x="1531543" y="1016228"/>
                </a:lnTo>
                <a:lnTo>
                  <a:pt x="1518373" y="1015631"/>
                </a:lnTo>
                <a:lnTo>
                  <a:pt x="1526679" y="990219"/>
                </a:lnTo>
                <a:lnTo>
                  <a:pt x="1756664" y="286207"/>
                </a:lnTo>
                <a:close/>
              </a:path>
              <a:path w="2118994" h="2446654">
                <a:moveTo>
                  <a:pt x="1838693" y="518528"/>
                </a:moveTo>
                <a:lnTo>
                  <a:pt x="1837575" y="516305"/>
                </a:lnTo>
                <a:lnTo>
                  <a:pt x="1835899" y="515759"/>
                </a:lnTo>
                <a:lnTo>
                  <a:pt x="1837029" y="517982"/>
                </a:lnTo>
                <a:lnTo>
                  <a:pt x="1838693" y="518528"/>
                </a:lnTo>
                <a:close/>
              </a:path>
              <a:path w="2118994" h="2446654">
                <a:moveTo>
                  <a:pt x="2118753" y="1222692"/>
                </a:moveTo>
                <a:lnTo>
                  <a:pt x="2118182" y="406501"/>
                </a:lnTo>
                <a:lnTo>
                  <a:pt x="2118017" y="161632"/>
                </a:lnTo>
                <a:lnTo>
                  <a:pt x="2105901" y="198716"/>
                </a:lnTo>
                <a:lnTo>
                  <a:pt x="2105736" y="240118"/>
                </a:lnTo>
                <a:lnTo>
                  <a:pt x="2093442" y="277736"/>
                </a:lnTo>
                <a:lnTo>
                  <a:pt x="2089505" y="330682"/>
                </a:lnTo>
                <a:lnTo>
                  <a:pt x="2073579" y="379450"/>
                </a:lnTo>
                <a:lnTo>
                  <a:pt x="2069744" y="432092"/>
                </a:lnTo>
                <a:lnTo>
                  <a:pt x="2053805" y="480860"/>
                </a:lnTo>
                <a:lnTo>
                  <a:pt x="2049868" y="533819"/>
                </a:lnTo>
                <a:lnTo>
                  <a:pt x="2028215" y="600113"/>
                </a:lnTo>
                <a:lnTo>
                  <a:pt x="2018220" y="671601"/>
                </a:lnTo>
                <a:lnTo>
                  <a:pt x="1989302" y="801014"/>
                </a:lnTo>
                <a:lnTo>
                  <a:pt x="1988210" y="804367"/>
                </a:lnTo>
                <a:lnTo>
                  <a:pt x="1979739" y="789393"/>
                </a:lnTo>
                <a:lnTo>
                  <a:pt x="1971167" y="774725"/>
                </a:lnTo>
                <a:lnTo>
                  <a:pt x="1950529" y="756119"/>
                </a:lnTo>
                <a:lnTo>
                  <a:pt x="1942058" y="741146"/>
                </a:lnTo>
                <a:lnTo>
                  <a:pt x="1937753" y="754316"/>
                </a:lnTo>
                <a:lnTo>
                  <a:pt x="1948103" y="763524"/>
                </a:lnTo>
                <a:lnTo>
                  <a:pt x="1945932" y="770191"/>
                </a:lnTo>
                <a:lnTo>
                  <a:pt x="1934997" y="762762"/>
                </a:lnTo>
                <a:lnTo>
                  <a:pt x="1935975" y="759764"/>
                </a:lnTo>
                <a:lnTo>
                  <a:pt x="1924786" y="753122"/>
                </a:lnTo>
                <a:lnTo>
                  <a:pt x="1913534" y="746645"/>
                </a:lnTo>
                <a:lnTo>
                  <a:pt x="1926767" y="747026"/>
                </a:lnTo>
                <a:lnTo>
                  <a:pt x="1929307" y="739292"/>
                </a:lnTo>
                <a:lnTo>
                  <a:pt x="1943150" y="737806"/>
                </a:lnTo>
                <a:lnTo>
                  <a:pt x="1935086" y="721575"/>
                </a:lnTo>
                <a:lnTo>
                  <a:pt x="1926932" y="705650"/>
                </a:lnTo>
                <a:lnTo>
                  <a:pt x="1918766" y="689737"/>
                </a:lnTo>
                <a:lnTo>
                  <a:pt x="1908708" y="679653"/>
                </a:lnTo>
                <a:lnTo>
                  <a:pt x="1898637" y="669569"/>
                </a:lnTo>
                <a:lnTo>
                  <a:pt x="1894713" y="681558"/>
                </a:lnTo>
                <a:lnTo>
                  <a:pt x="1904898" y="691286"/>
                </a:lnTo>
                <a:lnTo>
                  <a:pt x="1900859" y="703643"/>
                </a:lnTo>
                <a:lnTo>
                  <a:pt x="1890369" y="694867"/>
                </a:lnTo>
                <a:lnTo>
                  <a:pt x="1893176" y="686295"/>
                </a:lnTo>
                <a:lnTo>
                  <a:pt x="1882686" y="677494"/>
                </a:lnTo>
                <a:lnTo>
                  <a:pt x="1889848" y="655586"/>
                </a:lnTo>
                <a:lnTo>
                  <a:pt x="1883244" y="634911"/>
                </a:lnTo>
                <a:lnTo>
                  <a:pt x="1882838" y="636143"/>
                </a:lnTo>
                <a:lnTo>
                  <a:pt x="1871649" y="629500"/>
                </a:lnTo>
                <a:lnTo>
                  <a:pt x="1876628" y="614235"/>
                </a:lnTo>
                <a:lnTo>
                  <a:pt x="1866201" y="605269"/>
                </a:lnTo>
                <a:lnTo>
                  <a:pt x="1868932" y="596912"/>
                </a:lnTo>
                <a:lnTo>
                  <a:pt x="1859051" y="586270"/>
                </a:lnTo>
                <a:lnTo>
                  <a:pt x="1857413" y="591286"/>
                </a:lnTo>
                <a:lnTo>
                  <a:pt x="1845424" y="587082"/>
                </a:lnTo>
                <a:lnTo>
                  <a:pt x="1833727" y="581990"/>
                </a:lnTo>
                <a:lnTo>
                  <a:pt x="1821738" y="577786"/>
                </a:lnTo>
                <a:lnTo>
                  <a:pt x="1824469" y="569429"/>
                </a:lnTo>
                <a:lnTo>
                  <a:pt x="1848612" y="577316"/>
                </a:lnTo>
                <a:lnTo>
                  <a:pt x="1851342" y="568947"/>
                </a:lnTo>
                <a:lnTo>
                  <a:pt x="1837042" y="530948"/>
                </a:lnTo>
                <a:lnTo>
                  <a:pt x="1829892" y="511949"/>
                </a:lnTo>
                <a:lnTo>
                  <a:pt x="1826602" y="521982"/>
                </a:lnTo>
                <a:lnTo>
                  <a:pt x="1817814" y="508000"/>
                </a:lnTo>
                <a:lnTo>
                  <a:pt x="1822183" y="494614"/>
                </a:lnTo>
                <a:lnTo>
                  <a:pt x="1815960" y="472795"/>
                </a:lnTo>
                <a:lnTo>
                  <a:pt x="1820773" y="458050"/>
                </a:lnTo>
                <a:lnTo>
                  <a:pt x="1813102" y="440613"/>
                </a:lnTo>
                <a:lnTo>
                  <a:pt x="1805647" y="422554"/>
                </a:lnTo>
                <a:lnTo>
                  <a:pt x="1797316" y="407162"/>
                </a:lnTo>
                <a:lnTo>
                  <a:pt x="1788464" y="393344"/>
                </a:lnTo>
                <a:lnTo>
                  <a:pt x="1779422" y="380136"/>
                </a:lnTo>
                <a:lnTo>
                  <a:pt x="1770468" y="366636"/>
                </a:lnTo>
                <a:lnTo>
                  <a:pt x="1776831" y="347154"/>
                </a:lnTo>
                <a:lnTo>
                  <a:pt x="1767344" y="335292"/>
                </a:lnTo>
                <a:lnTo>
                  <a:pt x="1772069" y="320865"/>
                </a:lnTo>
                <a:lnTo>
                  <a:pt x="1760537" y="315252"/>
                </a:lnTo>
                <a:lnTo>
                  <a:pt x="1759445" y="318592"/>
                </a:lnTo>
                <a:lnTo>
                  <a:pt x="1747380" y="314642"/>
                </a:lnTo>
                <a:lnTo>
                  <a:pt x="1526679" y="990219"/>
                </a:lnTo>
                <a:lnTo>
                  <a:pt x="1539735" y="991133"/>
                </a:lnTo>
                <a:lnTo>
                  <a:pt x="1556677" y="939279"/>
                </a:lnTo>
                <a:lnTo>
                  <a:pt x="1565986" y="951687"/>
                </a:lnTo>
                <a:lnTo>
                  <a:pt x="1575485" y="963472"/>
                </a:lnTo>
                <a:lnTo>
                  <a:pt x="1573136" y="970686"/>
                </a:lnTo>
                <a:lnTo>
                  <a:pt x="1583055" y="981214"/>
                </a:lnTo>
                <a:lnTo>
                  <a:pt x="1603108" y="1001623"/>
                </a:lnTo>
                <a:lnTo>
                  <a:pt x="1611147" y="1017930"/>
                </a:lnTo>
                <a:lnTo>
                  <a:pt x="1619288" y="1033919"/>
                </a:lnTo>
                <a:lnTo>
                  <a:pt x="1639646" y="1053388"/>
                </a:lnTo>
                <a:lnTo>
                  <a:pt x="1659204" y="1075321"/>
                </a:lnTo>
                <a:lnTo>
                  <a:pt x="1678711" y="1097394"/>
                </a:lnTo>
                <a:lnTo>
                  <a:pt x="1698320" y="1119162"/>
                </a:lnTo>
                <a:lnTo>
                  <a:pt x="1718183" y="1140155"/>
                </a:lnTo>
                <a:lnTo>
                  <a:pt x="1738922" y="1158468"/>
                </a:lnTo>
                <a:lnTo>
                  <a:pt x="1760118" y="1175372"/>
                </a:lnTo>
                <a:lnTo>
                  <a:pt x="1769554" y="1187399"/>
                </a:lnTo>
                <a:lnTo>
                  <a:pt x="1802333" y="1209763"/>
                </a:lnTo>
                <a:lnTo>
                  <a:pt x="1837321" y="1225359"/>
                </a:lnTo>
                <a:lnTo>
                  <a:pt x="1885607" y="1241132"/>
                </a:lnTo>
                <a:lnTo>
                  <a:pt x="1898218" y="1243406"/>
                </a:lnTo>
                <a:lnTo>
                  <a:pt x="1922437" y="1251077"/>
                </a:lnTo>
                <a:lnTo>
                  <a:pt x="1934984" y="1253566"/>
                </a:lnTo>
                <a:lnTo>
                  <a:pt x="1960422" y="1257477"/>
                </a:lnTo>
                <a:lnTo>
                  <a:pt x="1975027" y="1253680"/>
                </a:lnTo>
                <a:lnTo>
                  <a:pt x="1989886" y="1249108"/>
                </a:lnTo>
                <a:lnTo>
                  <a:pt x="2031466" y="1244523"/>
                </a:lnTo>
                <a:lnTo>
                  <a:pt x="2046325" y="1239939"/>
                </a:lnTo>
                <a:lnTo>
                  <a:pt x="2076284" y="1229995"/>
                </a:lnTo>
                <a:lnTo>
                  <a:pt x="2118753" y="1222692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55982" y="1905533"/>
            <a:ext cx="6772275" cy="822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66" y="75"/>
            <a:ext cx="2707640" cy="2416810"/>
          </a:xfrm>
          <a:custGeom>
            <a:avLst/>
            <a:gdLst/>
            <a:ahLst/>
            <a:cxnLst/>
            <a:rect l="l" t="t" r="r" b="b"/>
            <a:pathLst>
              <a:path w="2707640" h="2416810">
                <a:moveTo>
                  <a:pt x="458431" y="1713738"/>
                </a:moveTo>
                <a:lnTo>
                  <a:pt x="457962" y="1711147"/>
                </a:lnTo>
                <a:lnTo>
                  <a:pt x="456438" y="1710080"/>
                </a:lnTo>
                <a:lnTo>
                  <a:pt x="456895" y="1712671"/>
                </a:lnTo>
                <a:lnTo>
                  <a:pt x="458431" y="1713738"/>
                </a:lnTo>
                <a:close/>
              </a:path>
              <a:path w="2707640" h="2416810">
                <a:moveTo>
                  <a:pt x="1043952" y="935850"/>
                </a:moveTo>
                <a:lnTo>
                  <a:pt x="1031125" y="942809"/>
                </a:lnTo>
                <a:lnTo>
                  <a:pt x="1025867" y="953566"/>
                </a:lnTo>
                <a:lnTo>
                  <a:pt x="1023099" y="965644"/>
                </a:lnTo>
                <a:lnTo>
                  <a:pt x="1017739" y="976553"/>
                </a:lnTo>
                <a:lnTo>
                  <a:pt x="1020800" y="978687"/>
                </a:lnTo>
                <a:lnTo>
                  <a:pt x="1023391" y="978242"/>
                </a:lnTo>
                <a:lnTo>
                  <a:pt x="1026452" y="980376"/>
                </a:lnTo>
                <a:lnTo>
                  <a:pt x="1043952" y="935850"/>
                </a:lnTo>
                <a:close/>
              </a:path>
              <a:path w="2707640" h="2416810">
                <a:moveTo>
                  <a:pt x="1060653" y="886802"/>
                </a:moveTo>
                <a:lnTo>
                  <a:pt x="1058697" y="880033"/>
                </a:lnTo>
                <a:lnTo>
                  <a:pt x="1049997" y="871956"/>
                </a:lnTo>
                <a:lnTo>
                  <a:pt x="1042657" y="901623"/>
                </a:lnTo>
                <a:lnTo>
                  <a:pt x="1040879" y="910983"/>
                </a:lnTo>
                <a:lnTo>
                  <a:pt x="1055001" y="895896"/>
                </a:lnTo>
                <a:lnTo>
                  <a:pt x="1060653" y="886802"/>
                </a:lnTo>
                <a:close/>
              </a:path>
              <a:path w="2707640" h="2416810">
                <a:moveTo>
                  <a:pt x="1096340" y="809002"/>
                </a:moveTo>
                <a:lnTo>
                  <a:pt x="1094803" y="807935"/>
                </a:lnTo>
                <a:lnTo>
                  <a:pt x="1094346" y="805345"/>
                </a:lnTo>
                <a:lnTo>
                  <a:pt x="1092822" y="804278"/>
                </a:lnTo>
                <a:lnTo>
                  <a:pt x="1089152" y="806246"/>
                </a:lnTo>
                <a:lnTo>
                  <a:pt x="1086561" y="806704"/>
                </a:lnTo>
                <a:lnTo>
                  <a:pt x="1082903" y="808685"/>
                </a:lnTo>
                <a:lnTo>
                  <a:pt x="1087018" y="809294"/>
                </a:lnTo>
                <a:lnTo>
                  <a:pt x="1092212" y="808393"/>
                </a:lnTo>
                <a:lnTo>
                  <a:pt x="1096340" y="809002"/>
                </a:lnTo>
                <a:close/>
              </a:path>
              <a:path w="2707640" h="2416810">
                <a:moveTo>
                  <a:pt x="1126363" y="618312"/>
                </a:moveTo>
                <a:lnTo>
                  <a:pt x="1124051" y="603567"/>
                </a:lnTo>
                <a:lnTo>
                  <a:pt x="1119936" y="602957"/>
                </a:lnTo>
                <a:lnTo>
                  <a:pt x="1118400" y="601891"/>
                </a:lnTo>
                <a:lnTo>
                  <a:pt x="1115809" y="602348"/>
                </a:lnTo>
                <a:lnTo>
                  <a:pt x="1113904" y="616699"/>
                </a:lnTo>
                <a:lnTo>
                  <a:pt x="1111377" y="631037"/>
                </a:lnTo>
                <a:lnTo>
                  <a:pt x="1105789" y="658926"/>
                </a:lnTo>
                <a:lnTo>
                  <a:pt x="1107325" y="659993"/>
                </a:lnTo>
                <a:lnTo>
                  <a:pt x="1111440" y="660603"/>
                </a:lnTo>
                <a:lnTo>
                  <a:pt x="1114044" y="660158"/>
                </a:lnTo>
                <a:lnTo>
                  <a:pt x="1115517" y="645502"/>
                </a:lnTo>
                <a:lnTo>
                  <a:pt x="1121562" y="631926"/>
                </a:lnTo>
                <a:lnTo>
                  <a:pt x="1126363" y="618312"/>
                </a:lnTo>
                <a:close/>
              </a:path>
              <a:path w="2707640" h="2416810">
                <a:moveTo>
                  <a:pt x="1164907" y="491363"/>
                </a:moveTo>
                <a:lnTo>
                  <a:pt x="1163739" y="493039"/>
                </a:lnTo>
                <a:lnTo>
                  <a:pt x="1163396" y="494741"/>
                </a:lnTo>
                <a:lnTo>
                  <a:pt x="1164907" y="491363"/>
                </a:lnTo>
                <a:close/>
              </a:path>
              <a:path w="2707640" h="2416810">
                <a:moveTo>
                  <a:pt x="1718157" y="717410"/>
                </a:moveTo>
                <a:lnTo>
                  <a:pt x="1688693" y="717232"/>
                </a:lnTo>
                <a:lnTo>
                  <a:pt x="1696351" y="745299"/>
                </a:lnTo>
                <a:lnTo>
                  <a:pt x="1698485" y="742251"/>
                </a:lnTo>
                <a:lnTo>
                  <a:pt x="1704746" y="739825"/>
                </a:lnTo>
                <a:lnTo>
                  <a:pt x="1709470" y="736320"/>
                </a:lnTo>
                <a:lnTo>
                  <a:pt x="1712214" y="729157"/>
                </a:lnTo>
                <a:lnTo>
                  <a:pt x="1715414" y="724585"/>
                </a:lnTo>
                <a:lnTo>
                  <a:pt x="1718157" y="717410"/>
                </a:lnTo>
                <a:close/>
              </a:path>
              <a:path w="2707640" h="2416810">
                <a:moveTo>
                  <a:pt x="1803577" y="1417091"/>
                </a:moveTo>
                <a:lnTo>
                  <a:pt x="1784477" y="1422247"/>
                </a:lnTo>
                <a:lnTo>
                  <a:pt x="1785175" y="1443380"/>
                </a:lnTo>
                <a:lnTo>
                  <a:pt x="1803577" y="1417091"/>
                </a:lnTo>
                <a:close/>
              </a:path>
              <a:path w="2707640" h="2416810">
                <a:moveTo>
                  <a:pt x="2374633" y="3441"/>
                </a:moveTo>
                <a:lnTo>
                  <a:pt x="2361539" y="0"/>
                </a:lnTo>
                <a:lnTo>
                  <a:pt x="2367229" y="5689"/>
                </a:lnTo>
                <a:lnTo>
                  <a:pt x="2373084" y="5664"/>
                </a:lnTo>
                <a:lnTo>
                  <a:pt x="2374633" y="3441"/>
                </a:lnTo>
                <a:close/>
              </a:path>
              <a:path w="2707640" h="2416810">
                <a:moveTo>
                  <a:pt x="2707043" y="148666"/>
                </a:moveTo>
                <a:lnTo>
                  <a:pt x="2700007" y="92278"/>
                </a:lnTo>
                <a:lnTo>
                  <a:pt x="2702776" y="44043"/>
                </a:lnTo>
                <a:lnTo>
                  <a:pt x="2699855" y="3924"/>
                </a:lnTo>
                <a:lnTo>
                  <a:pt x="2373084" y="5664"/>
                </a:lnTo>
                <a:lnTo>
                  <a:pt x="2370658" y="9131"/>
                </a:lnTo>
                <a:lnTo>
                  <a:pt x="2367229" y="5689"/>
                </a:lnTo>
                <a:lnTo>
                  <a:pt x="2357513" y="5740"/>
                </a:lnTo>
                <a:lnTo>
                  <a:pt x="2358491" y="26492"/>
                </a:lnTo>
                <a:lnTo>
                  <a:pt x="2346248" y="43992"/>
                </a:lnTo>
                <a:lnTo>
                  <a:pt x="2344597" y="68491"/>
                </a:lnTo>
                <a:lnTo>
                  <a:pt x="2343442" y="92278"/>
                </a:lnTo>
                <a:lnTo>
                  <a:pt x="2352598" y="123494"/>
                </a:lnTo>
                <a:lnTo>
                  <a:pt x="2350655" y="192709"/>
                </a:lnTo>
                <a:lnTo>
                  <a:pt x="2347455" y="197281"/>
                </a:lnTo>
                <a:lnTo>
                  <a:pt x="2349855" y="216001"/>
                </a:lnTo>
                <a:lnTo>
                  <a:pt x="2344255" y="246138"/>
                </a:lnTo>
                <a:lnTo>
                  <a:pt x="2343721" y="246900"/>
                </a:lnTo>
                <a:lnTo>
                  <a:pt x="2362657" y="241998"/>
                </a:lnTo>
                <a:lnTo>
                  <a:pt x="2366924" y="235902"/>
                </a:lnTo>
                <a:lnTo>
                  <a:pt x="2372969" y="249415"/>
                </a:lnTo>
                <a:lnTo>
                  <a:pt x="2357056" y="272135"/>
                </a:lnTo>
                <a:lnTo>
                  <a:pt x="2348788" y="261810"/>
                </a:lnTo>
                <a:lnTo>
                  <a:pt x="2350922" y="258762"/>
                </a:lnTo>
                <a:lnTo>
                  <a:pt x="2343721" y="246900"/>
                </a:lnTo>
                <a:lnTo>
                  <a:pt x="2336254" y="257568"/>
                </a:lnTo>
                <a:lnTo>
                  <a:pt x="2339632" y="274878"/>
                </a:lnTo>
                <a:lnTo>
                  <a:pt x="2332913" y="284480"/>
                </a:lnTo>
                <a:lnTo>
                  <a:pt x="2336800" y="301078"/>
                </a:lnTo>
                <a:lnTo>
                  <a:pt x="2330386" y="310248"/>
                </a:lnTo>
                <a:lnTo>
                  <a:pt x="2332786" y="351104"/>
                </a:lnTo>
                <a:lnTo>
                  <a:pt x="2327186" y="425538"/>
                </a:lnTo>
                <a:lnTo>
                  <a:pt x="2319185" y="459105"/>
                </a:lnTo>
                <a:lnTo>
                  <a:pt x="2323173" y="497700"/>
                </a:lnTo>
                <a:lnTo>
                  <a:pt x="2309939" y="560908"/>
                </a:lnTo>
                <a:lnTo>
                  <a:pt x="2313330" y="600354"/>
                </a:lnTo>
                <a:lnTo>
                  <a:pt x="2287727" y="725512"/>
                </a:lnTo>
                <a:lnTo>
                  <a:pt x="2291092" y="764984"/>
                </a:lnTo>
                <a:lnTo>
                  <a:pt x="2277427" y="828802"/>
                </a:lnTo>
                <a:lnTo>
                  <a:pt x="2280793" y="868286"/>
                </a:lnTo>
                <a:lnTo>
                  <a:pt x="2267826" y="886802"/>
                </a:lnTo>
                <a:lnTo>
                  <a:pt x="2259723" y="964819"/>
                </a:lnTo>
                <a:lnTo>
                  <a:pt x="2242921" y="1055255"/>
                </a:lnTo>
                <a:lnTo>
                  <a:pt x="2232520" y="1070114"/>
                </a:lnTo>
                <a:lnTo>
                  <a:pt x="2232520" y="1114399"/>
                </a:lnTo>
                <a:lnTo>
                  <a:pt x="2222119" y="1129258"/>
                </a:lnTo>
                <a:lnTo>
                  <a:pt x="2223579" y="1082878"/>
                </a:lnTo>
                <a:lnTo>
                  <a:pt x="2224062" y="1060043"/>
                </a:lnTo>
                <a:lnTo>
                  <a:pt x="2213838" y="1030351"/>
                </a:lnTo>
                <a:lnTo>
                  <a:pt x="2217445" y="980922"/>
                </a:lnTo>
                <a:lnTo>
                  <a:pt x="2208682" y="949134"/>
                </a:lnTo>
                <a:lnTo>
                  <a:pt x="2209838" y="925347"/>
                </a:lnTo>
                <a:lnTo>
                  <a:pt x="2200846" y="871753"/>
                </a:lnTo>
                <a:lnTo>
                  <a:pt x="2172474" y="712965"/>
                </a:lnTo>
                <a:lnTo>
                  <a:pt x="2161146" y="640588"/>
                </a:lnTo>
                <a:lnTo>
                  <a:pt x="2144814" y="597471"/>
                </a:lnTo>
                <a:lnTo>
                  <a:pt x="2138591" y="562063"/>
                </a:lnTo>
                <a:lnTo>
                  <a:pt x="2132812" y="526046"/>
                </a:lnTo>
                <a:lnTo>
                  <a:pt x="2116315" y="483171"/>
                </a:lnTo>
                <a:lnTo>
                  <a:pt x="2099627" y="440575"/>
                </a:lnTo>
                <a:lnTo>
                  <a:pt x="2093239" y="405409"/>
                </a:lnTo>
                <a:lnTo>
                  <a:pt x="2079612" y="380580"/>
                </a:lnTo>
                <a:lnTo>
                  <a:pt x="2068957" y="329361"/>
                </a:lnTo>
                <a:lnTo>
                  <a:pt x="2038007" y="262839"/>
                </a:lnTo>
                <a:lnTo>
                  <a:pt x="2027047" y="234226"/>
                </a:lnTo>
                <a:lnTo>
                  <a:pt x="2015871" y="205892"/>
                </a:lnTo>
                <a:lnTo>
                  <a:pt x="2000592" y="183426"/>
                </a:lnTo>
                <a:lnTo>
                  <a:pt x="1995322" y="168808"/>
                </a:lnTo>
                <a:lnTo>
                  <a:pt x="1978850" y="148043"/>
                </a:lnTo>
                <a:lnTo>
                  <a:pt x="1961184" y="129006"/>
                </a:lnTo>
                <a:lnTo>
                  <a:pt x="1952472" y="119291"/>
                </a:lnTo>
                <a:lnTo>
                  <a:pt x="1932368" y="103720"/>
                </a:lnTo>
                <a:lnTo>
                  <a:pt x="1911858" y="88722"/>
                </a:lnTo>
                <a:lnTo>
                  <a:pt x="1901952" y="80733"/>
                </a:lnTo>
                <a:lnTo>
                  <a:pt x="1891550" y="73444"/>
                </a:lnTo>
                <a:lnTo>
                  <a:pt x="1889417" y="76492"/>
                </a:lnTo>
                <a:lnTo>
                  <a:pt x="1872640" y="78308"/>
                </a:lnTo>
                <a:lnTo>
                  <a:pt x="1856066" y="79832"/>
                </a:lnTo>
                <a:lnTo>
                  <a:pt x="1830311" y="73710"/>
                </a:lnTo>
                <a:lnTo>
                  <a:pt x="1830311" y="1511782"/>
                </a:lnTo>
                <a:lnTo>
                  <a:pt x="1821878" y="1523834"/>
                </a:lnTo>
                <a:lnTo>
                  <a:pt x="1827060" y="1538566"/>
                </a:lnTo>
                <a:lnTo>
                  <a:pt x="1809991" y="1518666"/>
                </a:lnTo>
                <a:lnTo>
                  <a:pt x="1811655" y="1516291"/>
                </a:lnTo>
                <a:lnTo>
                  <a:pt x="1803323" y="1506054"/>
                </a:lnTo>
                <a:lnTo>
                  <a:pt x="1815058" y="1489290"/>
                </a:lnTo>
                <a:lnTo>
                  <a:pt x="1825459" y="1496568"/>
                </a:lnTo>
                <a:lnTo>
                  <a:pt x="1823326" y="1499616"/>
                </a:lnTo>
                <a:lnTo>
                  <a:pt x="1830311" y="1511782"/>
                </a:lnTo>
                <a:lnTo>
                  <a:pt x="1830311" y="73710"/>
                </a:lnTo>
                <a:lnTo>
                  <a:pt x="1829498" y="73507"/>
                </a:lnTo>
                <a:lnTo>
                  <a:pt x="1813928" y="73609"/>
                </a:lnTo>
                <a:lnTo>
                  <a:pt x="1796630" y="72593"/>
                </a:lnTo>
                <a:lnTo>
                  <a:pt x="1796630" y="1006271"/>
                </a:lnTo>
                <a:lnTo>
                  <a:pt x="1784769" y="1001064"/>
                </a:lnTo>
                <a:lnTo>
                  <a:pt x="1773021" y="995705"/>
                </a:lnTo>
                <a:lnTo>
                  <a:pt x="1761058" y="990638"/>
                </a:lnTo>
                <a:lnTo>
                  <a:pt x="1748612" y="986282"/>
                </a:lnTo>
                <a:lnTo>
                  <a:pt x="1763636" y="986967"/>
                </a:lnTo>
                <a:lnTo>
                  <a:pt x="1782470" y="982205"/>
                </a:lnTo>
                <a:lnTo>
                  <a:pt x="1786483" y="976464"/>
                </a:lnTo>
                <a:lnTo>
                  <a:pt x="1792630" y="989838"/>
                </a:lnTo>
                <a:lnTo>
                  <a:pt x="1796630" y="1006271"/>
                </a:lnTo>
                <a:lnTo>
                  <a:pt x="1796630" y="72593"/>
                </a:lnTo>
                <a:lnTo>
                  <a:pt x="1769275" y="70954"/>
                </a:lnTo>
                <a:lnTo>
                  <a:pt x="1712023" y="64160"/>
                </a:lnTo>
                <a:lnTo>
                  <a:pt x="1663966" y="66357"/>
                </a:lnTo>
                <a:lnTo>
                  <a:pt x="1626120" y="76136"/>
                </a:lnTo>
                <a:lnTo>
                  <a:pt x="1615236" y="69545"/>
                </a:lnTo>
                <a:lnTo>
                  <a:pt x="1604645" y="62522"/>
                </a:lnTo>
                <a:lnTo>
                  <a:pt x="1593862" y="55791"/>
                </a:lnTo>
                <a:lnTo>
                  <a:pt x="1592783" y="57327"/>
                </a:lnTo>
                <a:lnTo>
                  <a:pt x="1579600" y="54000"/>
                </a:lnTo>
                <a:lnTo>
                  <a:pt x="1576235" y="58813"/>
                </a:lnTo>
                <a:lnTo>
                  <a:pt x="1562061" y="56908"/>
                </a:lnTo>
                <a:lnTo>
                  <a:pt x="1547698" y="55295"/>
                </a:lnTo>
                <a:lnTo>
                  <a:pt x="1525752" y="64490"/>
                </a:lnTo>
                <a:lnTo>
                  <a:pt x="1470672" y="76746"/>
                </a:lnTo>
                <a:lnTo>
                  <a:pt x="1448727" y="85940"/>
                </a:lnTo>
                <a:lnTo>
                  <a:pt x="1381239" y="93776"/>
                </a:lnTo>
                <a:lnTo>
                  <a:pt x="1266799" y="235089"/>
                </a:lnTo>
                <a:lnTo>
                  <a:pt x="1265034" y="259765"/>
                </a:lnTo>
                <a:lnTo>
                  <a:pt x="1236395" y="300672"/>
                </a:lnTo>
                <a:lnTo>
                  <a:pt x="1223860" y="296443"/>
                </a:lnTo>
                <a:lnTo>
                  <a:pt x="1233271" y="305142"/>
                </a:lnTo>
                <a:lnTo>
                  <a:pt x="1242682" y="313842"/>
                </a:lnTo>
                <a:lnTo>
                  <a:pt x="1238402" y="319963"/>
                </a:lnTo>
                <a:lnTo>
                  <a:pt x="1242314" y="336511"/>
                </a:lnTo>
                <a:lnTo>
                  <a:pt x="1211135" y="381038"/>
                </a:lnTo>
                <a:lnTo>
                  <a:pt x="1208252" y="407301"/>
                </a:lnTo>
                <a:lnTo>
                  <a:pt x="1201991" y="460552"/>
                </a:lnTo>
                <a:lnTo>
                  <a:pt x="1194917" y="470649"/>
                </a:lnTo>
                <a:lnTo>
                  <a:pt x="1180630" y="468922"/>
                </a:lnTo>
                <a:lnTo>
                  <a:pt x="1186256" y="460883"/>
                </a:lnTo>
                <a:lnTo>
                  <a:pt x="1174775" y="455129"/>
                </a:lnTo>
                <a:lnTo>
                  <a:pt x="1173708" y="456653"/>
                </a:lnTo>
                <a:lnTo>
                  <a:pt x="1164907" y="491363"/>
                </a:lnTo>
                <a:lnTo>
                  <a:pt x="1176629" y="474611"/>
                </a:lnTo>
                <a:lnTo>
                  <a:pt x="1176477" y="496989"/>
                </a:lnTo>
                <a:lnTo>
                  <a:pt x="1165352" y="535038"/>
                </a:lnTo>
                <a:lnTo>
                  <a:pt x="1165186" y="557415"/>
                </a:lnTo>
                <a:lnTo>
                  <a:pt x="1164120" y="558939"/>
                </a:lnTo>
                <a:lnTo>
                  <a:pt x="1153706" y="551662"/>
                </a:lnTo>
                <a:lnTo>
                  <a:pt x="1159040" y="544042"/>
                </a:lnTo>
                <a:lnTo>
                  <a:pt x="1157274" y="524421"/>
                </a:lnTo>
                <a:lnTo>
                  <a:pt x="1163396" y="494741"/>
                </a:lnTo>
                <a:lnTo>
                  <a:pt x="1136904" y="553516"/>
                </a:lnTo>
                <a:lnTo>
                  <a:pt x="1128102" y="588238"/>
                </a:lnTo>
                <a:lnTo>
                  <a:pt x="1129169" y="586714"/>
                </a:lnTo>
                <a:lnTo>
                  <a:pt x="1139571" y="594004"/>
                </a:lnTo>
                <a:lnTo>
                  <a:pt x="1145971" y="584860"/>
                </a:lnTo>
                <a:lnTo>
                  <a:pt x="1152613" y="619658"/>
                </a:lnTo>
                <a:lnTo>
                  <a:pt x="1147051" y="649757"/>
                </a:lnTo>
                <a:lnTo>
                  <a:pt x="1126769" y="678726"/>
                </a:lnTo>
                <a:lnTo>
                  <a:pt x="1126769" y="700862"/>
                </a:lnTo>
                <a:lnTo>
                  <a:pt x="1126248" y="701611"/>
                </a:lnTo>
                <a:lnTo>
                  <a:pt x="1126248" y="745909"/>
                </a:lnTo>
                <a:lnTo>
                  <a:pt x="1123048" y="750481"/>
                </a:lnTo>
                <a:lnTo>
                  <a:pt x="1113434" y="742061"/>
                </a:lnTo>
                <a:lnTo>
                  <a:pt x="1110437" y="737120"/>
                </a:lnTo>
                <a:lnTo>
                  <a:pt x="1114767" y="740156"/>
                </a:lnTo>
                <a:lnTo>
                  <a:pt x="1116901" y="737120"/>
                </a:lnTo>
                <a:lnTo>
                  <a:pt x="1126248" y="745909"/>
                </a:lnTo>
                <a:lnTo>
                  <a:pt x="1126248" y="701611"/>
                </a:lnTo>
                <a:lnTo>
                  <a:pt x="1113040" y="720483"/>
                </a:lnTo>
                <a:lnTo>
                  <a:pt x="1114234" y="696633"/>
                </a:lnTo>
                <a:lnTo>
                  <a:pt x="1126769" y="700862"/>
                </a:lnTo>
                <a:lnTo>
                  <a:pt x="1126769" y="678726"/>
                </a:lnTo>
                <a:lnTo>
                  <a:pt x="1125969" y="679856"/>
                </a:lnTo>
                <a:lnTo>
                  <a:pt x="1119835" y="666483"/>
                </a:lnTo>
                <a:lnTo>
                  <a:pt x="1104480" y="688416"/>
                </a:lnTo>
                <a:lnTo>
                  <a:pt x="1101026" y="715492"/>
                </a:lnTo>
                <a:lnTo>
                  <a:pt x="1101788" y="736561"/>
                </a:lnTo>
                <a:lnTo>
                  <a:pt x="1119835" y="755053"/>
                </a:lnTo>
                <a:lnTo>
                  <a:pt x="1096365" y="788593"/>
                </a:lnTo>
                <a:lnTo>
                  <a:pt x="1103566" y="800442"/>
                </a:lnTo>
                <a:lnTo>
                  <a:pt x="1102499" y="801966"/>
                </a:lnTo>
                <a:lnTo>
                  <a:pt x="1108138" y="816063"/>
                </a:lnTo>
                <a:lnTo>
                  <a:pt x="1103566" y="822591"/>
                </a:lnTo>
                <a:lnTo>
                  <a:pt x="1109802" y="835825"/>
                </a:lnTo>
                <a:lnTo>
                  <a:pt x="1101966" y="847013"/>
                </a:lnTo>
                <a:lnTo>
                  <a:pt x="1090498" y="841260"/>
                </a:lnTo>
                <a:lnTo>
                  <a:pt x="1080566" y="855459"/>
                </a:lnTo>
                <a:lnTo>
                  <a:pt x="1070495" y="847699"/>
                </a:lnTo>
                <a:lnTo>
                  <a:pt x="1076858" y="860742"/>
                </a:lnTo>
                <a:lnTo>
                  <a:pt x="1083030" y="874077"/>
                </a:lnTo>
                <a:lnTo>
                  <a:pt x="1088809" y="887971"/>
                </a:lnTo>
                <a:lnTo>
                  <a:pt x="1093978" y="902741"/>
                </a:lnTo>
                <a:lnTo>
                  <a:pt x="1078598" y="902550"/>
                </a:lnTo>
                <a:lnTo>
                  <a:pt x="1057859" y="910031"/>
                </a:lnTo>
                <a:lnTo>
                  <a:pt x="1046492" y="926274"/>
                </a:lnTo>
                <a:lnTo>
                  <a:pt x="1056894" y="933551"/>
                </a:lnTo>
                <a:lnTo>
                  <a:pt x="1050226" y="943089"/>
                </a:lnTo>
                <a:lnTo>
                  <a:pt x="1057694" y="954557"/>
                </a:lnTo>
                <a:lnTo>
                  <a:pt x="1055560" y="957605"/>
                </a:lnTo>
                <a:lnTo>
                  <a:pt x="1062964" y="969175"/>
                </a:lnTo>
                <a:lnTo>
                  <a:pt x="1035316" y="1008659"/>
                </a:lnTo>
                <a:lnTo>
                  <a:pt x="1027823" y="997229"/>
                </a:lnTo>
                <a:lnTo>
                  <a:pt x="1030719" y="993089"/>
                </a:lnTo>
                <a:lnTo>
                  <a:pt x="1023823" y="980808"/>
                </a:lnTo>
                <a:lnTo>
                  <a:pt x="1013345" y="995756"/>
                </a:lnTo>
                <a:lnTo>
                  <a:pt x="1014476" y="1016292"/>
                </a:lnTo>
                <a:lnTo>
                  <a:pt x="1006017" y="1028382"/>
                </a:lnTo>
                <a:lnTo>
                  <a:pt x="1008341" y="1047191"/>
                </a:lnTo>
                <a:lnTo>
                  <a:pt x="996340" y="1064336"/>
                </a:lnTo>
                <a:lnTo>
                  <a:pt x="994740" y="1088771"/>
                </a:lnTo>
                <a:lnTo>
                  <a:pt x="982738" y="1105916"/>
                </a:lnTo>
                <a:lnTo>
                  <a:pt x="981138" y="1130350"/>
                </a:lnTo>
                <a:lnTo>
                  <a:pt x="999197" y="1104557"/>
                </a:lnTo>
                <a:lnTo>
                  <a:pt x="1000607" y="1080389"/>
                </a:lnTo>
                <a:lnTo>
                  <a:pt x="1008888" y="1090714"/>
                </a:lnTo>
                <a:lnTo>
                  <a:pt x="1007821" y="1092238"/>
                </a:lnTo>
                <a:lnTo>
                  <a:pt x="1015022" y="1104099"/>
                </a:lnTo>
                <a:lnTo>
                  <a:pt x="1002118" y="1122527"/>
                </a:lnTo>
                <a:lnTo>
                  <a:pt x="1007287" y="1137297"/>
                </a:lnTo>
                <a:lnTo>
                  <a:pt x="976337" y="1181493"/>
                </a:lnTo>
                <a:lnTo>
                  <a:pt x="970203" y="1168120"/>
                </a:lnTo>
                <a:lnTo>
                  <a:pt x="973404" y="1163535"/>
                </a:lnTo>
                <a:lnTo>
                  <a:pt x="965136" y="1153210"/>
                </a:lnTo>
                <a:lnTo>
                  <a:pt x="961948" y="1179906"/>
                </a:lnTo>
                <a:lnTo>
                  <a:pt x="948461" y="1199172"/>
                </a:lnTo>
                <a:lnTo>
                  <a:pt x="945578" y="1225435"/>
                </a:lnTo>
                <a:lnTo>
                  <a:pt x="924458" y="1255610"/>
                </a:lnTo>
                <a:lnTo>
                  <a:pt x="930541" y="1269060"/>
                </a:lnTo>
                <a:lnTo>
                  <a:pt x="907796" y="1301559"/>
                </a:lnTo>
                <a:lnTo>
                  <a:pt x="921397" y="1304277"/>
                </a:lnTo>
                <a:lnTo>
                  <a:pt x="924598" y="1299705"/>
                </a:lnTo>
                <a:lnTo>
                  <a:pt x="928268" y="1316609"/>
                </a:lnTo>
                <a:lnTo>
                  <a:pt x="918794" y="1330134"/>
                </a:lnTo>
                <a:lnTo>
                  <a:pt x="906462" y="1325613"/>
                </a:lnTo>
                <a:lnTo>
                  <a:pt x="873379" y="1372857"/>
                </a:lnTo>
                <a:lnTo>
                  <a:pt x="868375" y="1357858"/>
                </a:lnTo>
                <a:lnTo>
                  <a:pt x="862977" y="1343431"/>
                </a:lnTo>
                <a:lnTo>
                  <a:pt x="857173" y="1329575"/>
                </a:lnTo>
                <a:lnTo>
                  <a:pt x="850976" y="1316291"/>
                </a:lnTo>
                <a:lnTo>
                  <a:pt x="848550" y="1297609"/>
                </a:lnTo>
                <a:lnTo>
                  <a:pt x="835634" y="1271778"/>
                </a:lnTo>
                <a:lnTo>
                  <a:pt x="832916" y="1253515"/>
                </a:lnTo>
                <a:lnTo>
                  <a:pt x="819492" y="1228394"/>
                </a:lnTo>
                <a:lnTo>
                  <a:pt x="807631" y="1201039"/>
                </a:lnTo>
                <a:lnTo>
                  <a:pt x="795883" y="1173543"/>
                </a:lnTo>
                <a:lnTo>
                  <a:pt x="783920" y="1146327"/>
                </a:lnTo>
                <a:lnTo>
                  <a:pt x="757313" y="1095768"/>
                </a:lnTo>
                <a:lnTo>
                  <a:pt x="726592" y="1051052"/>
                </a:lnTo>
                <a:lnTo>
                  <a:pt x="702106" y="1019606"/>
                </a:lnTo>
                <a:lnTo>
                  <a:pt x="673290" y="994333"/>
                </a:lnTo>
                <a:lnTo>
                  <a:pt x="621271" y="957910"/>
                </a:lnTo>
                <a:lnTo>
                  <a:pt x="620204" y="959434"/>
                </a:lnTo>
                <a:lnTo>
                  <a:pt x="599262" y="945057"/>
                </a:lnTo>
                <a:lnTo>
                  <a:pt x="577519" y="931824"/>
                </a:lnTo>
                <a:lnTo>
                  <a:pt x="564578" y="928166"/>
                </a:lnTo>
                <a:lnTo>
                  <a:pt x="538835" y="920648"/>
                </a:lnTo>
                <a:lnTo>
                  <a:pt x="522998" y="921131"/>
                </a:lnTo>
                <a:lnTo>
                  <a:pt x="491718" y="921512"/>
                </a:lnTo>
                <a:lnTo>
                  <a:pt x="465480" y="914717"/>
                </a:lnTo>
                <a:lnTo>
                  <a:pt x="433298" y="916393"/>
                </a:lnTo>
                <a:lnTo>
                  <a:pt x="347738" y="905738"/>
                </a:lnTo>
                <a:lnTo>
                  <a:pt x="315556" y="907415"/>
                </a:lnTo>
                <a:lnTo>
                  <a:pt x="313423" y="910463"/>
                </a:lnTo>
                <a:lnTo>
                  <a:pt x="301955" y="904709"/>
                </a:lnTo>
                <a:lnTo>
                  <a:pt x="300888" y="906233"/>
                </a:lnTo>
                <a:lnTo>
                  <a:pt x="299821" y="905548"/>
                </a:lnTo>
                <a:lnTo>
                  <a:pt x="299821" y="907757"/>
                </a:lnTo>
                <a:lnTo>
                  <a:pt x="296621" y="912329"/>
                </a:lnTo>
                <a:lnTo>
                  <a:pt x="284086" y="908088"/>
                </a:lnTo>
                <a:lnTo>
                  <a:pt x="287286" y="903516"/>
                </a:lnTo>
                <a:lnTo>
                  <a:pt x="299821" y="907757"/>
                </a:lnTo>
                <a:lnTo>
                  <a:pt x="299821" y="905548"/>
                </a:lnTo>
                <a:lnTo>
                  <a:pt x="290245" y="899287"/>
                </a:lnTo>
                <a:lnTo>
                  <a:pt x="279019" y="893191"/>
                </a:lnTo>
                <a:lnTo>
                  <a:pt x="277380" y="895527"/>
                </a:lnTo>
                <a:lnTo>
                  <a:pt x="264337" y="891997"/>
                </a:lnTo>
                <a:lnTo>
                  <a:pt x="245732" y="896442"/>
                </a:lnTo>
                <a:lnTo>
                  <a:pt x="216319" y="894156"/>
                </a:lnTo>
                <a:lnTo>
                  <a:pt x="196913" y="899731"/>
                </a:lnTo>
                <a:lnTo>
                  <a:pt x="177114" y="905878"/>
                </a:lnTo>
                <a:lnTo>
                  <a:pt x="146672" y="905078"/>
                </a:lnTo>
                <a:lnTo>
                  <a:pt x="126428" y="911847"/>
                </a:lnTo>
                <a:lnTo>
                  <a:pt x="105791" y="919187"/>
                </a:lnTo>
                <a:lnTo>
                  <a:pt x="74142" y="920102"/>
                </a:lnTo>
                <a:lnTo>
                  <a:pt x="4953" y="1018933"/>
                </a:lnTo>
                <a:lnTo>
                  <a:pt x="3644" y="1308696"/>
                </a:lnTo>
                <a:lnTo>
                  <a:pt x="812" y="1932800"/>
                </a:lnTo>
                <a:lnTo>
                  <a:pt x="0" y="2111121"/>
                </a:lnTo>
                <a:lnTo>
                  <a:pt x="29667" y="2068753"/>
                </a:lnTo>
                <a:lnTo>
                  <a:pt x="46443" y="2022627"/>
                </a:lnTo>
                <a:lnTo>
                  <a:pt x="59436" y="1981936"/>
                </a:lnTo>
                <a:lnTo>
                  <a:pt x="107010" y="1913966"/>
                </a:lnTo>
                <a:lnTo>
                  <a:pt x="120599" y="1872411"/>
                </a:lnTo>
                <a:lnTo>
                  <a:pt x="151866" y="1827758"/>
                </a:lnTo>
                <a:lnTo>
                  <a:pt x="193205" y="1724406"/>
                </a:lnTo>
                <a:lnTo>
                  <a:pt x="224320" y="1679968"/>
                </a:lnTo>
                <a:lnTo>
                  <a:pt x="245173" y="1628038"/>
                </a:lnTo>
                <a:lnTo>
                  <a:pt x="287451" y="1567637"/>
                </a:lnTo>
                <a:lnTo>
                  <a:pt x="320128" y="1498828"/>
                </a:lnTo>
                <a:lnTo>
                  <a:pt x="389737" y="1377226"/>
                </a:lnTo>
                <a:lnTo>
                  <a:pt x="391871" y="1374178"/>
                </a:lnTo>
                <a:lnTo>
                  <a:pt x="395249" y="1391513"/>
                </a:lnTo>
                <a:lnTo>
                  <a:pt x="409219" y="1415846"/>
                </a:lnTo>
                <a:lnTo>
                  <a:pt x="412788" y="1432890"/>
                </a:lnTo>
                <a:lnTo>
                  <a:pt x="416153" y="1450225"/>
                </a:lnTo>
                <a:lnTo>
                  <a:pt x="429755" y="1452930"/>
                </a:lnTo>
                <a:lnTo>
                  <a:pt x="421805" y="1442148"/>
                </a:lnTo>
                <a:lnTo>
                  <a:pt x="427913" y="1433436"/>
                </a:lnTo>
                <a:lnTo>
                  <a:pt x="421754" y="1420075"/>
                </a:lnTo>
                <a:lnTo>
                  <a:pt x="429945" y="1430528"/>
                </a:lnTo>
                <a:lnTo>
                  <a:pt x="438429" y="1440548"/>
                </a:lnTo>
                <a:lnTo>
                  <a:pt x="447116" y="1450289"/>
                </a:lnTo>
                <a:lnTo>
                  <a:pt x="440969" y="1459077"/>
                </a:lnTo>
                <a:lnTo>
                  <a:pt x="427888" y="1455597"/>
                </a:lnTo>
                <a:lnTo>
                  <a:pt x="424421" y="1460550"/>
                </a:lnTo>
                <a:lnTo>
                  <a:pt x="426999" y="1479029"/>
                </a:lnTo>
                <a:lnTo>
                  <a:pt x="432536" y="1515414"/>
                </a:lnTo>
                <a:lnTo>
                  <a:pt x="435102" y="1533893"/>
                </a:lnTo>
                <a:lnTo>
                  <a:pt x="449770" y="1535074"/>
                </a:lnTo>
                <a:lnTo>
                  <a:pt x="442747" y="1522958"/>
                </a:lnTo>
                <a:lnTo>
                  <a:pt x="450316" y="1512150"/>
                </a:lnTo>
                <a:lnTo>
                  <a:pt x="443903" y="1499184"/>
                </a:lnTo>
                <a:lnTo>
                  <a:pt x="447103" y="1494599"/>
                </a:lnTo>
                <a:lnTo>
                  <a:pt x="454317" y="1506435"/>
                </a:lnTo>
                <a:lnTo>
                  <a:pt x="451231" y="1510830"/>
                </a:lnTo>
                <a:lnTo>
                  <a:pt x="458762" y="1522234"/>
                </a:lnTo>
                <a:lnTo>
                  <a:pt x="456171" y="1525930"/>
                </a:lnTo>
                <a:lnTo>
                  <a:pt x="463473" y="1537639"/>
                </a:lnTo>
                <a:lnTo>
                  <a:pt x="438835" y="1572844"/>
                </a:lnTo>
                <a:lnTo>
                  <a:pt x="450024" y="1579003"/>
                </a:lnTo>
                <a:lnTo>
                  <a:pt x="448310" y="1581454"/>
                </a:lnTo>
                <a:lnTo>
                  <a:pt x="455587" y="1593189"/>
                </a:lnTo>
                <a:lnTo>
                  <a:pt x="445770" y="1607223"/>
                </a:lnTo>
                <a:lnTo>
                  <a:pt x="454037" y="1617548"/>
                </a:lnTo>
                <a:lnTo>
                  <a:pt x="450837" y="1622120"/>
                </a:lnTo>
                <a:lnTo>
                  <a:pt x="456984" y="1635506"/>
                </a:lnTo>
                <a:lnTo>
                  <a:pt x="460184" y="1630934"/>
                </a:lnTo>
                <a:lnTo>
                  <a:pt x="470420" y="1638452"/>
                </a:lnTo>
                <a:lnTo>
                  <a:pt x="480085" y="1646783"/>
                </a:lnTo>
                <a:lnTo>
                  <a:pt x="490321" y="1654302"/>
                </a:lnTo>
                <a:lnTo>
                  <a:pt x="484987" y="1661934"/>
                </a:lnTo>
                <a:lnTo>
                  <a:pt x="464185" y="1647367"/>
                </a:lnTo>
                <a:lnTo>
                  <a:pt x="458851" y="1654987"/>
                </a:lnTo>
                <a:lnTo>
                  <a:pt x="460451" y="1696986"/>
                </a:lnTo>
                <a:lnTo>
                  <a:pt x="461251" y="1717979"/>
                </a:lnTo>
                <a:lnTo>
                  <a:pt x="470852" y="1704263"/>
                </a:lnTo>
                <a:lnTo>
                  <a:pt x="479120" y="1714601"/>
                </a:lnTo>
                <a:lnTo>
                  <a:pt x="471652" y="1725269"/>
                </a:lnTo>
                <a:lnTo>
                  <a:pt x="477786" y="1738642"/>
                </a:lnTo>
                <a:lnTo>
                  <a:pt x="462114" y="1761032"/>
                </a:lnTo>
                <a:lnTo>
                  <a:pt x="463118" y="1781746"/>
                </a:lnTo>
                <a:lnTo>
                  <a:pt x="464921" y="1801317"/>
                </a:lnTo>
                <a:lnTo>
                  <a:pt x="466318" y="1821459"/>
                </a:lnTo>
                <a:lnTo>
                  <a:pt x="459016" y="1831898"/>
                </a:lnTo>
                <a:lnTo>
                  <a:pt x="463118" y="1848180"/>
                </a:lnTo>
                <a:lnTo>
                  <a:pt x="467626" y="1863890"/>
                </a:lnTo>
                <a:lnTo>
                  <a:pt x="471932" y="1879892"/>
                </a:lnTo>
                <a:lnTo>
                  <a:pt x="464464" y="1890560"/>
                </a:lnTo>
                <a:lnTo>
                  <a:pt x="469912" y="1904923"/>
                </a:lnTo>
                <a:lnTo>
                  <a:pt x="464858" y="1912137"/>
                </a:lnTo>
                <a:lnTo>
                  <a:pt x="470408" y="1926348"/>
                </a:lnTo>
                <a:lnTo>
                  <a:pt x="464997" y="1934083"/>
                </a:lnTo>
                <a:lnTo>
                  <a:pt x="477532" y="1938324"/>
                </a:lnTo>
                <a:lnTo>
                  <a:pt x="487934" y="1945601"/>
                </a:lnTo>
                <a:lnTo>
                  <a:pt x="469798" y="1971522"/>
                </a:lnTo>
                <a:lnTo>
                  <a:pt x="476732" y="1983752"/>
                </a:lnTo>
                <a:lnTo>
                  <a:pt x="471665" y="1990991"/>
                </a:lnTo>
                <a:lnTo>
                  <a:pt x="476199" y="2006663"/>
                </a:lnTo>
                <a:lnTo>
                  <a:pt x="470331" y="2015045"/>
                </a:lnTo>
                <a:lnTo>
                  <a:pt x="473367" y="2032850"/>
                </a:lnTo>
                <a:lnTo>
                  <a:pt x="466598" y="2042515"/>
                </a:lnTo>
                <a:lnTo>
                  <a:pt x="472236" y="2056612"/>
                </a:lnTo>
                <a:lnTo>
                  <a:pt x="491680" y="2073135"/>
                </a:lnTo>
                <a:lnTo>
                  <a:pt x="477812" y="2092947"/>
                </a:lnTo>
                <a:lnTo>
                  <a:pt x="488213" y="2100237"/>
                </a:lnTo>
                <a:lnTo>
                  <a:pt x="489280" y="2098713"/>
                </a:lnTo>
                <a:lnTo>
                  <a:pt x="499681" y="2105990"/>
                </a:lnTo>
                <a:lnTo>
                  <a:pt x="477278" y="2137994"/>
                </a:lnTo>
                <a:lnTo>
                  <a:pt x="487680" y="2145284"/>
                </a:lnTo>
                <a:lnTo>
                  <a:pt x="511149" y="2111743"/>
                </a:lnTo>
                <a:lnTo>
                  <a:pt x="514972" y="2128443"/>
                </a:lnTo>
                <a:lnTo>
                  <a:pt x="508088" y="2138273"/>
                </a:lnTo>
                <a:lnTo>
                  <a:pt x="511403" y="2155685"/>
                </a:lnTo>
                <a:lnTo>
                  <a:pt x="514629" y="2173224"/>
                </a:lnTo>
                <a:lnTo>
                  <a:pt x="550633" y="2188222"/>
                </a:lnTo>
                <a:lnTo>
                  <a:pt x="573049" y="2200503"/>
                </a:lnTo>
                <a:lnTo>
                  <a:pt x="581317" y="2210828"/>
                </a:lnTo>
                <a:lnTo>
                  <a:pt x="579183" y="2213876"/>
                </a:lnTo>
                <a:lnTo>
                  <a:pt x="574281" y="2243023"/>
                </a:lnTo>
                <a:lnTo>
                  <a:pt x="587984" y="2267737"/>
                </a:lnTo>
                <a:lnTo>
                  <a:pt x="605688" y="2286736"/>
                </a:lnTo>
                <a:lnTo>
                  <a:pt x="623201" y="2306015"/>
                </a:lnTo>
                <a:lnTo>
                  <a:pt x="622515" y="2306993"/>
                </a:lnTo>
                <a:lnTo>
                  <a:pt x="634542" y="2311958"/>
                </a:lnTo>
                <a:lnTo>
                  <a:pt x="648271" y="2314486"/>
                </a:lnTo>
                <a:lnTo>
                  <a:pt x="656513" y="2324862"/>
                </a:lnTo>
                <a:lnTo>
                  <a:pt x="678954" y="2337092"/>
                </a:lnTo>
                <a:lnTo>
                  <a:pt x="692594" y="2339759"/>
                </a:lnTo>
                <a:lnTo>
                  <a:pt x="705637" y="2343277"/>
                </a:lnTo>
                <a:lnTo>
                  <a:pt x="729018" y="2354148"/>
                </a:lnTo>
                <a:lnTo>
                  <a:pt x="752716" y="2364600"/>
                </a:lnTo>
                <a:lnTo>
                  <a:pt x="766203" y="2367483"/>
                </a:lnTo>
                <a:lnTo>
                  <a:pt x="790194" y="2377490"/>
                </a:lnTo>
                <a:lnTo>
                  <a:pt x="889431" y="2412898"/>
                </a:lnTo>
                <a:lnTo>
                  <a:pt x="893254" y="2407450"/>
                </a:lnTo>
                <a:lnTo>
                  <a:pt x="907161" y="2409710"/>
                </a:lnTo>
                <a:lnTo>
                  <a:pt x="906233" y="2411044"/>
                </a:lnTo>
                <a:lnTo>
                  <a:pt x="917714" y="2416797"/>
                </a:lnTo>
                <a:lnTo>
                  <a:pt x="924026" y="2407780"/>
                </a:lnTo>
                <a:lnTo>
                  <a:pt x="938923" y="2408644"/>
                </a:lnTo>
                <a:lnTo>
                  <a:pt x="1001737" y="2318918"/>
                </a:lnTo>
                <a:lnTo>
                  <a:pt x="1036967" y="2290737"/>
                </a:lnTo>
                <a:lnTo>
                  <a:pt x="1061885" y="2255139"/>
                </a:lnTo>
                <a:lnTo>
                  <a:pt x="1076591" y="2211984"/>
                </a:lnTo>
                <a:lnTo>
                  <a:pt x="1171384" y="2076577"/>
                </a:lnTo>
                <a:lnTo>
                  <a:pt x="1184973" y="2035022"/>
                </a:lnTo>
                <a:lnTo>
                  <a:pt x="1208862" y="2000897"/>
                </a:lnTo>
                <a:lnTo>
                  <a:pt x="1222133" y="1959787"/>
                </a:lnTo>
                <a:lnTo>
                  <a:pt x="1245539" y="1926361"/>
                </a:lnTo>
                <a:lnTo>
                  <a:pt x="1272209" y="1843963"/>
                </a:lnTo>
                <a:lnTo>
                  <a:pt x="1295857" y="1810194"/>
                </a:lnTo>
                <a:lnTo>
                  <a:pt x="1309293" y="1768856"/>
                </a:lnTo>
                <a:lnTo>
                  <a:pt x="1319695" y="1731848"/>
                </a:lnTo>
                <a:lnTo>
                  <a:pt x="1340497" y="1702130"/>
                </a:lnTo>
                <a:lnTo>
                  <a:pt x="1350899" y="1665135"/>
                </a:lnTo>
                <a:lnTo>
                  <a:pt x="1371701" y="1635404"/>
                </a:lnTo>
                <a:lnTo>
                  <a:pt x="1429321" y="1464525"/>
                </a:lnTo>
                <a:lnTo>
                  <a:pt x="1530134" y="1187627"/>
                </a:lnTo>
                <a:lnTo>
                  <a:pt x="1607223" y="966800"/>
                </a:lnTo>
                <a:lnTo>
                  <a:pt x="1612023" y="915644"/>
                </a:lnTo>
                <a:lnTo>
                  <a:pt x="1641767" y="828878"/>
                </a:lnTo>
                <a:lnTo>
                  <a:pt x="1645881" y="778700"/>
                </a:lnTo>
                <a:lnTo>
                  <a:pt x="1660296" y="735965"/>
                </a:lnTo>
                <a:lnTo>
                  <a:pt x="1681099" y="661949"/>
                </a:lnTo>
                <a:lnTo>
                  <a:pt x="1687868" y="674433"/>
                </a:lnTo>
                <a:lnTo>
                  <a:pt x="1684832" y="678764"/>
                </a:lnTo>
                <a:lnTo>
                  <a:pt x="1692605" y="689813"/>
                </a:lnTo>
                <a:lnTo>
                  <a:pt x="1700580" y="700570"/>
                </a:lnTo>
                <a:lnTo>
                  <a:pt x="1709115" y="688378"/>
                </a:lnTo>
                <a:lnTo>
                  <a:pt x="1713966" y="703592"/>
                </a:lnTo>
                <a:lnTo>
                  <a:pt x="1714322" y="703084"/>
                </a:lnTo>
                <a:lnTo>
                  <a:pt x="1727669" y="706158"/>
                </a:lnTo>
                <a:lnTo>
                  <a:pt x="1740331" y="710222"/>
                </a:lnTo>
                <a:lnTo>
                  <a:pt x="1710740" y="752500"/>
                </a:lnTo>
                <a:lnTo>
                  <a:pt x="1714055" y="769899"/>
                </a:lnTo>
                <a:lnTo>
                  <a:pt x="1717573" y="787019"/>
                </a:lnTo>
                <a:lnTo>
                  <a:pt x="1710982" y="796429"/>
                </a:lnTo>
                <a:lnTo>
                  <a:pt x="1717903" y="808685"/>
                </a:lnTo>
                <a:lnTo>
                  <a:pt x="1715122" y="812660"/>
                </a:lnTo>
                <a:lnTo>
                  <a:pt x="1722945" y="823645"/>
                </a:lnTo>
                <a:lnTo>
                  <a:pt x="1720062" y="827760"/>
                </a:lnTo>
                <a:lnTo>
                  <a:pt x="1720253" y="849617"/>
                </a:lnTo>
                <a:lnTo>
                  <a:pt x="1719262" y="873188"/>
                </a:lnTo>
                <a:lnTo>
                  <a:pt x="1729867" y="902335"/>
                </a:lnTo>
                <a:lnTo>
                  <a:pt x="1733664" y="919048"/>
                </a:lnTo>
                <a:lnTo>
                  <a:pt x="1744065" y="926325"/>
                </a:lnTo>
                <a:lnTo>
                  <a:pt x="1740865" y="930897"/>
                </a:lnTo>
                <a:lnTo>
                  <a:pt x="1739277" y="977480"/>
                </a:lnTo>
                <a:lnTo>
                  <a:pt x="1744078" y="992759"/>
                </a:lnTo>
                <a:lnTo>
                  <a:pt x="1748878" y="1008049"/>
                </a:lnTo>
                <a:lnTo>
                  <a:pt x="1748078" y="1031328"/>
                </a:lnTo>
                <a:lnTo>
                  <a:pt x="1761680" y="1034046"/>
                </a:lnTo>
                <a:lnTo>
                  <a:pt x="1775548" y="1014234"/>
                </a:lnTo>
                <a:lnTo>
                  <a:pt x="1785696" y="1021892"/>
                </a:lnTo>
                <a:lnTo>
                  <a:pt x="1794230" y="1031849"/>
                </a:lnTo>
                <a:lnTo>
                  <a:pt x="1776095" y="1057757"/>
                </a:lnTo>
                <a:lnTo>
                  <a:pt x="1784362" y="1068082"/>
                </a:lnTo>
                <a:lnTo>
                  <a:pt x="1781162" y="1072654"/>
                </a:lnTo>
                <a:lnTo>
                  <a:pt x="1789163" y="1083373"/>
                </a:lnTo>
                <a:lnTo>
                  <a:pt x="1786763" y="1086802"/>
                </a:lnTo>
                <a:lnTo>
                  <a:pt x="1794764" y="1097508"/>
                </a:lnTo>
                <a:lnTo>
                  <a:pt x="1789480" y="1105065"/>
                </a:lnTo>
                <a:lnTo>
                  <a:pt x="1776488" y="1101471"/>
                </a:lnTo>
                <a:lnTo>
                  <a:pt x="1773707" y="1105446"/>
                </a:lnTo>
                <a:lnTo>
                  <a:pt x="1759813" y="1103147"/>
                </a:lnTo>
                <a:lnTo>
                  <a:pt x="1761439" y="1100836"/>
                </a:lnTo>
                <a:lnTo>
                  <a:pt x="1755152" y="1087666"/>
                </a:lnTo>
                <a:lnTo>
                  <a:pt x="1767547" y="1069949"/>
                </a:lnTo>
                <a:lnTo>
                  <a:pt x="1763814" y="1066431"/>
                </a:lnTo>
                <a:lnTo>
                  <a:pt x="1767979" y="1065707"/>
                </a:lnTo>
                <a:lnTo>
                  <a:pt x="1779282" y="1069073"/>
                </a:lnTo>
                <a:lnTo>
                  <a:pt x="1777898" y="1061288"/>
                </a:lnTo>
                <a:lnTo>
                  <a:pt x="1773923" y="1053960"/>
                </a:lnTo>
                <a:lnTo>
                  <a:pt x="1772539" y="1046187"/>
                </a:lnTo>
                <a:lnTo>
                  <a:pt x="1764957" y="1042936"/>
                </a:lnTo>
                <a:lnTo>
                  <a:pt x="1743824" y="1035164"/>
                </a:lnTo>
                <a:lnTo>
                  <a:pt x="1745843" y="1061554"/>
                </a:lnTo>
                <a:lnTo>
                  <a:pt x="1758810" y="1059281"/>
                </a:lnTo>
                <a:lnTo>
                  <a:pt x="1759267" y="1061885"/>
                </a:lnTo>
                <a:lnTo>
                  <a:pt x="1762328" y="1064018"/>
                </a:lnTo>
                <a:lnTo>
                  <a:pt x="1762531" y="1065225"/>
                </a:lnTo>
                <a:lnTo>
                  <a:pt x="1758213" y="1061135"/>
                </a:lnTo>
                <a:lnTo>
                  <a:pt x="1746859" y="1077353"/>
                </a:lnTo>
                <a:lnTo>
                  <a:pt x="1749018" y="1096429"/>
                </a:lnTo>
                <a:lnTo>
                  <a:pt x="1752168" y="1114069"/>
                </a:lnTo>
                <a:lnTo>
                  <a:pt x="1754200" y="1133284"/>
                </a:lnTo>
                <a:lnTo>
                  <a:pt x="1750377" y="1138758"/>
                </a:lnTo>
                <a:lnTo>
                  <a:pt x="1757146" y="1151242"/>
                </a:lnTo>
                <a:lnTo>
                  <a:pt x="1749679" y="1161910"/>
                </a:lnTo>
                <a:lnTo>
                  <a:pt x="1761159" y="1167663"/>
                </a:lnTo>
                <a:lnTo>
                  <a:pt x="1783562" y="1135659"/>
                </a:lnTo>
                <a:lnTo>
                  <a:pt x="1788248" y="1151115"/>
                </a:lnTo>
                <a:lnTo>
                  <a:pt x="1761959" y="1188669"/>
                </a:lnTo>
                <a:lnTo>
                  <a:pt x="1768094" y="1202042"/>
                </a:lnTo>
                <a:lnTo>
                  <a:pt x="1781962" y="1182230"/>
                </a:lnTo>
                <a:lnTo>
                  <a:pt x="1805978" y="1192225"/>
                </a:lnTo>
                <a:lnTo>
                  <a:pt x="1799564" y="1201369"/>
                </a:lnTo>
                <a:lnTo>
                  <a:pt x="1787029" y="1197140"/>
                </a:lnTo>
                <a:lnTo>
                  <a:pt x="1777161" y="1211237"/>
                </a:lnTo>
                <a:lnTo>
                  <a:pt x="1762620" y="1209865"/>
                </a:lnTo>
                <a:lnTo>
                  <a:pt x="1758492" y="1215771"/>
                </a:lnTo>
                <a:lnTo>
                  <a:pt x="1765642" y="1249832"/>
                </a:lnTo>
                <a:lnTo>
                  <a:pt x="1772500" y="1284338"/>
                </a:lnTo>
                <a:lnTo>
                  <a:pt x="1768348" y="1312405"/>
                </a:lnTo>
                <a:lnTo>
                  <a:pt x="1773707" y="1349057"/>
                </a:lnTo>
                <a:lnTo>
                  <a:pt x="1798243" y="1313992"/>
                </a:lnTo>
                <a:lnTo>
                  <a:pt x="1804644" y="1326997"/>
                </a:lnTo>
                <a:lnTo>
                  <a:pt x="1800644" y="1332712"/>
                </a:lnTo>
                <a:lnTo>
                  <a:pt x="1807044" y="1345704"/>
                </a:lnTo>
                <a:lnTo>
                  <a:pt x="1798205" y="1358328"/>
                </a:lnTo>
                <a:lnTo>
                  <a:pt x="1803577" y="1372806"/>
                </a:lnTo>
                <a:lnTo>
                  <a:pt x="1792109" y="1389189"/>
                </a:lnTo>
                <a:lnTo>
                  <a:pt x="1807845" y="1388859"/>
                </a:lnTo>
                <a:lnTo>
                  <a:pt x="1806511" y="1390764"/>
                </a:lnTo>
                <a:lnTo>
                  <a:pt x="1817751" y="1396847"/>
                </a:lnTo>
                <a:lnTo>
                  <a:pt x="1804987" y="1415097"/>
                </a:lnTo>
                <a:lnTo>
                  <a:pt x="1821192" y="1414094"/>
                </a:lnTo>
                <a:lnTo>
                  <a:pt x="1808251" y="1432572"/>
                </a:lnTo>
                <a:lnTo>
                  <a:pt x="1811934" y="1449451"/>
                </a:lnTo>
                <a:lnTo>
                  <a:pt x="1804911" y="1459471"/>
                </a:lnTo>
                <a:lnTo>
                  <a:pt x="1794510" y="1452194"/>
                </a:lnTo>
                <a:lnTo>
                  <a:pt x="1793443" y="1453718"/>
                </a:lnTo>
                <a:lnTo>
                  <a:pt x="1783041" y="1446441"/>
                </a:lnTo>
                <a:lnTo>
                  <a:pt x="1785543" y="1487144"/>
                </a:lnTo>
                <a:lnTo>
                  <a:pt x="1788642" y="1527009"/>
                </a:lnTo>
                <a:lnTo>
                  <a:pt x="1792947" y="1565148"/>
                </a:lnTo>
                <a:lnTo>
                  <a:pt x="1798459" y="1579435"/>
                </a:lnTo>
                <a:lnTo>
                  <a:pt x="1809457" y="1608010"/>
                </a:lnTo>
                <a:lnTo>
                  <a:pt x="1812696" y="1603387"/>
                </a:lnTo>
                <a:lnTo>
                  <a:pt x="1826526" y="1605762"/>
                </a:lnTo>
                <a:lnTo>
                  <a:pt x="1830362" y="1600288"/>
                </a:lnTo>
                <a:lnTo>
                  <a:pt x="1845208" y="1601228"/>
                </a:lnTo>
                <a:lnTo>
                  <a:pt x="1812048" y="1648599"/>
                </a:lnTo>
                <a:lnTo>
                  <a:pt x="1819325" y="1660334"/>
                </a:lnTo>
                <a:lnTo>
                  <a:pt x="1810791" y="1672526"/>
                </a:lnTo>
                <a:lnTo>
                  <a:pt x="1828406" y="1691665"/>
                </a:lnTo>
                <a:lnTo>
                  <a:pt x="1846008" y="1710804"/>
                </a:lnTo>
                <a:lnTo>
                  <a:pt x="1834273" y="1727581"/>
                </a:lnTo>
                <a:lnTo>
                  <a:pt x="1846808" y="1731810"/>
                </a:lnTo>
                <a:lnTo>
                  <a:pt x="1838274" y="1744002"/>
                </a:lnTo>
                <a:lnTo>
                  <a:pt x="1850809" y="1748243"/>
                </a:lnTo>
                <a:lnTo>
                  <a:pt x="1835162" y="1748459"/>
                </a:lnTo>
                <a:lnTo>
                  <a:pt x="1840001" y="1763674"/>
                </a:lnTo>
                <a:lnTo>
                  <a:pt x="1835061" y="1770748"/>
                </a:lnTo>
                <a:lnTo>
                  <a:pt x="1821205" y="1768386"/>
                </a:lnTo>
                <a:lnTo>
                  <a:pt x="1816938" y="1774482"/>
                </a:lnTo>
                <a:lnTo>
                  <a:pt x="1827339" y="1781771"/>
                </a:lnTo>
                <a:lnTo>
                  <a:pt x="1834807" y="1771116"/>
                </a:lnTo>
                <a:lnTo>
                  <a:pt x="1849475" y="1772285"/>
                </a:lnTo>
                <a:lnTo>
                  <a:pt x="1835340" y="1792478"/>
                </a:lnTo>
                <a:lnTo>
                  <a:pt x="1839480" y="1808721"/>
                </a:lnTo>
                <a:lnTo>
                  <a:pt x="1837347" y="1811769"/>
                </a:lnTo>
                <a:lnTo>
                  <a:pt x="1850669" y="1814880"/>
                </a:lnTo>
                <a:lnTo>
                  <a:pt x="1864690" y="1817001"/>
                </a:lnTo>
                <a:lnTo>
                  <a:pt x="1849234" y="1816938"/>
                </a:lnTo>
                <a:lnTo>
                  <a:pt x="1838274" y="1832584"/>
                </a:lnTo>
                <a:lnTo>
                  <a:pt x="1842287" y="1849005"/>
                </a:lnTo>
                <a:lnTo>
                  <a:pt x="1846287" y="1865439"/>
                </a:lnTo>
                <a:lnTo>
                  <a:pt x="1843252" y="1869770"/>
                </a:lnTo>
                <a:lnTo>
                  <a:pt x="1847989" y="1885149"/>
                </a:lnTo>
                <a:lnTo>
                  <a:pt x="1839620" y="1897100"/>
                </a:lnTo>
                <a:lnTo>
                  <a:pt x="1854733" y="1919795"/>
                </a:lnTo>
                <a:lnTo>
                  <a:pt x="1866963" y="1946617"/>
                </a:lnTo>
                <a:lnTo>
                  <a:pt x="1866582" y="1969312"/>
                </a:lnTo>
                <a:lnTo>
                  <a:pt x="1875104" y="2001431"/>
                </a:lnTo>
                <a:lnTo>
                  <a:pt x="1896706" y="2037003"/>
                </a:lnTo>
                <a:lnTo>
                  <a:pt x="1907819" y="2043277"/>
                </a:lnTo>
                <a:lnTo>
                  <a:pt x="1916722" y="2052713"/>
                </a:lnTo>
                <a:lnTo>
                  <a:pt x="1922818" y="2066137"/>
                </a:lnTo>
                <a:lnTo>
                  <a:pt x="1925523" y="2084425"/>
                </a:lnTo>
                <a:lnTo>
                  <a:pt x="1924456" y="2085949"/>
                </a:lnTo>
                <a:lnTo>
                  <a:pt x="1914055" y="2078659"/>
                </a:lnTo>
                <a:lnTo>
                  <a:pt x="1911921" y="2081707"/>
                </a:lnTo>
                <a:lnTo>
                  <a:pt x="1921052" y="2090801"/>
                </a:lnTo>
                <a:lnTo>
                  <a:pt x="1920189" y="2092045"/>
                </a:lnTo>
                <a:lnTo>
                  <a:pt x="1929726" y="2100567"/>
                </a:lnTo>
                <a:lnTo>
                  <a:pt x="1938858" y="2109660"/>
                </a:lnTo>
                <a:lnTo>
                  <a:pt x="1954796" y="2131174"/>
                </a:lnTo>
                <a:lnTo>
                  <a:pt x="1973541" y="2148700"/>
                </a:lnTo>
                <a:lnTo>
                  <a:pt x="1994687" y="2162784"/>
                </a:lnTo>
                <a:lnTo>
                  <a:pt x="2017826" y="2174024"/>
                </a:lnTo>
                <a:lnTo>
                  <a:pt x="2041372" y="2184679"/>
                </a:lnTo>
                <a:lnTo>
                  <a:pt x="2078850" y="2197582"/>
                </a:lnTo>
                <a:lnTo>
                  <a:pt x="2102396" y="2208238"/>
                </a:lnTo>
                <a:lnTo>
                  <a:pt x="2127021" y="2217356"/>
                </a:lnTo>
                <a:lnTo>
                  <a:pt x="2151342" y="2226894"/>
                </a:lnTo>
                <a:lnTo>
                  <a:pt x="2185873" y="2244001"/>
                </a:lnTo>
                <a:lnTo>
                  <a:pt x="2209901" y="2253970"/>
                </a:lnTo>
                <a:lnTo>
                  <a:pt x="2222182" y="2258568"/>
                </a:lnTo>
                <a:lnTo>
                  <a:pt x="2224963" y="2254593"/>
                </a:lnTo>
                <a:lnTo>
                  <a:pt x="2239556" y="2255901"/>
                </a:lnTo>
                <a:lnTo>
                  <a:pt x="2256053" y="2254491"/>
                </a:lnTo>
                <a:lnTo>
                  <a:pt x="2347480" y="2123884"/>
                </a:lnTo>
                <a:lnTo>
                  <a:pt x="2413952" y="1940331"/>
                </a:lnTo>
                <a:lnTo>
                  <a:pt x="2452509" y="1840979"/>
                </a:lnTo>
                <a:lnTo>
                  <a:pt x="2460993" y="1784565"/>
                </a:lnTo>
                <a:lnTo>
                  <a:pt x="2479827" y="1735505"/>
                </a:lnTo>
                <a:lnTo>
                  <a:pt x="2488374" y="1679016"/>
                </a:lnTo>
                <a:lnTo>
                  <a:pt x="2519883" y="1589722"/>
                </a:lnTo>
                <a:lnTo>
                  <a:pt x="2525280" y="1537703"/>
                </a:lnTo>
                <a:lnTo>
                  <a:pt x="2541054" y="1493037"/>
                </a:lnTo>
                <a:lnTo>
                  <a:pt x="2546337" y="1441208"/>
                </a:lnTo>
                <a:lnTo>
                  <a:pt x="2577185" y="1352842"/>
                </a:lnTo>
                <a:lnTo>
                  <a:pt x="2587460" y="1249578"/>
                </a:lnTo>
                <a:lnTo>
                  <a:pt x="2602852" y="1205445"/>
                </a:lnTo>
                <a:lnTo>
                  <a:pt x="2607767" y="1154137"/>
                </a:lnTo>
                <a:lnTo>
                  <a:pt x="2623032" y="1110183"/>
                </a:lnTo>
                <a:lnTo>
                  <a:pt x="2637231" y="957046"/>
                </a:lnTo>
                <a:lnTo>
                  <a:pt x="2651836" y="914019"/>
                </a:lnTo>
                <a:lnTo>
                  <a:pt x="2663863" y="763981"/>
                </a:lnTo>
                <a:lnTo>
                  <a:pt x="2672994" y="728789"/>
                </a:lnTo>
                <a:lnTo>
                  <a:pt x="2672130" y="685736"/>
                </a:lnTo>
                <a:lnTo>
                  <a:pt x="2681655" y="649973"/>
                </a:lnTo>
                <a:lnTo>
                  <a:pt x="2680385" y="607491"/>
                </a:lnTo>
                <a:lnTo>
                  <a:pt x="2701709" y="355587"/>
                </a:lnTo>
                <a:lnTo>
                  <a:pt x="2695371" y="298221"/>
                </a:lnTo>
                <a:lnTo>
                  <a:pt x="2707043" y="148666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118" y="657499"/>
            <a:ext cx="3693340" cy="36947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19560" y="4946310"/>
            <a:ext cx="14447086" cy="5157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484217" y="1958825"/>
            <a:ext cx="13803757" cy="18486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163988" y="7840014"/>
            <a:ext cx="2118995" cy="2446655"/>
          </a:xfrm>
          <a:custGeom>
            <a:avLst/>
            <a:gdLst/>
            <a:ahLst/>
            <a:cxnLst/>
            <a:rect l="l" t="t" r="r" b="b"/>
            <a:pathLst>
              <a:path w="2118994" h="2446654">
                <a:moveTo>
                  <a:pt x="708888" y="1121486"/>
                </a:moveTo>
                <a:lnTo>
                  <a:pt x="701497" y="1103185"/>
                </a:lnTo>
                <a:lnTo>
                  <a:pt x="696810" y="1117549"/>
                </a:lnTo>
                <a:lnTo>
                  <a:pt x="708888" y="1121486"/>
                </a:lnTo>
                <a:close/>
              </a:path>
              <a:path w="2118994" h="2446654">
                <a:moveTo>
                  <a:pt x="860196" y="1483829"/>
                </a:moveTo>
                <a:lnTo>
                  <a:pt x="856234" y="1473276"/>
                </a:lnTo>
                <a:lnTo>
                  <a:pt x="852855" y="1466608"/>
                </a:lnTo>
                <a:lnTo>
                  <a:pt x="851141" y="1460500"/>
                </a:lnTo>
                <a:lnTo>
                  <a:pt x="840041" y="1466138"/>
                </a:lnTo>
                <a:lnTo>
                  <a:pt x="838911" y="1463916"/>
                </a:lnTo>
                <a:lnTo>
                  <a:pt x="835571" y="1462824"/>
                </a:lnTo>
                <a:lnTo>
                  <a:pt x="834440" y="1460601"/>
                </a:lnTo>
                <a:lnTo>
                  <a:pt x="829995" y="1462849"/>
                </a:lnTo>
                <a:lnTo>
                  <a:pt x="818870" y="1462913"/>
                </a:lnTo>
                <a:lnTo>
                  <a:pt x="822248" y="1469580"/>
                </a:lnTo>
                <a:lnTo>
                  <a:pt x="827849" y="1475105"/>
                </a:lnTo>
                <a:lnTo>
                  <a:pt x="831227" y="1481772"/>
                </a:lnTo>
                <a:lnTo>
                  <a:pt x="838974" y="1482623"/>
                </a:lnTo>
                <a:lnTo>
                  <a:pt x="860196" y="1483829"/>
                </a:lnTo>
                <a:close/>
              </a:path>
              <a:path w="2118994" h="2446654">
                <a:moveTo>
                  <a:pt x="869543" y="1529461"/>
                </a:moveTo>
                <a:lnTo>
                  <a:pt x="868476" y="1529397"/>
                </a:lnTo>
                <a:lnTo>
                  <a:pt x="868565" y="1529689"/>
                </a:lnTo>
                <a:lnTo>
                  <a:pt x="869543" y="1529461"/>
                </a:lnTo>
                <a:close/>
              </a:path>
              <a:path w="2118994" h="2446654">
                <a:moveTo>
                  <a:pt x="997165" y="1756308"/>
                </a:moveTo>
                <a:lnTo>
                  <a:pt x="982548" y="1733016"/>
                </a:lnTo>
                <a:lnTo>
                  <a:pt x="981456" y="1736369"/>
                </a:lnTo>
                <a:lnTo>
                  <a:pt x="976477" y="1740293"/>
                </a:lnTo>
                <a:lnTo>
                  <a:pt x="973162" y="1744764"/>
                </a:lnTo>
                <a:lnTo>
                  <a:pt x="972642" y="1752003"/>
                </a:lnTo>
                <a:lnTo>
                  <a:pt x="971003" y="1757019"/>
                </a:lnTo>
                <a:lnTo>
                  <a:pt x="970495" y="1764258"/>
                </a:lnTo>
                <a:lnTo>
                  <a:pt x="997165" y="1756308"/>
                </a:lnTo>
                <a:close/>
              </a:path>
              <a:path w="2118994" h="2446654">
                <a:moveTo>
                  <a:pt x="1519593" y="1506677"/>
                </a:moveTo>
                <a:lnTo>
                  <a:pt x="1515694" y="1507261"/>
                </a:lnTo>
                <a:lnTo>
                  <a:pt x="1511249" y="1509509"/>
                </a:lnTo>
                <a:lnTo>
                  <a:pt x="1507363" y="1510093"/>
                </a:lnTo>
                <a:lnTo>
                  <a:pt x="1509039" y="1510639"/>
                </a:lnTo>
                <a:lnTo>
                  <a:pt x="1510157" y="1512862"/>
                </a:lnTo>
                <a:lnTo>
                  <a:pt x="1511833" y="1513408"/>
                </a:lnTo>
                <a:lnTo>
                  <a:pt x="1514602" y="1510601"/>
                </a:lnTo>
                <a:lnTo>
                  <a:pt x="1516824" y="1509483"/>
                </a:lnTo>
                <a:lnTo>
                  <a:pt x="1519593" y="1506677"/>
                </a:lnTo>
                <a:close/>
              </a:path>
              <a:path w="2118994" h="2446654">
                <a:moveTo>
                  <a:pt x="1524698" y="1168704"/>
                </a:moveTo>
                <a:lnTo>
                  <a:pt x="1524584" y="1160221"/>
                </a:lnTo>
                <a:lnTo>
                  <a:pt x="1522526" y="1166495"/>
                </a:lnTo>
                <a:lnTo>
                  <a:pt x="1524698" y="1168704"/>
                </a:lnTo>
                <a:close/>
              </a:path>
              <a:path w="2118994" h="2446654">
                <a:moveTo>
                  <a:pt x="1531607" y="1302308"/>
                </a:moveTo>
                <a:lnTo>
                  <a:pt x="1523873" y="1285087"/>
                </a:lnTo>
                <a:lnTo>
                  <a:pt x="1514182" y="1314729"/>
                </a:lnTo>
                <a:lnTo>
                  <a:pt x="1512697" y="1319276"/>
                </a:lnTo>
                <a:lnTo>
                  <a:pt x="1523288" y="1327772"/>
                </a:lnTo>
                <a:lnTo>
                  <a:pt x="1531607" y="1302308"/>
                </a:lnTo>
                <a:close/>
              </a:path>
              <a:path w="2118994" h="2446654">
                <a:moveTo>
                  <a:pt x="1531988" y="1440370"/>
                </a:moveTo>
                <a:lnTo>
                  <a:pt x="1530477" y="1411503"/>
                </a:lnTo>
                <a:lnTo>
                  <a:pt x="1529524" y="1402537"/>
                </a:lnTo>
                <a:lnTo>
                  <a:pt x="1520901" y="1420088"/>
                </a:lnTo>
                <a:lnTo>
                  <a:pt x="1518285" y="1429880"/>
                </a:lnTo>
                <a:lnTo>
                  <a:pt x="1521904" y="1435455"/>
                </a:lnTo>
                <a:lnTo>
                  <a:pt x="1531988" y="1440370"/>
                </a:lnTo>
                <a:close/>
              </a:path>
              <a:path w="2118994" h="2446654">
                <a:moveTo>
                  <a:pt x="1532470" y="1336840"/>
                </a:moveTo>
                <a:lnTo>
                  <a:pt x="1529118" y="1335747"/>
                </a:lnTo>
                <a:lnTo>
                  <a:pt x="1526895" y="1336878"/>
                </a:lnTo>
                <a:lnTo>
                  <a:pt x="1523555" y="1335786"/>
                </a:lnTo>
                <a:lnTo>
                  <a:pt x="1519936" y="1380883"/>
                </a:lnTo>
                <a:lnTo>
                  <a:pt x="1529626" y="1371066"/>
                </a:lnTo>
                <a:lnTo>
                  <a:pt x="1531429" y="1359877"/>
                </a:lnTo>
                <a:lnTo>
                  <a:pt x="1530616" y="1348181"/>
                </a:lnTo>
                <a:lnTo>
                  <a:pt x="1532470" y="1336840"/>
                </a:lnTo>
                <a:close/>
              </a:path>
              <a:path w="2118994" h="2446654">
                <a:moveTo>
                  <a:pt x="1532559" y="1176718"/>
                </a:moveTo>
                <a:lnTo>
                  <a:pt x="1524698" y="1168704"/>
                </a:lnTo>
                <a:lnTo>
                  <a:pt x="1525104" y="1199502"/>
                </a:lnTo>
                <a:lnTo>
                  <a:pt x="1532559" y="1176718"/>
                </a:lnTo>
                <a:close/>
              </a:path>
              <a:path w="2118994" h="2446654">
                <a:moveTo>
                  <a:pt x="1546402" y="1702447"/>
                </a:moveTo>
                <a:lnTo>
                  <a:pt x="1544193" y="1688934"/>
                </a:lnTo>
                <a:lnTo>
                  <a:pt x="1542554" y="1675257"/>
                </a:lnTo>
                <a:lnTo>
                  <a:pt x="1539951" y="1648485"/>
                </a:lnTo>
                <a:lnTo>
                  <a:pt x="1538274" y="1647939"/>
                </a:lnTo>
                <a:lnTo>
                  <a:pt x="1534375" y="1648523"/>
                </a:lnTo>
                <a:lnTo>
                  <a:pt x="1532166" y="1649653"/>
                </a:lnTo>
                <a:lnTo>
                  <a:pt x="1534845" y="1663319"/>
                </a:lnTo>
                <a:lnTo>
                  <a:pt x="1533093" y="1677263"/>
                </a:lnTo>
                <a:lnTo>
                  <a:pt x="1532496" y="1690903"/>
                </a:lnTo>
                <a:lnTo>
                  <a:pt x="1538617" y="1703603"/>
                </a:lnTo>
                <a:lnTo>
                  <a:pt x="1542503" y="1703019"/>
                </a:lnTo>
                <a:lnTo>
                  <a:pt x="1544180" y="1703565"/>
                </a:lnTo>
                <a:lnTo>
                  <a:pt x="1546402" y="1702447"/>
                </a:lnTo>
                <a:close/>
              </a:path>
              <a:path w="2118994" h="2446654">
                <a:moveTo>
                  <a:pt x="1756664" y="286207"/>
                </a:moveTo>
                <a:lnTo>
                  <a:pt x="1746364" y="276821"/>
                </a:lnTo>
                <a:lnTo>
                  <a:pt x="1748967" y="268884"/>
                </a:lnTo>
                <a:lnTo>
                  <a:pt x="1739900" y="255739"/>
                </a:lnTo>
                <a:lnTo>
                  <a:pt x="1742909" y="246532"/>
                </a:lnTo>
                <a:lnTo>
                  <a:pt x="1734604" y="231038"/>
                </a:lnTo>
                <a:lnTo>
                  <a:pt x="1738071" y="220421"/>
                </a:lnTo>
                <a:lnTo>
                  <a:pt x="1728444" y="209003"/>
                </a:lnTo>
                <a:lnTo>
                  <a:pt x="1705000" y="198970"/>
                </a:lnTo>
                <a:lnTo>
                  <a:pt x="1712099" y="177228"/>
                </a:lnTo>
                <a:lnTo>
                  <a:pt x="1700034" y="173278"/>
                </a:lnTo>
                <a:lnTo>
                  <a:pt x="1699488" y="174955"/>
                </a:lnTo>
                <a:lnTo>
                  <a:pt x="1690509" y="161518"/>
                </a:lnTo>
                <a:lnTo>
                  <a:pt x="1698891" y="135877"/>
                </a:lnTo>
                <a:lnTo>
                  <a:pt x="1686814" y="131927"/>
                </a:lnTo>
                <a:lnTo>
                  <a:pt x="1678165" y="158407"/>
                </a:lnTo>
                <a:lnTo>
                  <a:pt x="1669618" y="143675"/>
                </a:lnTo>
                <a:lnTo>
                  <a:pt x="1661185" y="128612"/>
                </a:lnTo>
                <a:lnTo>
                  <a:pt x="1664855" y="117348"/>
                </a:lnTo>
                <a:lnTo>
                  <a:pt x="1639074" y="114477"/>
                </a:lnTo>
                <a:lnTo>
                  <a:pt x="1614119" y="109105"/>
                </a:lnTo>
                <a:lnTo>
                  <a:pt x="1601216" y="107670"/>
                </a:lnTo>
                <a:lnTo>
                  <a:pt x="1590243" y="100380"/>
                </a:lnTo>
                <a:lnTo>
                  <a:pt x="1591335" y="97040"/>
                </a:lnTo>
                <a:lnTo>
                  <a:pt x="1587106" y="69100"/>
                </a:lnTo>
                <a:lnTo>
                  <a:pt x="1566595" y="50076"/>
                </a:lnTo>
                <a:lnTo>
                  <a:pt x="1544040" y="37325"/>
                </a:lnTo>
                <a:lnTo>
                  <a:pt x="1533664" y="28206"/>
                </a:lnTo>
                <a:lnTo>
                  <a:pt x="1521942" y="23190"/>
                </a:lnTo>
                <a:lnTo>
                  <a:pt x="1509039" y="21780"/>
                </a:lnTo>
                <a:lnTo>
                  <a:pt x="1495259" y="23063"/>
                </a:lnTo>
                <a:lnTo>
                  <a:pt x="1484299" y="15722"/>
                </a:lnTo>
                <a:lnTo>
                  <a:pt x="1471383" y="14338"/>
                </a:lnTo>
                <a:lnTo>
                  <a:pt x="1457655" y="15468"/>
                </a:lnTo>
                <a:lnTo>
                  <a:pt x="1432166" y="11709"/>
                </a:lnTo>
                <a:lnTo>
                  <a:pt x="1418767" y="11811"/>
                </a:lnTo>
                <a:lnTo>
                  <a:pt x="1393151" y="8445"/>
                </a:lnTo>
                <a:lnTo>
                  <a:pt x="1379499" y="9347"/>
                </a:lnTo>
                <a:lnTo>
                  <a:pt x="1353718" y="6451"/>
                </a:lnTo>
                <a:lnTo>
                  <a:pt x="1248943" y="0"/>
                </a:lnTo>
                <a:lnTo>
                  <a:pt x="1243482" y="16700"/>
                </a:lnTo>
                <a:lnTo>
                  <a:pt x="1229766" y="17792"/>
                </a:lnTo>
                <a:lnTo>
                  <a:pt x="1232496" y="9436"/>
                </a:lnTo>
                <a:lnTo>
                  <a:pt x="1219885" y="7162"/>
                </a:lnTo>
                <a:lnTo>
                  <a:pt x="1190218" y="97955"/>
                </a:lnTo>
                <a:lnTo>
                  <a:pt x="1171194" y="115303"/>
                </a:lnTo>
                <a:lnTo>
                  <a:pt x="1132840" y="232702"/>
                </a:lnTo>
                <a:lnTo>
                  <a:pt x="1131887" y="276517"/>
                </a:lnTo>
                <a:lnTo>
                  <a:pt x="1084072" y="422871"/>
                </a:lnTo>
                <a:lnTo>
                  <a:pt x="1083906" y="464273"/>
                </a:lnTo>
                <a:lnTo>
                  <a:pt x="1071778" y="501421"/>
                </a:lnTo>
                <a:lnTo>
                  <a:pt x="1071854" y="542036"/>
                </a:lnTo>
                <a:lnTo>
                  <a:pt x="1059649" y="579424"/>
                </a:lnTo>
                <a:lnTo>
                  <a:pt x="1059586" y="661441"/>
                </a:lnTo>
                <a:lnTo>
                  <a:pt x="1047369" y="698817"/>
                </a:lnTo>
                <a:lnTo>
                  <a:pt x="1048778" y="735393"/>
                </a:lnTo>
                <a:lnTo>
                  <a:pt x="1038123" y="768019"/>
                </a:lnTo>
                <a:lnTo>
                  <a:pt x="1039545" y="804583"/>
                </a:lnTo>
                <a:lnTo>
                  <a:pt x="1028877" y="837209"/>
                </a:lnTo>
                <a:lnTo>
                  <a:pt x="1026350" y="1008570"/>
                </a:lnTo>
                <a:lnTo>
                  <a:pt x="1003084" y="1284249"/>
                </a:lnTo>
                <a:lnTo>
                  <a:pt x="1011224" y="1341132"/>
                </a:lnTo>
                <a:lnTo>
                  <a:pt x="1003642" y="1446136"/>
                </a:lnTo>
                <a:lnTo>
                  <a:pt x="1012012" y="1502295"/>
                </a:lnTo>
                <a:lnTo>
                  <a:pt x="1008341" y="1554441"/>
                </a:lnTo>
                <a:lnTo>
                  <a:pt x="1007389" y="1598244"/>
                </a:lnTo>
                <a:lnTo>
                  <a:pt x="1018667" y="1645526"/>
                </a:lnTo>
                <a:lnTo>
                  <a:pt x="1017333" y="1731416"/>
                </a:lnTo>
                <a:lnTo>
                  <a:pt x="1020152" y="1804555"/>
                </a:lnTo>
                <a:lnTo>
                  <a:pt x="1009942" y="1794916"/>
                </a:lnTo>
                <a:lnTo>
                  <a:pt x="1011504" y="1790153"/>
                </a:lnTo>
                <a:lnTo>
                  <a:pt x="1000785" y="1782076"/>
                </a:lnTo>
                <a:lnTo>
                  <a:pt x="989952" y="1774317"/>
                </a:lnTo>
                <a:lnTo>
                  <a:pt x="985583" y="1787702"/>
                </a:lnTo>
                <a:lnTo>
                  <a:pt x="976350" y="1775053"/>
                </a:lnTo>
                <a:lnTo>
                  <a:pt x="976172" y="1775599"/>
                </a:lnTo>
                <a:lnTo>
                  <a:pt x="962596" y="1776285"/>
                </a:lnTo>
                <a:lnTo>
                  <a:pt x="970724" y="1751380"/>
                </a:lnTo>
                <a:lnTo>
                  <a:pt x="960843" y="1740738"/>
                </a:lnTo>
                <a:lnTo>
                  <a:pt x="964526" y="1729473"/>
                </a:lnTo>
                <a:lnTo>
                  <a:pt x="956081" y="1714423"/>
                </a:lnTo>
                <a:lnTo>
                  <a:pt x="959612" y="1703628"/>
                </a:lnTo>
                <a:lnTo>
                  <a:pt x="950912" y="1689354"/>
                </a:lnTo>
                <a:lnTo>
                  <a:pt x="952690" y="1683893"/>
                </a:lnTo>
                <a:lnTo>
                  <a:pt x="942047" y="1675587"/>
                </a:lnTo>
                <a:lnTo>
                  <a:pt x="943368" y="1671535"/>
                </a:lnTo>
                <a:lnTo>
                  <a:pt x="932776" y="1663065"/>
                </a:lnTo>
                <a:lnTo>
                  <a:pt x="925931" y="1643126"/>
                </a:lnTo>
                <a:lnTo>
                  <a:pt x="919695" y="1621294"/>
                </a:lnTo>
                <a:lnTo>
                  <a:pt x="912850" y="1601355"/>
                </a:lnTo>
                <a:lnTo>
                  <a:pt x="892086" y="1583118"/>
                </a:lnTo>
                <a:lnTo>
                  <a:pt x="893724" y="1578102"/>
                </a:lnTo>
                <a:lnTo>
                  <a:pt x="887399" y="1556588"/>
                </a:lnTo>
                <a:lnTo>
                  <a:pt x="868984" y="1531137"/>
                </a:lnTo>
                <a:lnTo>
                  <a:pt x="868565" y="1529689"/>
                </a:lnTo>
                <a:lnTo>
                  <a:pt x="855103" y="1532763"/>
                </a:lnTo>
                <a:lnTo>
                  <a:pt x="838708" y="1542046"/>
                </a:lnTo>
                <a:lnTo>
                  <a:pt x="836650" y="1548345"/>
                </a:lnTo>
                <a:lnTo>
                  <a:pt x="826757" y="1537703"/>
                </a:lnTo>
                <a:lnTo>
                  <a:pt x="817968" y="1523720"/>
                </a:lnTo>
                <a:lnTo>
                  <a:pt x="830783" y="1525397"/>
                </a:lnTo>
                <a:lnTo>
                  <a:pt x="843546" y="1527225"/>
                </a:lnTo>
                <a:lnTo>
                  <a:pt x="856411" y="1528737"/>
                </a:lnTo>
                <a:lnTo>
                  <a:pt x="868476" y="1529397"/>
                </a:lnTo>
                <a:lnTo>
                  <a:pt x="856322" y="1488109"/>
                </a:lnTo>
                <a:lnTo>
                  <a:pt x="842606" y="1489189"/>
                </a:lnTo>
                <a:lnTo>
                  <a:pt x="835507" y="1510944"/>
                </a:lnTo>
                <a:lnTo>
                  <a:pt x="823569" y="1506575"/>
                </a:lnTo>
                <a:lnTo>
                  <a:pt x="824522" y="1503654"/>
                </a:lnTo>
                <a:lnTo>
                  <a:pt x="815047" y="1491754"/>
                </a:lnTo>
                <a:lnTo>
                  <a:pt x="821740" y="1471269"/>
                </a:lnTo>
                <a:lnTo>
                  <a:pt x="810768" y="1463979"/>
                </a:lnTo>
                <a:lnTo>
                  <a:pt x="813638" y="1455191"/>
                </a:lnTo>
                <a:lnTo>
                  <a:pt x="802792" y="1447482"/>
                </a:lnTo>
                <a:lnTo>
                  <a:pt x="804024" y="1443723"/>
                </a:lnTo>
                <a:lnTo>
                  <a:pt x="793178" y="1436014"/>
                </a:lnTo>
                <a:lnTo>
                  <a:pt x="806729" y="1435430"/>
                </a:lnTo>
                <a:lnTo>
                  <a:pt x="808050" y="1431378"/>
                </a:lnTo>
                <a:lnTo>
                  <a:pt x="821550" y="1430959"/>
                </a:lnTo>
                <a:lnTo>
                  <a:pt x="823341" y="1425498"/>
                </a:lnTo>
                <a:lnTo>
                  <a:pt x="834580" y="1431975"/>
                </a:lnTo>
                <a:lnTo>
                  <a:pt x="826122" y="1457883"/>
                </a:lnTo>
                <a:lnTo>
                  <a:pt x="834440" y="1460601"/>
                </a:lnTo>
                <a:lnTo>
                  <a:pt x="838187" y="1461820"/>
                </a:lnTo>
                <a:lnTo>
                  <a:pt x="843457" y="1445691"/>
                </a:lnTo>
                <a:lnTo>
                  <a:pt x="835609" y="1428813"/>
                </a:lnTo>
                <a:lnTo>
                  <a:pt x="827252" y="1413497"/>
                </a:lnTo>
                <a:lnTo>
                  <a:pt x="819467" y="1396453"/>
                </a:lnTo>
                <a:lnTo>
                  <a:pt x="823290" y="1384744"/>
                </a:lnTo>
                <a:lnTo>
                  <a:pt x="813079" y="1375117"/>
                </a:lnTo>
                <a:lnTo>
                  <a:pt x="813955" y="1372438"/>
                </a:lnTo>
                <a:lnTo>
                  <a:pt x="801331" y="1370164"/>
                </a:lnTo>
                <a:lnTo>
                  <a:pt x="790943" y="1401953"/>
                </a:lnTo>
                <a:lnTo>
                  <a:pt x="781799" y="1389049"/>
                </a:lnTo>
                <a:lnTo>
                  <a:pt x="789711" y="1364843"/>
                </a:lnTo>
                <a:lnTo>
                  <a:pt x="806246" y="1355115"/>
                </a:lnTo>
                <a:lnTo>
                  <a:pt x="807339" y="1351762"/>
                </a:lnTo>
                <a:lnTo>
                  <a:pt x="797458" y="1341132"/>
                </a:lnTo>
                <a:lnTo>
                  <a:pt x="794727" y="1349489"/>
                </a:lnTo>
                <a:lnTo>
                  <a:pt x="778281" y="1358938"/>
                </a:lnTo>
                <a:lnTo>
                  <a:pt x="764565" y="1360004"/>
                </a:lnTo>
                <a:lnTo>
                  <a:pt x="765657" y="1356664"/>
                </a:lnTo>
                <a:lnTo>
                  <a:pt x="754138" y="1351051"/>
                </a:lnTo>
                <a:lnTo>
                  <a:pt x="767842" y="1349971"/>
                </a:lnTo>
                <a:lnTo>
                  <a:pt x="768946" y="1346631"/>
                </a:lnTo>
                <a:lnTo>
                  <a:pt x="782650" y="1345552"/>
                </a:lnTo>
                <a:lnTo>
                  <a:pt x="790308" y="1322133"/>
                </a:lnTo>
                <a:lnTo>
                  <a:pt x="785228" y="1296771"/>
                </a:lnTo>
                <a:lnTo>
                  <a:pt x="776732" y="1281887"/>
                </a:lnTo>
                <a:lnTo>
                  <a:pt x="768223" y="1267002"/>
                </a:lnTo>
                <a:lnTo>
                  <a:pt x="763612" y="1240243"/>
                </a:lnTo>
                <a:lnTo>
                  <a:pt x="747382" y="1208125"/>
                </a:lnTo>
                <a:lnTo>
                  <a:pt x="734809" y="1246606"/>
                </a:lnTo>
                <a:lnTo>
                  <a:pt x="724789" y="1236383"/>
                </a:lnTo>
                <a:lnTo>
                  <a:pt x="726846" y="1230109"/>
                </a:lnTo>
                <a:lnTo>
                  <a:pt x="716813" y="1219898"/>
                </a:lnTo>
                <a:lnTo>
                  <a:pt x="721347" y="1206042"/>
                </a:lnTo>
                <a:lnTo>
                  <a:pt x="711847" y="1194206"/>
                </a:lnTo>
                <a:lnTo>
                  <a:pt x="717727" y="1176223"/>
                </a:lnTo>
                <a:lnTo>
                  <a:pt x="702919" y="1180642"/>
                </a:lnTo>
                <a:lnTo>
                  <a:pt x="703605" y="1178547"/>
                </a:lnTo>
                <a:lnTo>
                  <a:pt x="691108" y="1175905"/>
                </a:lnTo>
                <a:lnTo>
                  <a:pt x="694105" y="1166710"/>
                </a:lnTo>
                <a:lnTo>
                  <a:pt x="710438" y="1157630"/>
                </a:lnTo>
                <a:lnTo>
                  <a:pt x="714895" y="1143990"/>
                </a:lnTo>
                <a:lnTo>
                  <a:pt x="707796" y="1124826"/>
                </a:lnTo>
                <a:lnTo>
                  <a:pt x="694664" y="1164983"/>
                </a:lnTo>
                <a:lnTo>
                  <a:pt x="682599" y="1161046"/>
                </a:lnTo>
                <a:lnTo>
                  <a:pt x="701497" y="1103185"/>
                </a:lnTo>
                <a:lnTo>
                  <a:pt x="694118" y="1084897"/>
                </a:lnTo>
                <a:lnTo>
                  <a:pt x="686574" y="1067066"/>
                </a:lnTo>
                <a:lnTo>
                  <a:pt x="681405" y="1054849"/>
                </a:lnTo>
                <a:lnTo>
                  <a:pt x="681405" y="1082890"/>
                </a:lnTo>
                <a:lnTo>
                  <a:pt x="679221" y="1089583"/>
                </a:lnTo>
                <a:lnTo>
                  <a:pt x="665518" y="1090650"/>
                </a:lnTo>
                <a:lnTo>
                  <a:pt x="653440" y="1086713"/>
                </a:lnTo>
                <a:lnTo>
                  <a:pt x="658291" y="1071867"/>
                </a:lnTo>
                <a:lnTo>
                  <a:pt x="648538" y="1060831"/>
                </a:lnTo>
                <a:lnTo>
                  <a:pt x="651205" y="1052664"/>
                </a:lnTo>
                <a:lnTo>
                  <a:pt x="661365" y="1062456"/>
                </a:lnTo>
                <a:lnTo>
                  <a:pt x="672592" y="1069009"/>
                </a:lnTo>
                <a:lnTo>
                  <a:pt x="670979" y="1073924"/>
                </a:lnTo>
                <a:lnTo>
                  <a:pt x="681405" y="1082890"/>
                </a:lnTo>
                <a:lnTo>
                  <a:pt x="681405" y="1054849"/>
                </a:lnTo>
                <a:lnTo>
                  <a:pt x="679043" y="1049248"/>
                </a:lnTo>
                <a:lnTo>
                  <a:pt x="663346" y="1015479"/>
                </a:lnTo>
                <a:lnTo>
                  <a:pt x="646734" y="984542"/>
                </a:lnTo>
                <a:lnTo>
                  <a:pt x="645083" y="989609"/>
                </a:lnTo>
                <a:lnTo>
                  <a:pt x="631253" y="991057"/>
                </a:lnTo>
                <a:lnTo>
                  <a:pt x="629285" y="997064"/>
                </a:lnTo>
                <a:lnTo>
                  <a:pt x="614946" y="1000074"/>
                </a:lnTo>
                <a:lnTo>
                  <a:pt x="631926" y="948080"/>
                </a:lnTo>
                <a:lnTo>
                  <a:pt x="631037" y="947343"/>
                </a:lnTo>
                <a:lnTo>
                  <a:pt x="621449" y="939253"/>
                </a:lnTo>
                <a:lnTo>
                  <a:pt x="625830" y="925868"/>
                </a:lnTo>
                <a:lnTo>
                  <a:pt x="603326" y="912952"/>
                </a:lnTo>
                <a:lnTo>
                  <a:pt x="592074" y="906500"/>
                </a:lnTo>
                <a:lnTo>
                  <a:pt x="595617" y="895629"/>
                </a:lnTo>
                <a:lnTo>
                  <a:pt x="585736" y="884999"/>
                </a:lnTo>
                <a:lnTo>
                  <a:pt x="586828" y="881646"/>
                </a:lnTo>
                <a:lnTo>
                  <a:pt x="573659" y="881049"/>
                </a:lnTo>
                <a:lnTo>
                  <a:pt x="579628" y="862774"/>
                </a:lnTo>
                <a:lnTo>
                  <a:pt x="570407" y="850125"/>
                </a:lnTo>
                <a:lnTo>
                  <a:pt x="572935" y="842365"/>
                </a:lnTo>
                <a:lnTo>
                  <a:pt x="586778" y="840892"/>
                </a:lnTo>
                <a:lnTo>
                  <a:pt x="588962" y="834212"/>
                </a:lnTo>
                <a:lnTo>
                  <a:pt x="574713" y="836955"/>
                </a:lnTo>
                <a:lnTo>
                  <a:pt x="573062" y="841971"/>
                </a:lnTo>
                <a:lnTo>
                  <a:pt x="558812" y="844727"/>
                </a:lnTo>
                <a:lnTo>
                  <a:pt x="572477" y="802894"/>
                </a:lnTo>
                <a:lnTo>
                  <a:pt x="559473" y="801801"/>
                </a:lnTo>
                <a:lnTo>
                  <a:pt x="558279" y="805434"/>
                </a:lnTo>
                <a:lnTo>
                  <a:pt x="544715" y="806069"/>
                </a:lnTo>
                <a:lnTo>
                  <a:pt x="551065" y="786650"/>
                </a:lnTo>
                <a:lnTo>
                  <a:pt x="545553" y="762622"/>
                </a:lnTo>
                <a:lnTo>
                  <a:pt x="535025" y="753922"/>
                </a:lnTo>
                <a:lnTo>
                  <a:pt x="537933" y="745032"/>
                </a:lnTo>
                <a:lnTo>
                  <a:pt x="527418" y="736333"/>
                </a:lnTo>
                <a:lnTo>
                  <a:pt x="529056" y="731329"/>
                </a:lnTo>
                <a:lnTo>
                  <a:pt x="542226" y="731913"/>
                </a:lnTo>
                <a:lnTo>
                  <a:pt x="531609" y="723519"/>
                </a:lnTo>
                <a:lnTo>
                  <a:pt x="520992" y="715111"/>
                </a:lnTo>
                <a:lnTo>
                  <a:pt x="501243" y="693762"/>
                </a:lnTo>
                <a:lnTo>
                  <a:pt x="482625" y="668959"/>
                </a:lnTo>
                <a:lnTo>
                  <a:pt x="476846" y="645756"/>
                </a:lnTo>
                <a:lnTo>
                  <a:pt x="480225" y="635406"/>
                </a:lnTo>
                <a:lnTo>
                  <a:pt x="469696" y="626757"/>
                </a:lnTo>
                <a:lnTo>
                  <a:pt x="457923" y="621868"/>
                </a:lnTo>
                <a:lnTo>
                  <a:pt x="445541" y="618871"/>
                </a:lnTo>
                <a:lnTo>
                  <a:pt x="433120" y="616013"/>
                </a:lnTo>
                <a:lnTo>
                  <a:pt x="421817" y="609727"/>
                </a:lnTo>
                <a:lnTo>
                  <a:pt x="411937" y="599033"/>
                </a:lnTo>
                <a:lnTo>
                  <a:pt x="416433" y="585292"/>
                </a:lnTo>
                <a:lnTo>
                  <a:pt x="429602" y="585876"/>
                </a:lnTo>
                <a:lnTo>
                  <a:pt x="418172" y="579958"/>
                </a:lnTo>
                <a:lnTo>
                  <a:pt x="394919" y="569341"/>
                </a:lnTo>
                <a:lnTo>
                  <a:pt x="395566" y="567359"/>
                </a:lnTo>
                <a:lnTo>
                  <a:pt x="373913" y="551840"/>
                </a:lnTo>
                <a:lnTo>
                  <a:pt x="326517" y="533349"/>
                </a:lnTo>
                <a:lnTo>
                  <a:pt x="275628" y="525513"/>
                </a:lnTo>
                <a:lnTo>
                  <a:pt x="236207" y="523519"/>
                </a:lnTo>
                <a:lnTo>
                  <a:pt x="222732" y="523862"/>
                </a:lnTo>
                <a:lnTo>
                  <a:pt x="184556" y="518007"/>
                </a:lnTo>
                <a:lnTo>
                  <a:pt x="158610" y="515645"/>
                </a:lnTo>
                <a:lnTo>
                  <a:pt x="132765" y="512953"/>
                </a:lnTo>
                <a:lnTo>
                  <a:pt x="106984" y="510108"/>
                </a:lnTo>
                <a:lnTo>
                  <a:pt x="93941" y="509117"/>
                </a:lnTo>
                <a:lnTo>
                  <a:pt x="80441" y="509549"/>
                </a:lnTo>
                <a:lnTo>
                  <a:pt x="78295" y="516102"/>
                </a:lnTo>
                <a:lnTo>
                  <a:pt x="63106" y="521703"/>
                </a:lnTo>
                <a:lnTo>
                  <a:pt x="16281" y="665060"/>
                </a:lnTo>
                <a:lnTo>
                  <a:pt x="9194" y="850328"/>
                </a:lnTo>
                <a:lnTo>
                  <a:pt x="0" y="1001166"/>
                </a:lnTo>
                <a:lnTo>
                  <a:pt x="9169" y="1054900"/>
                </a:lnTo>
                <a:lnTo>
                  <a:pt x="6210" y="1104861"/>
                </a:lnTo>
                <a:lnTo>
                  <a:pt x="14744" y="1160538"/>
                </a:lnTo>
                <a:lnTo>
                  <a:pt x="11150" y="1212418"/>
                </a:lnTo>
                <a:lnTo>
                  <a:pt x="19634" y="1268247"/>
                </a:lnTo>
                <a:lnTo>
                  <a:pt x="16090" y="1319987"/>
                </a:lnTo>
                <a:lnTo>
                  <a:pt x="24714" y="1375397"/>
                </a:lnTo>
                <a:lnTo>
                  <a:pt x="21399" y="1426438"/>
                </a:lnTo>
                <a:lnTo>
                  <a:pt x="47447" y="1592097"/>
                </a:lnTo>
                <a:lnTo>
                  <a:pt x="44170" y="1643024"/>
                </a:lnTo>
                <a:lnTo>
                  <a:pt x="61836" y="1752549"/>
                </a:lnTo>
                <a:lnTo>
                  <a:pt x="72974" y="1800225"/>
                </a:lnTo>
                <a:lnTo>
                  <a:pt x="72237" y="1843405"/>
                </a:lnTo>
                <a:lnTo>
                  <a:pt x="106540" y="1983778"/>
                </a:lnTo>
                <a:lnTo>
                  <a:pt x="110451" y="2053564"/>
                </a:lnTo>
                <a:lnTo>
                  <a:pt x="124383" y="2092718"/>
                </a:lnTo>
                <a:lnTo>
                  <a:pt x="126453" y="2127300"/>
                </a:lnTo>
                <a:lnTo>
                  <a:pt x="194360" y="2410180"/>
                </a:lnTo>
                <a:lnTo>
                  <a:pt x="209334" y="2446159"/>
                </a:lnTo>
                <a:lnTo>
                  <a:pt x="556717" y="2446147"/>
                </a:lnTo>
                <a:lnTo>
                  <a:pt x="547331" y="2433955"/>
                </a:lnTo>
                <a:lnTo>
                  <a:pt x="540931" y="2412682"/>
                </a:lnTo>
                <a:lnTo>
                  <a:pt x="542569" y="2407653"/>
                </a:lnTo>
                <a:lnTo>
                  <a:pt x="534593" y="2391168"/>
                </a:lnTo>
                <a:lnTo>
                  <a:pt x="542785" y="2366073"/>
                </a:lnTo>
                <a:lnTo>
                  <a:pt x="534822" y="2349576"/>
                </a:lnTo>
                <a:lnTo>
                  <a:pt x="538416" y="2338578"/>
                </a:lnTo>
                <a:lnTo>
                  <a:pt x="530987" y="2326144"/>
                </a:lnTo>
                <a:lnTo>
                  <a:pt x="530987" y="2361298"/>
                </a:lnTo>
                <a:lnTo>
                  <a:pt x="514540" y="2370734"/>
                </a:lnTo>
                <a:lnTo>
                  <a:pt x="512356" y="2377427"/>
                </a:lnTo>
                <a:lnTo>
                  <a:pt x="502526" y="2366632"/>
                </a:lnTo>
                <a:lnTo>
                  <a:pt x="507822" y="2350427"/>
                </a:lnTo>
                <a:lnTo>
                  <a:pt x="522744" y="2345639"/>
                </a:lnTo>
                <a:lnTo>
                  <a:pt x="520560" y="2352332"/>
                </a:lnTo>
                <a:lnTo>
                  <a:pt x="530987" y="2361298"/>
                </a:lnTo>
                <a:lnTo>
                  <a:pt x="530987" y="2326144"/>
                </a:lnTo>
                <a:lnTo>
                  <a:pt x="529780" y="2324112"/>
                </a:lnTo>
                <a:lnTo>
                  <a:pt x="533120" y="2313876"/>
                </a:lnTo>
                <a:lnTo>
                  <a:pt x="524332" y="2299868"/>
                </a:lnTo>
                <a:lnTo>
                  <a:pt x="521690" y="2267064"/>
                </a:lnTo>
                <a:lnTo>
                  <a:pt x="504329" y="2197519"/>
                </a:lnTo>
                <a:lnTo>
                  <a:pt x="489610" y="2160765"/>
                </a:lnTo>
                <a:lnTo>
                  <a:pt x="479450" y="2069185"/>
                </a:lnTo>
                <a:lnTo>
                  <a:pt x="464235" y="2033981"/>
                </a:lnTo>
                <a:lnTo>
                  <a:pt x="450380" y="1912810"/>
                </a:lnTo>
                <a:lnTo>
                  <a:pt x="447230" y="1881517"/>
                </a:lnTo>
                <a:lnTo>
                  <a:pt x="428675" y="1815630"/>
                </a:lnTo>
                <a:lnTo>
                  <a:pt x="425538" y="1784350"/>
                </a:lnTo>
                <a:lnTo>
                  <a:pt x="414782" y="1735467"/>
                </a:lnTo>
                <a:lnTo>
                  <a:pt x="416102" y="1690535"/>
                </a:lnTo>
                <a:lnTo>
                  <a:pt x="404482" y="1603425"/>
                </a:lnTo>
                <a:lnTo>
                  <a:pt x="397738" y="1583169"/>
                </a:lnTo>
                <a:lnTo>
                  <a:pt x="396316" y="1546606"/>
                </a:lnTo>
                <a:lnTo>
                  <a:pt x="401650" y="1530286"/>
                </a:lnTo>
                <a:lnTo>
                  <a:pt x="414388" y="1573098"/>
                </a:lnTo>
                <a:lnTo>
                  <a:pt x="420878" y="1594116"/>
                </a:lnTo>
                <a:lnTo>
                  <a:pt x="427532" y="1614652"/>
                </a:lnTo>
                <a:lnTo>
                  <a:pt x="445452" y="1641602"/>
                </a:lnTo>
                <a:lnTo>
                  <a:pt x="451243" y="1664754"/>
                </a:lnTo>
                <a:lnTo>
                  <a:pt x="457149" y="1687601"/>
                </a:lnTo>
                <a:lnTo>
                  <a:pt x="475373" y="1713598"/>
                </a:lnTo>
                <a:lnTo>
                  <a:pt x="488124" y="1756333"/>
                </a:lnTo>
                <a:lnTo>
                  <a:pt x="563346" y="1894166"/>
                </a:lnTo>
                <a:lnTo>
                  <a:pt x="596125" y="1957412"/>
                </a:lnTo>
                <a:lnTo>
                  <a:pt x="612648" y="1988642"/>
                </a:lnTo>
                <a:lnTo>
                  <a:pt x="629323" y="2019401"/>
                </a:lnTo>
                <a:lnTo>
                  <a:pt x="657834" y="2054783"/>
                </a:lnTo>
                <a:lnTo>
                  <a:pt x="674446" y="2085759"/>
                </a:lnTo>
                <a:lnTo>
                  <a:pt x="703224" y="2120354"/>
                </a:lnTo>
                <a:lnTo>
                  <a:pt x="728370" y="2166074"/>
                </a:lnTo>
                <a:lnTo>
                  <a:pt x="736815" y="2181123"/>
                </a:lnTo>
                <a:lnTo>
                  <a:pt x="745363" y="2195855"/>
                </a:lnTo>
                <a:lnTo>
                  <a:pt x="754062" y="2210130"/>
                </a:lnTo>
                <a:lnTo>
                  <a:pt x="784720" y="2238946"/>
                </a:lnTo>
                <a:lnTo>
                  <a:pt x="803630" y="2262886"/>
                </a:lnTo>
                <a:lnTo>
                  <a:pt x="822731" y="2286203"/>
                </a:lnTo>
                <a:lnTo>
                  <a:pt x="841946" y="2309203"/>
                </a:lnTo>
                <a:lnTo>
                  <a:pt x="863244" y="2325763"/>
                </a:lnTo>
                <a:lnTo>
                  <a:pt x="872693" y="2337752"/>
                </a:lnTo>
                <a:lnTo>
                  <a:pt x="894613" y="2352446"/>
                </a:lnTo>
                <a:lnTo>
                  <a:pt x="905078" y="2361298"/>
                </a:lnTo>
                <a:lnTo>
                  <a:pt x="928357" y="2371852"/>
                </a:lnTo>
                <a:lnTo>
                  <a:pt x="940066" y="2376894"/>
                </a:lnTo>
                <a:lnTo>
                  <a:pt x="964057" y="2385250"/>
                </a:lnTo>
                <a:lnTo>
                  <a:pt x="975880" y="2389987"/>
                </a:lnTo>
                <a:lnTo>
                  <a:pt x="987945" y="2393924"/>
                </a:lnTo>
                <a:lnTo>
                  <a:pt x="989037" y="2390584"/>
                </a:lnTo>
                <a:lnTo>
                  <a:pt x="1004379" y="2384539"/>
                </a:lnTo>
                <a:lnTo>
                  <a:pt x="1019606" y="2378811"/>
                </a:lnTo>
                <a:lnTo>
                  <a:pt x="1046708" y="2377656"/>
                </a:lnTo>
                <a:lnTo>
                  <a:pt x="1061427" y="2373490"/>
                </a:lnTo>
                <a:lnTo>
                  <a:pt x="1104519" y="2364257"/>
                </a:lnTo>
                <a:lnTo>
                  <a:pt x="1148753" y="2351570"/>
                </a:lnTo>
                <a:lnTo>
                  <a:pt x="1193596" y="2336990"/>
                </a:lnTo>
                <a:lnTo>
                  <a:pt x="1238542" y="2322106"/>
                </a:lnTo>
                <a:lnTo>
                  <a:pt x="1238783" y="2321369"/>
                </a:lnTo>
                <a:lnTo>
                  <a:pt x="1250950" y="2325014"/>
                </a:lnTo>
                <a:lnTo>
                  <a:pt x="1263218" y="2328354"/>
                </a:lnTo>
                <a:lnTo>
                  <a:pt x="1263777" y="2326652"/>
                </a:lnTo>
                <a:lnTo>
                  <a:pt x="1277264" y="2326259"/>
                </a:lnTo>
                <a:lnTo>
                  <a:pt x="1278991" y="2320975"/>
                </a:lnTo>
                <a:lnTo>
                  <a:pt x="1292987" y="2319020"/>
                </a:lnTo>
                <a:lnTo>
                  <a:pt x="1295019" y="2312797"/>
                </a:lnTo>
                <a:lnTo>
                  <a:pt x="1325079" y="2302586"/>
                </a:lnTo>
                <a:lnTo>
                  <a:pt x="1373517" y="2276995"/>
                </a:lnTo>
                <a:lnTo>
                  <a:pt x="1391500" y="2262848"/>
                </a:lnTo>
                <a:lnTo>
                  <a:pt x="1422120" y="2250922"/>
                </a:lnTo>
                <a:lnTo>
                  <a:pt x="1440967" y="2234107"/>
                </a:lnTo>
                <a:lnTo>
                  <a:pt x="1460855" y="2214156"/>
                </a:lnTo>
                <a:lnTo>
                  <a:pt x="1512570" y="2055850"/>
                </a:lnTo>
                <a:lnTo>
                  <a:pt x="1506423" y="2033765"/>
                </a:lnTo>
                <a:lnTo>
                  <a:pt x="1515160" y="2007006"/>
                </a:lnTo>
                <a:lnTo>
                  <a:pt x="1528330" y="2007590"/>
                </a:lnTo>
                <a:lnTo>
                  <a:pt x="1517269" y="2000542"/>
                </a:lnTo>
                <a:lnTo>
                  <a:pt x="1507401" y="1989874"/>
                </a:lnTo>
                <a:lnTo>
                  <a:pt x="1520037" y="1951189"/>
                </a:lnTo>
                <a:lnTo>
                  <a:pt x="1514614" y="1926882"/>
                </a:lnTo>
                <a:lnTo>
                  <a:pt x="1509344" y="1902104"/>
                </a:lnTo>
                <a:lnTo>
                  <a:pt x="1516253" y="1880958"/>
                </a:lnTo>
                <a:lnTo>
                  <a:pt x="1511147" y="1855711"/>
                </a:lnTo>
                <a:lnTo>
                  <a:pt x="1517154" y="1837321"/>
                </a:lnTo>
                <a:lnTo>
                  <a:pt x="1525955" y="1851291"/>
                </a:lnTo>
                <a:lnTo>
                  <a:pt x="1526501" y="1849628"/>
                </a:lnTo>
                <a:lnTo>
                  <a:pt x="1539113" y="1851888"/>
                </a:lnTo>
                <a:lnTo>
                  <a:pt x="1533055" y="1759597"/>
                </a:lnTo>
                <a:lnTo>
                  <a:pt x="1533055" y="1829536"/>
                </a:lnTo>
                <a:lnTo>
                  <a:pt x="1532509" y="1831213"/>
                </a:lnTo>
                <a:lnTo>
                  <a:pt x="1519885" y="1828952"/>
                </a:lnTo>
                <a:lnTo>
                  <a:pt x="1524215" y="1815719"/>
                </a:lnTo>
                <a:lnTo>
                  <a:pt x="1523695" y="1796859"/>
                </a:lnTo>
                <a:lnTo>
                  <a:pt x="1525409" y="1812061"/>
                </a:lnTo>
                <a:lnTo>
                  <a:pt x="1533055" y="1829536"/>
                </a:lnTo>
                <a:lnTo>
                  <a:pt x="1533055" y="1759597"/>
                </a:lnTo>
                <a:lnTo>
                  <a:pt x="1532407" y="1749729"/>
                </a:lnTo>
                <a:lnTo>
                  <a:pt x="1542249" y="1719605"/>
                </a:lnTo>
                <a:lnTo>
                  <a:pt x="1530172" y="1715655"/>
                </a:lnTo>
                <a:lnTo>
                  <a:pt x="1527492" y="1723872"/>
                </a:lnTo>
                <a:lnTo>
                  <a:pt x="1527492" y="1764766"/>
                </a:lnTo>
                <a:lnTo>
                  <a:pt x="1523174" y="1778000"/>
                </a:lnTo>
                <a:lnTo>
                  <a:pt x="1516519" y="1757476"/>
                </a:lnTo>
                <a:lnTo>
                  <a:pt x="1517611" y="1754136"/>
                </a:lnTo>
                <a:lnTo>
                  <a:pt x="1527492" y="1764766"/>
                </a:lnTo>
                <a:lnTo>
                  <a:pt x="1527492" y="1723872"/>
                </a:lnTo>
                <a:lnTo>
                  <a:pt x="1526349" y="1727365"/>
                </a:lnTo>
                <a:lnTo>
                  <a:pt x="1509471" y="1697266"/>
                </a:lnTo>
                <a:lnTo>
                  <a:pt x="1505572" y="1668297"/>
                </a:lnTo>
                <a:lnTo>
                  <a:pt x="1516367" y="1635252"/>
                </a:lnTo>
                <a:lnTo>
                  <a:pt x="1526260" y="1645869"/>
                </a:lnTo>
                <a:lnTo>
                  <a:pt x="1534121" y="1621790"/>
                </a:lnTo>
                <a:lnTo>
                  <a:pt x="1529143" y="1596123"/>
                </a:lnTo>
                <a:lnTo>
                  <a:pt x="1522387" y="1578038"/>
                </a:lnTo>
                <a:lnTo>
                  <a:pt x="1522387" y="1616837"/>
                </a:lnTo>
                <a:lnTo>
                  <a:pt x="1509217" y="1616227"/>
                </a:lnTo>
                <a:lnTo>
                  <a:pt x="1516253" y="1594688"/>
                </a:lnTo>
                <a:lnTo>
                  <a:pt x="1522387" y="1616837"/>
                </a:lnTo>
                <a:lnTo>
                  <a:pt x="1522387" y="1578038"/>
                </a:lnTo>
                <a:lnTo>
                  <a:pt x="1522018" y="1577047"/>
                </a:lnTo>
                <a:lnTo>
                  <a:pt x="1513649" y="1570583"/>
                </a:lnTo>
                <a:lnTo>
                  <a:pt x="1513649" y="1578800"/>
                </a:lnTo>
                <a:lnTo>
                  <a:pt x="1508620" y="1577162"/>
                </a:lnTo>
                <a:lnTo>
                  <a:pt x="1508074" y="1578825"/>
                </a:lnTo>
                <a:lnTo>
                  <a:pt x="1497101" y="1571536"/>
                </a:lnTo>
                <a:lnTo>
                  <a:pt x="1497647" y="1569872"/>
                </a:lnTo>
                <a:lnTo>
                  <a:pt x="1509306" y="1575066"/>
                </a:lnTo>
                <a:lnTo>
                  <a:pt x="1513649" y="1578800"/>
                </a:lnTo>
                <a:lnTo>
                  <a:pt x="1513649" y="1570583"/>
                </a:lnTo>
                <a:lnTo>
                  <a:pt x="1511350" y="1568792"/>
                </a:lnTo>
                <a:lnTo>
                  <a:pt x="1502232" y="1555813"/>
                </a:lnTo>
                <a:lnTo>
                  <a:pt x="1511300" y="1528038"/>
                </a:lnTo>
                <a:lnTo>
                  <a:pt x="1500873" y="1519085"/>
                </a:lnTo>
                <a:lnTo>
                  <a:pt x="1501419" y="1517408"/>
                </a:lnTo>
                <a:lnTo>
                  <a:pt x="1491792" y="1505991"/>
                </a:lnTo>
                <a:lnTo>
                  <a:pt x="1496263" y="1492288"/>
                </a:lnTo>
                <a:lnTo>
                  <a:pt x="1486014" y="1482750"/>
                </a:lnTo>
                <a:lnTo>
                  <a:pt x="1500276" y="1480007"/>
                </a:lnTo>
                <a:lnTo>
                  <a:pt x="1505915" y="1462747"/>
                </a:lnTo>
                <a:lnTo>
                  <a:pt x="1517815" y="1467218"/>
                </a:lnTo>
                <a:lnTo>
                  <a:pt x="1507807" y="1456944"/>
                </a:lnTo>
                <a:lnTo>
                  <a:pt x="1497901" y="1446377"/>
                </a:lnTo>
                <a:lnTo>
                  <a:pt x="1500276" y="1439100"/>
                </a:lnTo>
                <a:lnTo>
                  <a:pt x="1490891" y="1426946"/>
                </a:lnTo>
                <a:lnTo>
                  <a:pt x="1493431" y="1419161"/>
                </a:lnTo>
                <a:lnTo>
                  <a:pt x="1510804" y="1406893"/>
                </a:lnTo>
                <a:lnTo>
                  <a:pt x="1516621" y="1389062"/>
                </a:lnTo>
                <a:lnTo>
                  <a:pt x="1506258" y="1379905"/>
                </a:lnTo>
                <a:lnTo>
                  <a:pt x="1509471" y="1370063"/>
                </a:lnTo>
                <a:lnTo>
                  <a:pt x="1498498" y="1362773"/>
                </a:lnTo>
                <a:lnTo>
                  <a:pt x="1487957" y="1354124"/>
                </a:lnTo>
                <a:lnTo>
                  <a:pt x="1503908" y="1305306"/>
                </a:lnTo>
                <a:lnTo>
                  <a:pt x="1514182" y="1314729"/>
                </a:lnTo>
                <a:lnTo>
                  <a:pt x="1528000" y="1272438"/>
                </a:lnTo>
                <a:lnTo>
                  <a:pt x="1522082" y="1249667"/>
                </a:lnTo>
                <a:lnTo>
                  <a:pt x="1528229" y="1230845"/>
                </a:lnTo>
                <a:lnTo>
                  <a:pt x="1522310" y="1208087"/>
                </a:lnTo>
                <a:lnTo>
                  <a:pt x="1514246" y="1232763"/>
                </a:lnTo>
                <a:lnTo>
                  <a:pt x="1502714" y="1227137"/>
                </a:lnTo>
                <a:lnTo>
                  <a:pt x="1506423" y="1215796"/>
                </a:lnTo>
                <a:lnTo>
                  <a:pt x="1496517" y="1205217"/>
                </a:lnTo>
                <a:lnTo>
                  <a:pt x="1525511" y="1116469"/>
                </a:lnTo>
                <a:lnTo>
                  <a:pt x="1517434" y="1141222"/>
                </a:lnTo>
                <a:lnTo>
                  <a:pt x="1527314" y="1151851"/>
                </a:lnTo>
                <a:lnTo>
                  <a:pt x="1531543" y="1138923"/>
                </a:lnTo>
                <a:lnTo>
                  <a:pt x="1526374" y="1113840"/>
                </a:lnTo>
                <a:lnTo>
                  <a:pt x="1541894" y="1066330"/>
                </a:lnTo>
                <a:lnTo>
                  <a:pt x="1531937" y="1055928"/>
                </a:lnTo>
                <a:lnTo>
                  <a:pt x="1545805" y="1013472"/>
                </a:lnTo>
                <a:lnTo>
                  <a:pt x="1532089" y="1014552"/>
                </a:lnTo>
                <a:lnTo>
                  <a:pt x="1531543" y="1016228"/>
                </a:lnTo>
                <a:lnTo>
                  <a:pt x="1518373" y="1015631"/>
                </a:lnTo>
                <a:lnTo>
                  <a:pt x="1526679" y="990219"/>
                </a:lnTo>
                <a:lnTo>
                  <a:pt x="1756664" y="286207"/>
                </a:lnTo>
                <a:close/>
              </a:path>
              <a:path w="2118994" h="2446654">
                <a:moveTo>
                  <a:pt x="1838693" y="518528"/>
                </a:moveTo>
                <a:lnTo>
                  <a:pt x="1837575" y="516305"/>
                </a:lnTo>
                <a:lnTo>
                  <a:pt x="1835899" y="515759"/>
                </a:lnTo>
                <a:lnTo>
                  <a:pt x="1837029" y="517982"/>
                </a:lnTo>
                <a:lnTo>
                  <a:pt x="1838693" y="518528"/>
                </a:lnTo>
                <a:close/>
              </a:path>
              <a:path w="2118994" h="2446654">
                <a:moveTo>
                  <a:pt x="2118753" y="1222692"/>
                </a:moveTo>
                <a:lnTo>
                  <a:pt x="2118182" y="406501"/>
                </a:lnTo>
                <a:lnTo>
                  <a:pt x="2118017" y="161632"/>
                </a:lnTo>
                <a:lnTo>
                  <a:pt x="2105901" y="198716"/>
                </a:lnTo>
                <a:lnTo>
                  <a:pt x="2105736" y="240118"/>
                </a:lnTo>
                <a:lnTo>
                  <a:pt x="2093442" y="277736"/>
                </a:lnTo>
                <a:lnTo>
                  <a:pt x="2089505" y="330682"/>
                </a:lnTo>
                <a:lnTo>
                  <a:pt x="2073579" y="379450"/>
                </a:lnTo>
                <a:lnTo>
                  <a:pt x="2069744" y="432092"/>
                </a:lnTo>
                <a:lnTo>
                  <a:pt x="2053805" y="480860"/>
                </a:lnTo>
                <a:lnTo>
                  <a:pt x="2049868" y="533819"/>
                </a:lnTo>
                <a:lnTo>
                  <a:pt x="2028215" y="600113"/>
                </a:lnTo>
                <a:lnTo>
                  <a:pt x="2018220" y="671601"/>
                </a:lnTo>
                <a:lnTo>
                  <a:pt x="1989302" y="801014"/>
                </a:lnTo>
                <a:lnTo>
                  <a:pt x="1988210" y="804367"/>
                </a:lnTo>
                <a:lnTo>
                  <a:pt x="1979739" y="789393"/>
                </a:lnTo>
                <a:lnTo>
                  <a:pt x="1971167" y="774725"/>
                </a:lnTo>
                <a:lnTo>
                  <a:pt x="1950529" y="756119"/>
                </a:lnTo>
                <a:lnTo>
                  <a:pt x="1942058" y="741146"/>
                </a:lnTo>
                <a:lnTo>
                  <a:pt x="1937753" y="754316"/>
                </a:lnTo>
                <a:lnTo>
                  <a:pt x="1948103" y="763524"/>
                </a:lnTo>
                <a:lnTo>
                  <a:pt x="1945932" y="770191"/>
                </a:lnTo>
                <a:lnTo>
                  <a:pt x="1934997" y="762762"/>
                </a:lnTo>
                <a:lnTo>
                  <a:pt x="1935975" y="759764"/>
                </a:lnTo>
                <a:lnTo>
                  <a:pt x="1924786" y="753122"/>
                </a:lnTo>
                <a:lnTo>
                  <a:pt x="1913534" y="746645"/>
                </a:lnTo>
                <a:lnTo>
                  <a:pt x="1926767" y="747026"/>
                </a:lnTo>
                <a:lnTo>
                  <a:pt x="1929307" y="739292"/>
                </a:lnTo>
                <a:lnTo>
                  <a:pt x="1943150" y="737806"/>
                </a:lnTo>
                <a:lnTo>
                  <a:pt x="1935086" y="721575"/>
                </a:lnTo>
                <a:lnTo>
                  <a:pt x="1926932" y="705650"/>
                </a:lnTo>
                <a:lnTo>
                  <a:pt x="1918766" y="689737"/>
                </a:lnTo>
                <a:lnTo>
                  <a:pt x="1908708" y="679653"/>
                </a:lnTo>
                <a:lnTo>
                  <a:pt x="1898637" y="669569"/>
                </a:lnTo>
                <a:lnTo>
                  <a:pt x="1894713" y="681558"/>
                </a:lnTo>
                <a:lnTo>
                  <a:pt x="1904898" y="691286"/>
                </a:lnTo>
                <a:lnTo>
                  <a:pt x="1900859" y="703643"/>
                </a:lnTo>
                <a:lnTo>
                  <a:pt x="1890369" y="694867"/>
                </a:lnTo>
                <a:lnTo>
                  <a:pt x="1893176" y="686295"/>
                </a:lnTo>
                <a:lnTo>
                  <a:pt x="1882686" y="677494"/>
                </a:lnTo>
                <a:lnTo>
                  <a:pt x="1889848" y="655586"/>
                </a:lnTo>
                <a:lnTo>
                  <a:pt x="1883244" y="634911"/>
                </a:lnTo>
                <a:lnTo>
                  <a:pt x="1882838" y="636143"/>
                </a:lnTo>
                <a:lnTo>
                  <a:pt x="1871649" y="629500"/>
                </a:lnTo>
                <a:lnTo>
                  <a:pt x="1876628" y="614235"/>
                </a:lnTo>
                <a:lnTo>
                  <a:pt x="1866201" y="605269"/>
                </a:lnTo>
                <a:lnTo>
                  <a:pt x="1868932" y="596912"/>
                </a:lnTo>
                <a:lnTo>
                  <a:pt x="1859051" y="586270"/>
                </a:lnTo>
                <a:lnTo>
                  <a:pt x="1857413" y="591286"/>
                </a:lnTo>
                <a:lnTo>
                  <a:pt x="1845424" y="587082"/>
                </a:lnTo>
                <a:lnTo>
                  <a:pt x="1833727" y="581990"/>
                </a:lnTo>
                <a:lnTo>
                  <a:pt x="1821738" y="577786"/>
                </a:lnTo>
                <a:lnTo>
                  <a:pt x="1824469" y="569429"/>
                </a:lnTo>
                <a:lnTo>
                  <a:pt x="1848612" y="577316"/>
                </a:lnTo>
                <a:lnTo>
                  <a:pt x="1851342" y="568947"/>
                </a:lnTo>
                <a:lnTo>
                  <a:pt x="1837042" y="530948"/>
                </a:lnTo>
                <a:lnTo>
                  <a:pt x="1829892" y="511949"/>
                </a:lnTo>
                <a:lnTo>
                  <a:pt x="1826602" y="521982"/>
                </a:lnTo>
                <a:lnTo>
                  <a:pt x="1817814" y="508000"/>
                </a:lnTo>
                <a:lnTo>
                  <a:pt x="1822183" y="494614"/>
                </a:lnTo>
                <a:lnTo>
                  <a:pt x="1815960" y="472795"/>
                </a:lnTo>
                <a:lnTo>
                  <a:pt x="1820773" y="458050"/>
                </a:lnTo>
                <a:lnTo>
                  <a:pt x="1813102" y="440613"/>
                </a:lnTo>
                <a:lnTo>
                  <a:pt x="1805647" y="422554"/>
                </a:lnTo>
                <a:lnTo>
                  <a:pt x="1797316" y="407162"/>
                </a:lnTo>
                <a:lnTo>
                  <a:pt x="1788464" y="393344"/>
                </a:lnTo>
                <a:lnTo>
                  <a:pt x="1779422" y="380136"/>
                </a:lnTo>
                <a:lnTo>
                  <a:pt x="1770468" y="366636"/>
                </a:lnTo>
                <a:lnTo>
                  <a:pt x="1776831" y="347154"/>
                </a:lnTo>
                <a:lnTo>
                  <a:pt x="1767344" y="335292"/>
                </a:lnTo>
                <a:lnTo>
                  <a:pt x="1772069" y="320865"/>
                </a:lnTo>
                <a:lnTo>
                  <a:pt x="1760537" y="315252"/>
                </a:lnTo>
                <a:lnTo>
                  <a:pt x="1759445" y="318592"/>
                </a:lnTo>
                <a:lnTo>
                  <a:pt x="1747380" y="314642"/>
                </a:lnTo>
                <a:lnTo>
                  <a:pt x="1526679" y="990219"/>
                </a:lnTo>
                <a:lnTo>
                  <a:pt x="1539735" y="991133"/>
                </a:lnTo>
                <a:lnTo>
                  <a:pt x="1556677" y="939279"/>
                </a:lnTo>
                <a:lnTo>
                  <a:pt x="1565986" y="951687"/>
                </a:lnTo>
                <a:lnTo>
                  <a:pt x="1575485" y="963472"/>
                </a:lnTo>
                <a:lnTo>
                  <a:pt x="1573136" y="970686"/>
                </a:lnTo>
                <a:lnTo>
                  <a:pt x="1583055" y="981214"/>
                </a:lnTo>
                <a:lnTo>
                  <a:pt x="1603108" y="1001623"/>
                </a:lnTo>
                <a:lnTo>
                  <a:pt x="1611147" y="1017930"/>
                </a:lnTo>
                <a:lnTo>
                  <a:pt x="1619288" y="1033919"/>
                </a:lnTo>
                <a:lnTo>
                  <a:pt x="1639646" y="1053388"/>
                </a:lnTo>
                <a:lnTo>
                  <a:pt x="1659204" y="1075321"/>
                </a:lnTo>
                <a:lnTo>
                  <a:pt x="1678711" y="1097394"/>
                </a:lnTo>
                <a:lnTo>
                  <a:pt x="1698320" y="1119162"/>
                </a:lnTo>
                <a:lnTo>
                  <a:pt x="1718183" y="1140155"/>
                </a:lnTo>
                <a:lnTo>
                  <a:pt x="1738922" y="1158468"/>
                </a:lnTo>
                <a:lnTo>
                  <a:pt x="1760118" y="1175372"/>
                </a:lnTo>
                <a:lnTo>
                  <a:pt x="1769554" y="1187399"/>
                </a:lnTo>
                <a:lnTo>
                  <a:pt x="1802333" y="1209763"/>
                </a:lnTo>
                <a:lnTo>
                  <a:pt x="1837321" y="1225359"/>
                </a:lnTo>
                <a:lnTo>
                  <a:pt x="1885607" y="1241132"/>
                </a:lnTo>
                <a:lnTo>
                  <a:pt x="1898218" y="1243406"/>
                </a:lnTo>
                <a:lnTo>
                  <a:pt x="1922437" y="1251077"/>
                </a:lnTo>
                <a:lnTo>
                  <a:pt x="1934984" y="1253566"/>
                </a:lnTo>
                <a:lnTo>
                  <a:pt x="1960422" y="1257477"/>
                </a:lnTo>
                <a:lnTo>
                  <a:pt x="1975027" y="1253680"/>
                </a:lnTo>
                <a:lnTo>
                  <a:pt x="1989886" y="1249108"/>
                </a:lnTo>
                <a:lnTo>
                  <a:pt x="2031466" y="1244523"/>
                </a:lnTo>
                <a:lnTo>
                  <a:pt x="2046325" y="1239939"/>
                </a:lnTo>
                <a:lnTo>
                  <a:pt x="2076284" y="1229995"/>
                </a:lnTo>
                <a:lnTo>
                  <a:pt x="2118753" y="1222692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50662" y="3533025"/>
            <a:ext cx="10905490" cy="209550"/>
          </a:xfrm>
          <a:custGeom>
            <a:avLst/>
            <a:gdLst/>
            <a:ahLst/>
            <a:cxnLst/>
            <a:rect l="l" t="t" r="r" b="b"/>
            <a:pathLst>
              <a:path w="10905490" h="209550">
                <a:moveTo>
                  <a:pt x="10905495" y="209550"/>
                </a:moveTo>
                <a:lnTo>
                  <a:pt x="0" y="209550"/>
                </a:lnTo>
                <a:lnTo>
                  <a:pt x="0" y="0"/>
                </a:lnTo>
                <a:lnTo>
                  <a:pt x="10905495" y="0"/>
                </a:lnTo>
                <a:lnTo>
                  <a:pt x="10905495" y="2095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237969" y="3150438"/>
            <a:ext cx="2543175" cy="209550"/>
          </a:xfrm>
          <a:custGeom>
            <a:avLst/>
            <a:gdLst/>
            <a:ahLst/>
            <a:cxnLst/>
            <a:rect l="l" t="t" r="r" b="b"/>
            <a:pathLst>
              <a:path w="2543175" h="209550">
                <a:moveTo>
                  <a:pt x="2543007" y="209550"/>
                </a:moveTo>
                <a:lnTo>
                  <a:pt x="0" y="209550"/>
                </a:lnTo>
                <a:lnTo>
                  <a:pt x="0" y="0"/>
                </a:lnTo>
                <a:lnTo>
                  <a:pt x="2543007" y="0"/>
                </a:lnTo>
                <a:lnTo>
                  <a:pt x="2543007" y="2095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54" y="2103"/>
            <a:ext cx="18275935" cy="10284460"/>
            <a:chOff x="6954" y="2103"/>
            <a:chExt cx="18275935" cy="10284460"/>
          </a:xfrm>
        </p:grpSpPr>
        <p:sp>
          <p:nvSpPr>
            <p:cNvPr id="3" name="object 3"/>
            <p:cNvSpPr/>
            <p:nvPr/>
          </p:nvSpPr>
          <p:spPr>
            <a:xfrm>
              <a:off x="1956574" y="935699"/>
              <a:ext cx="14373225" cy="77502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167380" y="2600172"/>
              <a:ext cx="11705590" cy="5617210"/>
            </a:xfrm>
            <a:custGeom>
              <a:avLst/>
              <a:gdLst/>
              <a:ahLst/>
              <a:cxnLst/>
              <a:rect l="l" t="t" r="r" b="b"/>
              <a:pathLst>
                <a:path w="11705590" h="5617209">
                  <a:moveTo>
                    <a:pt x="2619019" y="0"/>
                  </a:moveTo>
                  <a:lnTo>
                    <a:pt x="190169" y="0"/>
                  </a:lnTo>
                  <a:lnTo>
                    <a:pt x="190169" y="209550"/>
                  </a:lnTo>
                  <a:lnTo>
                    <a:pt x="2619019" y="209550"/>
                  </a:lnTo>
                  <a:lnTo>
                    <a:pt x="2619019" y="0"/>
                  </a:lnTo>
                  <a:close/>
                </a:path>
                <a:path w="11705590" h="5617209">
                  <a:moveTo>
                    <a:pt x="5804484" y="5407228"/>
                  </a:moveTo>
                  <a:lnTo>
                    <a:pt x="1327988" y="5407228"/>
                  </a:lnTo>
                  <a:lnTo>
                    <a:pt x="1327988" y="5616778"/>
                  </a:lnTo>
                  <a:lnTo>
                    <a:pt x="5804484" y="5616778"/>
                  </a:lnTo>
                  <a:lnTo>
                    <a:pt x="5804484" y="5407228"/>
                  </a:lnTo>
                  <a:close/>
                </a:path>
                <a:path w="11705590" h="5617209">
                  <a:moveTo>
                    <a:pt x="5904776" y="2985922"/>
                  </a:moveTo>
                  <a:lnTo>
                    <a:pt x="1428280" y="2985922"/>
                  </a:lnTo>
                  <a:lnTo>
                    <a:pt x="1428280" y="3195472"/>
                  </a:lnTo>
                  <a:lnTo>
                    <a:pt x="5904776" y="3195472"/>
                  </a:lnTo>
                  <a:lnTo>
                    <a:pt x="5904776" y="2985922"/>
                  </a:lnTo>
                  <a:close/>
                </a:path>
                <a:path w="11705590" h="5617209">
                  <a:moveTo>
                    <a:pt x="6162662" y="3913492"/>
                  </a:moveTo>
                  <a:lnTo>
                    <a:pt x="1686166" y="3913492"/>
                  </a:lnTo>
                  <a:lnTo>
                    <a:pt x="1686166" y="4123042"/>
                  </a:lnTo>
                  <a:lnTo>
                    <a:pt x="6162662" y="4123042"/>
                  </a:lnTo>
                  <a:lnTo>
                    <a:pt x="6162662" y="3913492"/>
                  </a:lnTo>
                  <a:close/>
                </a:path>
                <a:path w="11705590" h="5617209">
                  <a:moveTo>
                    <a:pt x="6205652" y="3487382"/>
                  </a:moveTo>
                  <a:lnTo>
                    <a:pt x="1729155" y="3487382"/>
                  </a:lnTo>
                  <a:lnTo>
                    <a:pt x="1729155" y="3696932"/>
                  </a:lnTo>
                  <a:lnTo>
                    <a:pt x="6205652" y="3696932"/>
                  </a:lnTo>
                  <a:lnTo>
                    <a:pt x="6205652" y="3487382"/>
                  </a:lnTo>
                  <a:close/>
                </a:path>
                <a:path w="11705590" h="5617209">
                  <a:moveTo>
                    <a:pt x="6316027" y="4772584"/>
                  </a:moveTo>
                  <a:lnTo>
                    <a:pt x="1839531" y="4772584"/>
                  </a:lnTo>
                  <a:lnTo>
                    <a:pt x="1839531" y="4982134"/>
                  </a:lnTo>
                  <a:lnTo>
                    <a:pt x="6316027" y="4982134"/>
                  </a:lnTo>
                  <a:lnTo>
                    <a:pt x="6316027" y="4772584"/>
                  </a:lnTo>
                  <a:close/>
                </a:path>
                <a:path w="11705590" h="5617209">
                  <a:moveTo>
                    <a:pt x="6396152" y="826731"/>
                  </a:moveTo>
                  <a:lnTo>
                    <a:pt x="1919655" y="826731"/>
                  </a:lnTo>
                  <a:lnTo>
                    <a:pt x="1919655" y="1036281"/>
                  </a:lnTo>
                  <a:lnTo>
                    <a:pt x="6396152" y="1036281"/>
                  </a:lnTo>
                  <a:lnTo>
                    <a:pt x="6396152" y="826731"/>
                  </a:lnTo>
                  <a:close/>
                </a:path>
                <a:path w="11705590" h="5617209">
                  <a:moveTo>
                    <a:pt x="6586652" y="558774"/>
                  </a:moveTo>
                  <a:lnTo>
                    <a:pt x="2110155" y="558774"/>
                  </a:lnTo>
                  <a:lnTo>
                    <a:pt x="2110155" y="768324"/>
                  </a:lnTo>
                  <a:lnTo>
                    <a:pt x="6586652" y="768324"/>
                  </a:lnTo>
                  <a:lnTo>
                    <a:pt x="6586652" y="558774"/>
                  </a:lnTo>
                  <a:close/>
                </a:path>
                <a:path w="11705590" h="5617209">
                  <a:moveTo>
                    <a:pt x="11705527" y="1428496"/>
                  </a:moveTo>
                  <a:lnTo>
                    <a:pt x="0" y="1428496"/>
                  </a:lnTo>
                  <a:lnTo>
                    <a:pt x="0" y="1638046"/>
                  </a:lnTo>
                  <a:lnTo>
                    <a:pt x="11705527" y="1638046"/>
                  </a:lnTo>
                  <a:lnTo>
                    <a:pt x="11705527" y="14284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946" y="2107"/>
              <a:ext cx="18275935" cy="10284460"/>
            </a:xfrm>
            <a:custGeom>
              <a:avLst/>
              <a:gdLst/>
              <a:ahLst/>
              <a:cxnLst/>
              <a:rect l="l" t="t" r="r" b="b"/>
              <a:pathLst>
                <a:path w="18275935" h="10284460">
                  <a:moveTo>
                    <a:pt x="293878" y="1768449"/>
                  </a:moveTo>
                  <a:lnTo>
                    <a:pt x="293484" y="1766189"/>
                  </a:lnTo>
                  <a:lnTo>
                    <a:pt x="292150" y="1765249"/>
                  </a:lnTo>
                  <a:lnTo>
                    <a:pt x="292544" y="1767522"/>
                  </a:lnTo>
                  <a:lnTo>
                    <a:pt x="293878" y="1768449"/>
                  </a:lnTo>
                  <a:close/>
                </a:path>
                <a:path w="18275935" h="10284460">
                  <a:moveTo>
                    <a:pt x="806488" y="1087335"/>
                  </a:moveTo>
                  <a:lnTo>
                    <a:pt x="795261" y="1093419"/>
                  </a:lnTo>
                  <a:lnTo>
                    <a:pt x="790651" y="1102842"/>
                  </a:lnTo>
                  <a:lnTo>
                    <a:pt x="788225" y="1113409"/>
                  </a:lnTo>
                  <a:lnTo>
                    <a:pt x="783539" y="1122959"/>
                  </a:lnTo>
                  <a:lnTo>
                    <a:pt x="785545" y="1124369"/>
                  </a:lnTo>
                  <a:lnTo>
                    <a:pt x="786206" y="1124826"/>
                  </a:lnTo>
                  <a:lnTo>
                    <a:pt x="788466" y="1124432"/>
                  </a:lnTo>
                  <a:lnTo>
                    <a:pt x="791146" y="1126299"/>
                  </a:lnTo>
                  <a:lnTo>
                    <a:pt x="806488" y="1087335"/>
                  </a:lnTo>
                  <a:close/>
                </a:path>
                <a:path w="18275935" h="10284460">
                  <a:moveTo>
                    <a:pt x="821131" y="1044397"/>
                  </a:moveTo>
                  <a:lnTo>
                    <a:pt x="819429" y="1038479"/>
                  </a:lnTo>
                  <a:lnTo>
                    <a:pt x="811822" y="1031417"/>
                  </a:lnTo>
                  <a:lnTo>
                    <a:pt x="805383" y="1057389"/>
                  </a:lnTo>
                  <a:lnTo>
                    <a:pt x="803821" y="1065580"/>
                  </a:lnTo>
                  <a:lnTo>
                    <a:pt x="816178" y="1052360"/>
                  </a:lnTo>
                  <a:lnTo>
                    <a:pt x="821131" y="1044397"/>
                  </a:lnTo>
                  <a:close/>
                </a:path>
                <a:path w="18275935" h="10284460">
                  <a:moveTo>
                    <a:pt x="852398" y="976299"/>
                  </a:moveTo>
                  <a:lnTo>
                    <a:pt x="851065" y="975360"/>
                  </a:lnTo>
                  <a:lnTo>
                    <a:pt x="850658" y="973099"/>
                  </a:lnTo>
                  <a:lnTo>
                    <a:pt x="849325" y="972159"/>
                  </a:lnTo>
                  <a:lnTo>
                    <a:pt x="846124" y="973899"/>
                  </a:lnTo>
                  <a:lnTo>
                    <a:pt x="843851" y="974293"/>
                  </a:lnTo>
                  <a:lnTo>
                    <a:pt x="840651" y="976033"/>
                  </a:lnTo>
                  <a:lnTo>
                    <a:pt x="844257" y="976566"/>
                  </a:lnTo>
                  <a:lnTo>
                    <a:pt x="848791" y="975766"/>
                  </a:lnTo>
                  <a:lnTo>
                    <a:pt x="852398" y="976299"/>
                  </a:lnTo>
                  <a:close/>
                </a:path>
                <a:path w="18275935" h="10284460">
                  <a:moveTo>
                    <a:pt x="878827" y="809434"/>
                  </a:moveTo>
                  <a:lnTo>
                    <a:pt x="876820" y="796531"/>
                  </a:lnTo>
                  <a:lnTo>
                    <a:pt x="873213" y="795997"/>
                  </a:lnTo>
                  <a:lnTo>
                    <a:pt x="871880" y="795070"/>
                  </a:lnTo>
                  <a:lnTo>
                    <a:pt x="869607" y="795464"/>
                  </a:lnTo>
                  <a:lnTo>
                    <a:pt x="867930" y="808024"/>
                  </a:lnTo>
                  <a:lnTo>
                    <a:pt x="865708" y="820572"/>
                  </a:lnTo>
                  <a:lnTo>
                    <a:pt x="860806" y="844981"/>
                  </a:lnTo>
                  <a:lnTo>
                    <a:pt x="862139" y="845908"/>
                  </a:lnTo>
                  <a:lnTo>
                    <a:pt x="865746" y="846442"/>
                  </a:lnTo>
                  <a:lnTo>
                    <a:pt x="868006" y="846048"/>
                  </a:lnTo>
                  <a:lnTo>
                    <a:pt x="869315" y="833221"/>
                  </a:lnTo>
                  <a:lnTo>
                    <a:pt x="874623" y="821347"/>
                  </a:lnTo>
                  <a:lnTo>
                    <a:pt x="878827" y="809434"/>
                  </a:lnTo>
                  <a:close/>
                </a:path>
                <a:path w="18275935" h="10284460">
                  <a:moveTo>
                    <a:pt x="913053" y="698614"/>
                  </a:moveTo>
                  <a:lnTo>
                    <a:pt x="912037" y="700074"/>
                  </a:lnTo>
                  <a:lnTo>
                    <a:pt x="911796" y="701611"/>
                  </a:lnTo>
                  <a:lnTo>
                    <a:pt x="913053" y="698614"/>
                  </a:lnTo>
                  <a:close/>
                </a:path>
                <a:path w="18275935" h="10284460">
                  <a:moveTo>
                    <a:pt x="1396098" y="895591"/>
                  </a:moveTo>
                  <a:lnTo>
                    <a:pt x="1370342" y="895451"/>
                  </a:lnTo>
                  <a:lnTo>
                    <a:pt x="1377022" y="920013"/>
                  </a:lnTo>
                  <a:lnTo>
                    <a:pt x="1378889" y="917346"/>
                  </a:lnTo>
                  <a:lnTo>
                    <a:pt x="1384363" y="915212"/>
                  </a:lnTo>
                  <a:lnTo>
                    <a:pt x="1388491" y="912139"/>
                  </a:lnTo>
                  <a:lnTo>
                    <a:pt x="1390904" y="905865"/>
                  </a:lnTo>
                  <a:lnTo>
                    <a:pt x="1393698" y="901865"/>
                  </a:lnTo>
                  <a:lnTo>
                    <a:pt x="1396098" y="895591"/>
                  </a:lnTo>
                  <a:close/>
                </a:path>
                <a:path w="18275935" h="10284460">
                  <a:moveTo>
                    <a:pt x="1958086" y="70078"/>
                  </a:moveTo>
                  <a:lnTo>
                    <a:pt x="1956968" y="61518"/>
                  </a:lnTo>
                  <a:lnTo>
                    <a:pt x="1955685" y="36576"/>
                  </a:lnTo>
                  <a:lnTo>
                    <a:pt x="1952485" y="38315"/>
                  </a:lnTo>
                  <a:lnTo>
                    <a:pt x="1947545" y="36842"/>
                  </a:lnTo>
                  <a:lnTo>
                    <a:pt x="1946617" y="38176"/>
                  </a:lnTo>
                  <a:lnTo>
                    <a:pt x="1943074" y="47815"/>
                  </a:lnTo>
                  <a:lnTo>
                    <a:pt x="1943874" y="61620"/>
                  </a:lnTo>
                  <a:lnTo>
                    <a:pt x="1948484" y="75844"/>
                  </a:lnTo>
                  <a:lnTo>
                    <a:pt x="1956358" y="86753"/>
                  </a:lnTo>
                  <a:lnTo>
                    <a:pt x="1957959" y="75946"/>
                  </a:lnTo>
                  <a:lnTo>
                    <a:pt x="1958086" y="70078"/>
                  </a:lnTo>
                  <a:close/>
                </a:path>
                <a:path w="18275935" h="10284460">
                  <a:moveTo>
                    <a:pt x="2258149" y="260896"/>
                  </a:moveTo>
                  <a:lnTo>
                    <a:pt x="2247849" y="209181"/>
                  </a:lnTo>
                  <a:lnTo>
                    <a:pt x="2247646" y="165188"/>
                  </a:lnTo>
                  <a:lnTo>
                    <a:pt x="2247074" y="121716"/>
                  </a:lnTo>
                  <a:lnTo>
                    <a:pt x="2235695" y="71526"/>
                  </a:lnTo>
                  <a:lnTo>
                    <a:pt x="2231618" y="33070"/>
                  </a:lnTo>
                  <a:lnTo>
                    <a:pt x="2223046" y="1016"/>
                  </a:lnTo>
                  <a:lnTo>
                    <a:pt x="1944712" y="0"/>
                  </a:lnTo>
                  <a:lnTo>
                    <a:pt x="1942947" y="2514"/>
                  </a:lnTo>
                  <a:lnTo>
                    <a:pt x="1950885" y="13322"/>
                  </a:lnTo>
                  <a:lnTo>
                    <a:pt x="1966087" y="35902"/>
                  </a:lnTo>
                  <a:lnTo>
                    <a:pt x="1962442" y="41109"/>
                  </a:lnTo>
                  <a:lnTo>
                    <a:pt x="1969020" y="53860"/>
                  </a:lnTo>
                  <a:lnTo>
                    <a:pt x="1961540" y="64541"/>
                  </a:lnTo>
                  <a:lnTo>
                    <a:pt x="1971014" y="73152"/>
                  </a:lnTo>
                  <a:lnTo>
                    <a:pt x="1968207" y="77152"/>
                  </a:lnTo>
                  <a:lnTo>
                    <a:pt x="1974799" y="89877"/>
                  </a:lnTo>
                  <a:lnTo>
                    <a:pt x="1971255" y="94945"/>
                  </a:lnTo>
                  <a:lnTo>
                    <a:pt x="1979688" y="105054"/>
                  </a:lnTo>
                  <a:lnTo>
                    <a:pt x="1991017" y="111023"/>
                  </a:lnTo>
                  <a:lnTo>
                    <a:pt x="1996744" y="124968"/>
                  </a:lnTo>
                  <a:lnTo>
                    <a:pt x="1991144" y="132981"/>
                  </a:lnTo>
                  <a:lnTo>
                    <a:pt x="1976996" y="131038"/>
                  </a:lnTo>
                  <a:lnTo>
                    <a:pt x="1974202" y="135039"/>
                  </a:lnTo>
                  <a:lnTo>
                    <a:pt x="1983651" y="143662"/>
                  </a:lnTo>
                  <a:lnTo>
                    <a:pt x="1981796" y="146329"/>
                  </a:lnTo>
                  <a:lnTo>
                    <a:pt x="1989404" y="157607"/>
                  </a:lnTo>
                  <a:lnTo>
                    <a:pt x="1977364" y="153085"/>
                  </a:lnTo>
                  <a:lnTo>
                    <a:pt x="1977364" y="263398"/>
                  </a:lnTo>
                  <a:lnTo>
                    <a:pt x="1968423" y="276161"/>
                  </a:lnTo>
                  <a:lnTo>
                    <a:pt x="1962099" y="263055"/>
                  </a:lnTo>
                  <a:lnTo>
                    <a:pt x="1959838" y="244132"/>
                  </a:lnTo>
                  <a:lnTo>
                    <a:pt x="1964436" y="237566"/>
                  </a:lnTo>
                  <a:lnTo>
                    <a:pt x="1974075" y="245935"/>
                  </a:lnTo>
                  <a:lnTo>
                    <a:pt x="1971573" y="249516"/>
                  </a:lnTo>
                  <a:lnTo>
                    <a:pt x="1977364" y="263398"/>
                  </a:lnTo>
                  <a:lnTo>
                    <a:pt x="1977364" y="153085"/>
                  </a:lnTo>
                  <a:lnTo>
                    <a:pt x="1964855" y="148386"/>
                  </a:lnTo>
                  <a:lnTo>
                    <a:pt x="1969401" y="141897"/>
                  </a:lnTo>
                  <a:lnTo>
                    <a:pt x="1964143" y="127254"/>
                  </a:lnTo>
                  <a:lnTo>
                    <a:pt x="1975942" y="110401"/>
                  </a:lnTo>
                  <a:lnTo>
                    <a:pt x="1965540" y="103124"/>
                  </a:lnTo>
                  <a:lnTo>
                    <a:pt x="1966468" y="101790"/>
                  </a:lnTo>
                  <a:lnTo>
                    <a:pt x="1957933" y="91833"/>
                  </a:lnTo>
                  <a:lnTo>
                    <a:pt x="1958009" y="113868"/>
                  </a:lnTo>
                  <a:lnTo>
                    <a:pt x="1948129" y="127977"/>
                  </a:lnTo>
                  <a:lnTo>
                    <a:pt x="1949183" y="148628"/>
                  </a:lnTo>
                  <a:lnTo>
                    <a:pt x="1950847" y="168402"/>
                  </a:lnTo>
                  <a:lnTo>
                    <a:pt x="1949577" y="214490"/>
                  </a:lnTo>
                  <a:lnTo>
                    <a:pt x="1959216" y="245008"/>
                  </a:lnTo>
                  <a:lnTo>
                    <a:pt x="1958022" y="268871"/>
                  </a:lnTo>
                  <a:lnTo>
                    <a:pt x="1957781" y="291350"/>
                  </a:lnTo>
                  <a:lnTo>
                    <a:pt x="1947062" y="306679"/>
                  </a:lnTo>
                  <a:lnTo>
                    <a:pt x="1946910" y="329044"/>
                  </a:lnTo>
                  <a:lnTo>
                    <a:pt x="1947392" y="372630"/>
                  </a:lnTo>
                  <a:lnTo>
                    <a:pt x="1948040" y="393865"/>
                  </a:lnTo>
                  <a:lnTo>
                    <a:pt x="1949577" y="435952"/>
                  </a:lnTo>
                  <a:lnTo>
                    <a:pt x="1946770" y="439966"/>
                  </a:lnTo>
                  <a:lnTo>
                    <a:pt x="1950173" y="457250"/>
                  </a:lnTo>
                  <a:lnTo>
                    <a:pt x="1946554" y="484555"/>
                  </a:lnTo>
                  <a:lnTo>
                    <a:pt x="1946097" y="485216"/>
                  </a:lnTo>
                  <a:lnTo>
                    <a:pt x="1963966" y="481825"/>
                  </a:lnTo>
                  <a:lnTo>
                    <a:pt x="1967712" y="476491"/>
                  </a:lnTo>
                  <a:lnTo>
                    <a:pt x="1974291" y="489229"/>
                  </a:lnTo>
                  <a:lnTo>
                    <a:pt x="1965236" y="502158"/>
                  </a:lnTo>
                  <a:lnTo>
                    <a:pt x="1949958" y="501853"/>
                  </a:lnTo>
                  <a:lnTo>
                    <a:pt x="1951824" y="499173"/>
                  </a:lnTo>
                  <a:lnTo>
                    <a:pt x="1943290" y="489229"/>
                  </a:lnTo>
                  <a:lnTo>
                    <a:pt x="1933409" y="503339"/>
                  </a:lnTo>
                  <a:lnTo>
                    <a:pt x="1937931" y="519023"/>
                  </a:lnTo>
                  <a:lnTo>
                    <a:pt x="1932228" y="527177"/>
                  </a:lnTo>
                  <a:lnTo>
                    <a:pt x="1937004" y="542493"/>
                  </a:lnTo>
                  <a:lnTo>
                    <a:pt x="1931301" y="572795"/>
                  </a:lnTo>
                  <a:lnTo>
                    <a:pt x="1930273" y="640676"/>
                  </a:lnTo>
                  <a:lnTo>
                    <a:pt x="1924570" y="670991"/>
                  </a:lnTo>
                  <a:lnTo>
                    <a:pt x="1915833" y="727760"/>
                  </a:lnTo>
                  <a:lnTo>
                    <a:pt x="1921649" y="763739"/>
                  </a:lnTo>
                  <a:lnTo>
                    <a:pt x="1916798" y="792810"/>
                  </a:lnTo>
                  <a:lnTo>
                    <a:pt x="1899564" y="906018"/>
                  </a:lnTo>
                  <a:lnTo>
                    <a:pt x="1880450" y="1021892"/>
                  </a:lnTo>
                  <a:lnTo>
                    <a:pt x="1878368" y="1069149"/>
                  </a:lnTo>
                  <a:lnTo>
                    <a:pt x="1865884" y="1109129"/>
                  </a:lnTo>
                  <a:lnTo>
                    <a:pt x="1855063" y="1191031"/>
                  </a:lnTo>
                  <a:lnTo>
                    <a:pt x="1845957" y="1204048"/>
                  </a:lnTo>
                  <a:lnTo>
                    <a:pt x="1848548" y="1244638"/>
                  </a:lnTo>
                  <a:lnTo>
                    <a:pt x="1839442" y="1257642"/>
                  </a:lnTo>
                  <a:lnTo>
                    <a:pt x="1838134" y="1215224"/>
                  </a:lnTo>
                  <a:lnTo>
                    <a:pt x="1837258" y="1194320"/>
                  </a:lnTo>
                  <a:lnTo>
                    <a:pt x="1836127" y="1173797"/>
                  </a:lnTo>
                  <a:lnTo>
                    <a:pt x="1836356" y="1151318"/>
                  </a:lnTo>
                  <a:lnTo>
                    <a:pt x="1826285" y="1121422"/>
                  </a:lnTo>
                  <a:lnTo>
                    <a:pt x="1826425" y="1099058"/>
                  </a:lnTo>
                  <a:lnTo>
                    <a:pt x="1826145" y="1077328"/>
                  </a:lnTo>
                  <a:lnTo>
                    <a:pt x="1814385" y="1027684"/>
                  </a:lnTo>
                  <a:lnTo>
                    <a:pt x="1812772" y="985697"/>
                  </a:lnTo>
                  <a:lnTo>
                    <a:pt x="1788299" y="887780"/>
                  </a:lnTo>
                  <a:lnTo>
                    <a:pt x="1791195" y="861504"/>
                  </a:lnTo>
                  <a:lnTo>
                    <a:pt x="1783600" y="828065"/>
                  </a:lnTo>
                  <a:lnTo>
                    <a:pt x="1775828" y="794880"/>
                  </a:lnTo>
                  <a:lnTo>
                    <a:pt x="1767789" y="762076"/>
                  </a:lnTo>
                  <a:lnTo>
                    <a:pt x="1760131" y="728713"/>
                  </a:lnTo>
                  <a:lnTo>
                    <a:pt x="1741805" y="688454"/>
                  </a:lnTo>
                  <a:lnTo>
                    <a:pt x="1721421" y="606856"/>
                  </a:lnTo>
                  <a:lnTo>
                    <a:pt x="1717217" y="590702"/>
                  </a:lnTo>
                  <a:lnTo>
                    <a:pt x="1712849" y="574814"/>
                  </a:lnTo>
                  <a:lnTo>
                    <a:pt x="1708200" y="559295"/>
                  </a:lnTo>
                  <a:lnTo>
                    <a:pt x="1696885" y="531177"/>
                  </a:lnTo>
                  <a:lnTo>
                    <a:pt x="1674634" y="496519"/>
                  </a:lnTo>
                  <a:lnTo>
                    <a:pt x="1662442" y="469658"/>
                  </a:lnTo>
                  <a:lnTo>
                    <a:pt x="1650072" y="443039"/>
                  </a:lnTo>
                  <a:lnTo>
                    <a:pt x="1644510" y="428828"/>
                  </a:lnTo>
                  <a:lnTo>
                    <a:pt x="1638604" y="415124"/>
                  </a:lnTo>
                  <a:lnTo>
                    <a:pt x="1621586" y="395135"/>
                  </a:lnTo>
                  <a:lnTo>
                    <a:pt x="1613928" y="383933"/>
                  </a:lnTo>
                  <a:lnTo>
                    <a:pt x="1594612" y="367233"/>
                  </a:lnTo>
                  <a:lnTo>
                    <a:pt x="1584820" y="359079"/>
                  </a:lnTo>
                  <a:lnTo>
                    <a:pt x="1574685" y="351421"/>
                  </a:lnTo>
                  <a:lnTo>
                    <a:pt x="1554314" y="336232"/>
                  </a:lnTo>
                  <a:lnTo>
                    <a:pt x="1552448" y="338899"/>
                  </a:lnTo>
                  <a:lnTo>
                    <a:pt x="1526057" y="332295"/>
                  </a:lnTo>
                  <a:lnTo>
                    <a:pt x="1510258" y="332727"/>
                  </a:lnTo>
                  <a:lnTo>
                    <a:pt x="1494878" y="332676"/>
                  </a:lnTo>
                  <a:lnTo>
                    <a:pt x="1494878" y="1616964"/>
                  </a:lnTo>
                  <a:lnTo>
                    <a:pt x="1477352" y="1597723"/>
                  </a:lnTo>
                  <a:lnTo>
                    <a:pt x="1478800" y="1595640"/>
                  </a:lnTo>
                  <a:lnTo>
                    <a:pt x="1470215" y="1585772"/>
                  </a:lnTo>
                  <a:lnTo>
                    <a:pt x="1480489" y="1571091"/>
                  </a:lnTo>
                  <a:lnTo>
                    <a:pt x="1490891" y="1578368"/>
                  </a:lnTo>
                  <a:lnTo>
                    <a:pt x="1486027" y="1585315"/>
                  </a:lnTo>
                  <a:lnTo>
                    <a:pt x="1493012" y="1597494"/>
                  </a:lnTo>
                  <a:lnTo>
                    <a:pt x="1489049" y="1603146"/>
                  </a:lnTo>
                  <a:lnTo>
                    <a:pt x="1494878" y="1616964"/>
                  </a:lnTo>
                  <a:lnTo>
                    <a:pt x="1494878" y="332676"/>
                  </a:lnTo>
                  <a:lnTo>
                    <a:pt x="1479867" y="331838"/>
                  </a:lnTo>
                  <a:lnTo>
                    <a:pt x="1465783" y="330187"/>
                  </a:lnTo>
                  <a:lnTo>
                    <a:pt x="1465783" y="1149184"/>
                  </a:lnTo>
                  <a:lnTo>
                    <a:pt x="1454111" y="1143711"/>
                  </a:lnTo>
                  <a:lnTo>
                    <a:pt x="1442529" y="1138123"/>
                  </a:lnTo>
                  <a:lnTo>
                    <a:pt x="1430769" y="1132776"/>
                  </a:lnTo>
                  <a:lnTo>
                    <a:pt x="1433017" y="1129563"/>
                  </a:lnTo>
                  <a:lnTo>
                    <a:pt x="1450797" y="1126299"/>
                  </a:lnTo>
                  <a:lnTo>
                    <a:pt x="1464729" y="1128560"/>
                  </a:lnTo>
                  <a:lnTo>
                    <a:pt x="1460982" y="1133894"/>
                  </a:lnTo>
                  <a:lnTo>
                    <a:pt x="1465783" y="1149184"/>
                  </a:lnTo>
                  <a:lnTo>
                    <a:pt x="1465783" y="330187"/>
                  </a:lnTo>
                  <a:lnTo>
                    <a:pt x="1436890" y="326796"/>
                  </a:lnTo>
                  <a:lnTo>
                    <a:pt x="1391983" y="324510"/>
                  </a:lnTo>
                  <a:lnTo>
                    <a:pt x="1356436" y="331000"/>
                  </a:lnTo>
                  <a:lnTo>
                    <a:pt x="1310309" y="330454"/>
                  </a:lnTo>
                  <a:lnTo>
                    <a:pt x="1309878" y="331063"/>
                  </a:lnTo>
                  <a:lnTo>
                    <a:pt x="1299324" y="324015"/>
                  </a:lnTo>
                  <a:lnTo>
                    <a:pt x="1288580" y="317207"/>
                  </a:lnTo>
                  <a:lnTo>
                    <a:pt x="1287627" y="318566"/>
                  </a:lnTo>
                  <a:lnTo>
                    <a:pt x="1274800" y="314744"/>
                  </a:lnTo>
                  <a:lnTo>
                    <a:pt x="1271854" y="318947"/>
                  </a:lnTo>
                  <a:lnTo>
                    <a:pt x="1258150" y="316382"/>
                  </a:lnTo>
                  <a:lnTo>
                    <a:pt x="1254683" y="321348"/>
                  </a:lnTo>
                  <a:lnTo>
                    <a:pt x="1223772" y="321208"/>
                  </a:lnTo>
                  <a:lnTo>
                    <a:pt x="1182052" y="336499"/>
                  </a:lnTo>
                  <a:lnTo>
                    <a:pt x="1161554" y="343649"/>
                  </a:lnTo>
                  <a:lnTo>
                    <a:pt x="1129677" y="344881"/>
                  </a:lnTo>
                  <a:lnTo>
                    <a:pt x="1107681" y="354152"/>
                  </a:lnTo>
                  <a:lnTo>
                    <a:pt x="1083945" y="365925"/>
                  </a:lnTo>
                  <a:lnTo>
                    <a:pt x="995540" y="492201"/>
                  </a:lnTo>
                  <a:lnTo>
                    <a:pt x="995819" y="513956"/>
                  </a:lnTo>
                  <a:lnTo>
                    <a:pt x="982738" y="532638"/>
                  </a:lnTo>
                  <a:lnTo>
                    <a:pt x="970470" y="528027"/>
                  </a:lnTo>
                  <a:lnTo>
                    <a:pt x="968590" y="530694"/>
                  </a:lnTo>
                  <a:lnTo>
                    <a:pt x="977265" y="540461"/>
                  </a:lnTo>
                  <a:lnTo>
                    <a:pt x="983919" y="553110"/>
                  </a:lnTo>
                  <a:lnTo>
                    <a:pt x="962317" y="583958"/>
                  </a:lnTo>
                  <a:lnTo>
                    <a:pt x="961351" y="607491"/>
                  </a:lnTo>
                  <a:lnTo>
                    <a:pt x="949706" y="624116"/>
                  </a:lnTo>
                  <a:lnTo>
                    <a:pt x="946810" y="672541"/>
                  </a:lnTo>
                  <a:lnTo>
                    <a:pt x="943076" y="677875"/>
                  </a:lnTo>
                  <a:lnTo>
                    <a:pt x="928001" y="677265"/>
                  </a:lnTo>
                  <a:lnTo>
                    <a:pt x="931735" y="671931"/>
                  </a:lnTo>
                  <a:lnTo>
                    <a:pt x="920407" y="665975"/>
                  </a:lnTo>
                  <a:lnTo>
                    <a:pt x="919467" y="667308"/>
                  </a:lnTo>
                  <a:lnTo>
                    <a:pt x="913053" y="698614"/>
                  </a:lnTo>
                  <a:lnTo>
                    <a:pt x="923328" y="683945"/>
                  </a:lnTo>
                  <a:lnTo>
                    <a:pt x="924483" y="704443"/>
                  </a:lnTo>
                  <a:lnTo>
                    <a:pt x="916025" y="738670"/>
                  </a:lnTo>
                  <a:lnTo>
                    <a:pt x="908646" y="749211"/>
                  </a:lnTo>
                  <a:lnTo>
                    <a:pt x="900099" y="739267"/>
                  </a:lnTo>
                  <a:lnTo>
                    <a:pt x="907669" y="728459"/>
                  </a:lnTo>
                  <a:lnTo>
                    <a:pt x="911796" y="701611"/>
                  </a:lnTo>
                  <a:lnTo>
                    <a:pt x="889825" y="753948"/>
                  </a:lnTo>
                  <a:lnTo>
                    <a:pt x="883412" y="785241"/>
                  </a:lnTo>
                  <a:lnTo>
                    <a:pt x="884351" y="783907"/>
                  </a:lnTo>
                  <a:lnTo>
                    <a:pt x="900366" y="783183"/>
                  </a:lnTo>
                  <a:lnTo>
                    <a:pt x="898359" y="808189"/>
                  </a:lnTo>
                  <a:lnTo>
                    <a:pt x="894778" y="835456"/>
                  </a:lnTo>
                  <a:lnTo>
                    <a:pt x="892949" y="860209"/>
                  </a:lnTo>
                  <a:lnTo>
                    <a:pt x="891514" y="860450"/>
                  </a:lnTo>
                  <a:lnTo>
                    <a:pt x="891514" y="884389"/>
                  </a:lnTo>
                  <a:lnTo>
                    <a:pt x="870038" y="915073"/>
                  </a:lnTo>
                  <a:lnTo>
                    <a:pt x="878573" y="925029"/>
                  </a:lnTo>
                  <a:lnTo>
                    <a:pt x="877646" y="926363"/>
                  </a:lnTo>
                  <a:lnTo>
                    <a:pt x="867943" y="918083"/>
                  </a:lnTo>
                  <a:lnTo>
                    <a:pt x="860336" y="906792"/>
                  </a:lnTo>
                  <a:lnTo>
                    <a:pt x="866292" y="898283"/>
                  </a:lnTo>
                  <a:lnTo>
                    <a:pt x="866051" y="876490"/>
                  </a:lnTo>
                  <a:lnTo>
                    <a:pt x="878319" y="881100"/>
                  </a:lnTo>
                  <a:lnTo>
                    <a:pt x="879259" y="879767"/>
                  </a:lnTo>
                  <a:lnTo>
                    <a:pt x="891514" y="884389"/>
                  </a:lnTo>
                  <a:lnTo>
                    <a:pt x="891514" y="860450"/>
                  </a:lnTo>
                  <a:lnTo>
                    <a:pt x="875398" y="863142"/>
                  </a:lnTo>
                  <a:lnTo>
                    <a:pt x="876325" y="861809"/>
                  </a:lnTo>
                  <a:lnTo>
                    <a:pt x="869657" y="849185"/>
                  </a:lnTo>
                  <a:lnTo>
                    <a:pt x="856221" y="868387"/>
                  </a:lnTo>
                  <a:lnTo>
                    <a:pt x="854494" y="893000"/>
                  </a:lnTo>
                  <a:lnTo>
                    <a:pt x="856437" y="912355"/>
                  </a:lnTo>
                  <a:lnTo>
                    <a:pt x="864438" y="923086"/>
                  </a:lnTo>
                  <a:lnTo>
                    <a:pt x="869784" y="937577"/>
                  </a:lnTo>
                  <a:lnTo>
                    <a:pt x="854290" y="959726"/>
                  </a:lnTo>
                  <a:lnTo>
                    <a:pt x="861885" y="971016"/>
                  </a:lnTo>
                  <a:lnTo>
                    <a:pt x="860958" y="972350"/>
                  </a:lnTo>
                  <a:lnTo>
                    <a:pt x="867181" y="985596"/>
                  </a:lnTo>
                  <a:lnTo>
                    <a:pt x="859536" y="996518"/>
                  </a:lnTo>
                  <a:lnTo>
                    <a:pt x="866813" y="1008265"/>
                  </a:lnTo>
                  <a:lnTo>
                    <a:pt x="852678" y="1006322"/>
                  </a:lnTo>
                  <a:lnTo>
                    <a:pt x="841463" y="1022337"/>
                  </a:lnTo>
                  <a:lnTo>
                    <a:pt x="832929" y="1012380"/>
                  </a:lnTo>
                  <a:lnTo>
                    <a:pt x="839800" y="1024712"/>
                  </a:lnTo>
                  <a:lnTo>
                    <a:pt x="836091" y="1030008"/>
                  </a:lnTo>
                  <a:lnTo>
                    <a:pt x="842441" y="1043089"/>
                  </a:lnTo>
                  <a:lnTo>
                    <a:pt x="848258" y="1056919"/>
                  </a:lnTo>
                  <a:lnTo>
                    <a:pt x="843915" y="1063129"/>
                  </a:lnTo>
                  <a:lnTo>
                    <a:pt x="824458" y="1068781"/>
                  </a:lnTo>
                  <a:lnTo>
                    <a:pt x="810768" y="1088339"/>
                  </a:lnTo>
                  <a:lnTo>
                    <a:pt x="816483" y="1102296"/>
                  </a:lnTo>
                  <a:lnTo>
                    <a:pt x="814628" y="1104963"/>
                  </a:lnTo>
                  <a:lnTo>
                    <a:pt x="822401" y="1115999"/>
                  </a:lnTo>
                  <a:lnTo>
                    <a:pt x="798207" y="1150569"/>
                  </a:lnTo>
                  <a:lnTo>
                    <a:pt x="790346" y="1139659"/>
                  </a:lnTo>
                  <a:lnTo>
                    <a:pt x="792886" y="1136027"/>
                  </a:lnTo>
                  <a:lnTo>
                    <a:pt x="785545" y="1124369"/>
                  </a:lnTo>
                  <a:lnTo>
                    <a:pt x="786777" y="1144739"/>
                  </a:lnTo>
                  <a:lnTo>
                    <a:pt x="771245" y="1166926"/>
                  </a:lnTo>
                  <a:lnTo>
                    <a:pt x="774585" y="1184300"/>
                  </a:lnTo>
                  <a:lnTo>
                    <a:pt x="764082" y="1199324"/>
                  </a:lnTo>
                  <a:lnTo>
                    <a:pt x="763968" y="1221613"/>
                  </a:lnTo>
                  <a:lnTo>
                    <a:pt x="753465" y="1236624"/>
                  </a:lnTo>
                  <a:lnTo>
                    <a:pt x="753351" y="1258925"/>
                  </a:lnTo>
                  <a:lnTo>
                    <a:pt x="769162" y="1236345"/>
                  </a:lnTo>
                  <a:lnTo>
                    <a:pt x="769112" y="1214272"/>
                  </a:lnTo>
                  <a:lnTo>
                    <a:pt x="777646" y="1224229"/>
                  </a:lnTo>
                  <a:lnTo>
                    <a:pt x="773912" y="1229563"/>
                  </a:lnTo>
                  <a:lnTo>
                    <a:pt x="780783" y="1241894"/>
                  </a:lnTo>
                  <a:lnTo>
                    <a:pt x="747877" y="1288897"/>
                  </a:lnTo>
                  <a:lnTo>
                    <a:pt x="739343" y="1278940"/>
                  </a:lnTo>
                  <a:lnTo>
                    <a:pt x="737857" y="1303223"/>
                  </a:lnTo>
                  <a:lnTo>
                    <a:pt x="714413" y="1336713"/>
                  </a:lnTo>
                  <a:lnTo>
                    <a:pt x="713447" y="1360233"/>
                  </a:lnTo>
                  <a:lnTo>
                    <a:pt x="695350" y="1386065"/>
                  </a:lnTo>
                  <a:lnTo>
                    <a:pt x="702005" y="1398714"/>
                  </a:lnTo>
                  <a:lnTo>
                    <a:pt x="696760" y="1406220"/>
                  </a:lnTo>
                  <a:lnTo>
                    <a:pt x="709028" y="1410830"/>
                  </a:lnTo>
                  <a:lnTo>
                    <a:pt x="694842" y="1431099"/>
                  </a:lnTo>
                  <a:lnTo>
                    <a:pt x="682739" y="1426235"/>
                  </a:lnTo>
                  <a:lnTo>
                    <a:pt x="669315" y="1445412"/>
                  </a:lnTo>
                  <a:lnTo>
                    <a:pt x="672249" y="1463357"/>
                  </a:lnTo>
                  <a:lnTo>
                    <a:pt x="664184" y="1474889"/>
                  </a:lnTo>
                  <a:lnTo>
                    <a:pt x="658507" y="1460842"/>
                  </a:lnTo>
                  <a:lnTo>
                    <a:pt x="652487" y="1447304"/>
                  </a:lnTo>
                  <a:lnTo>
                    <a:pt x="646112" y="1434274"/>
                  </a:lnTo>
                  <a:lnTo>
                    <a:pt x="639381" y="1421726"/>
                  </a:lnTo>
                  <a:lnTo>
                    <a:pt x="635977" y="1404467"/>
                  </a:lnTo>
                  <a:lnTo>
                    <a:pt x="632472" y="1387309"/>
                  </a:lnTo>
                  <a:lnTo>
                    <a:pt x="618388" y="1363141"/>
                  </a:lnTo>
                  <a:lnTo>
                    <a:pt x="614451" y="1346619"/>
                  </a:lnTo>
                  <a:lnTo>
                    <a:pt x="601484" y="1320850"/>
                  </a:lnTo>
                  <a:lnTo>
                    <a:pt x="588606" y="1294968"/>
                  </a:lnTo>
                  <a:lnTo>
                    <a:pt x="575551" y="1269326"/>
                  </a:lnTo>
                  <a:lnTo>
                    <a:pt x="572452" y="1251597"/>
                  </a:lnTo>
                  <a:lnTo>
                    <a:pt x="557466" y="1228712"/>
                  </a:lnTo>
                  <a:lnTo>
                    <a:pt x="541705" y="1206944"/>
                  </a:lnTo>
                  <a:lnTo>
                    <a:pt x="525399" y="1185938"/>
                  </a:lnTo>
                  <a:lnTo>
                    <a:pt x="519252" y="1172591"/>
                  </a:lnTo>
                  <a:lnTo>
                    <a:pt x="510476" y="1162964"/>
                  </a:lnTo>
                  <a:lnTo>
                    <a:pt x="501002" y="1154353"/>
                  </a:lnTo>
                  <a:lnTo>
                    <a:pt x="481368" y="1138123"/>
                  </a:lnTo>
                  <a:lnTo>
                    <a:pt x="439750" y="1108989"/>
                  </a:lnTo>
                  <a:lnTo>
                    <a:pt x="438823" y="1110322"/>
                  </a:lnTo>
                  <a:lnTo>
                    <a:pt x="428409" y="1103033"/>
                  </a:lnTo>
                  <a:lnTo>
                    <a:pt x="383641" y="1078407"/>
                  </a:lnTo>
                  <a:lnTo>
                    <a:pt x="353758" y="1076807"/>
                  </a:lnTo>
                  <a:lnTo>
                    <a:pt x="323786" y="1075334"/>
                  </a:lnTo>
                  <a:lnTo>
                    <a:pt x="308622" y="1074851"/>
                  </a:lnTo>
                  <a:lnTo>
                    <a:pt x="267449" y="1067219"/>
                  </a:lnTo>
                  <a:lnTo>
                    <a:pt x="205574" y="1067028"/>
                  </a:lnTo>
                  <a:lnTo>
                    <a:pt x="164414" y="1059395"/>
                  </a:lnTo>
                  <a:lnTo>
                    <a:pt x="160667" y="1064742"/>
                  </a:lnTo>
                  <a:lnTo>
                    <a:pt x="158800" y="1067409"/>
                  </a:lnTo>
                  <a:lnTo>
                    <a:pt x="146532" y="1062799"/>
                  </a:lnTo>
                  <a:lnTo>
                    <a:pt x="149339" y="1058786"/>
                  </a:lnTo>
                  <a:lnTo>
                    <a:pt x="160667" y="1064742"/>
                  </a:lnTo>
                  <a:lnTo>
                    <a:pt x="150063" y="1057744"/>
                  </a:lnTo>
                  <a:lnTo>
                    <a:pt x="138925" y="1051509"/>
                  </a:lnTo>
                  <a:lnTo>
                    <a:pt x="137502" y="1053553"/>
                  </a:lnTo>
                  <a:lnTo>
                    <a:pt x="124790" y="1049566"/>
                  </a:lnTo>
                  <a:lnTo>
                    <a:pt x="107200" y="1052537"/>
                  </a:lnTo>
                  <a:lnTo>
                    <a:pt x="89268" y="1056017"/>
                  </a:lnTo>
                  <a:lnTo>
                    <a:pt x="70980" y="1059992"/>
                  </a:lnTo>
                  <a:lnTo>
                    <a:pt x="41935" y="1057186"/>
                  </a:lnTo>
                  <a:lnTo>
                    <a:pt x="23101" y="1061948"/>
                  </a:lnTo>
                  <a:lnTo>
                    <a:pt x="4076" y="1066977"/>
                  </a:lnTo>
                  <a:lnTo>
                    <a:pt x="1143" y="1071181"/>
                  </a:lnTo>
                  <a:lnTo>
                    <a:pt x="876" y="1270863"/>
                  </a:lnTo>
                  <a:lnTo>
                    <a:pt x="152" y="1803387"/>
                  </a:lnTo>
                  <a:lnTo>
                    <a:pt x="0" y="1914321"/>
                  </a:lnTo>
                  <a:lnTo>
                    <a:pt x="19596" y="1864182"/>
                  </a:lnTo>
                  <a:lnTo>
                    <a:pt x="46837" y="1825282"/>
                  </a:lnTo>
                  <a:lnTo>
                    <a:pt x="63614" y="1779155"/>
                  </a:lnTo>
                  <a:lnTo>
                    <a:pt x="90855" y="1740255"/>
                  </a:lnTo>
                  <a:lnTo>
                    <a:pt x="107810" y="1693875"/>
                  </a:lnTo>
                  <a:lnTo>
                    <a:pt x="144830" y="1640992"/>
                  </a:lnTo>
                  <a:lnTo>
                    <a:pt x="172148" y="1579829"/>
                  </a:lnTo>
                  <a:lnTo>
                    <a:pt x="231813" y="1472463"/>
                  </a:lnTo>
                  <a:lnTo>
                    <a:pt x="233680" y="1469796"/>
                  </a:lnTo>
                  <a:lnTo>
                    <a:pt x="237921" y="1485874"/>
                  </a:lnTo>
                  <a:lnTo>
                    <a:pt x="242341" y="1501711"/>
                  </a:lnTo>
                  <a:lnTo>
                    <a:pt x="257162" y="1524825"/>
                  </a:lnTo>
                  <a:lnTo>
                    <a:pt x="261404" y="1540903"/>
                  </a:lnTo>
                  <a:lnTo>
                    <a:pt x="267017" y="1532902"/>
                  </a:lnTo>
                  <a:lnTo>
                    <a:pt x="265010" y="1513611"/>
                  </a:lnTo>
                  <a:lnTo>
                    <a:pt x="273481" y="1523657"/>
                  </a:lnTo>
                  <a:lnTo>
                    <a:pt x="271805" y="1526057"/>
                  </a:lnTo>
                  <a:lnTo>
                    <a:pt x="280695" y="1535493"/>
                  </a:lnTo>
                  <a:lnTo>
                    <a:pt x="289687" y="1544802"/>
                  </a:lnTo>
                  <a:lnTo>
                    <a:pt x="277304" y="1540344"/>
                  </a:lnTo>
                  <a:lnTo>
                    <a:pt x="272973" y="1546517"/>
                  </a:lnTo>
                  <a:lnTo>
                    <a:pt x="259537" y="1543570"/>
                  </a:lnTo>
                  <a:lnTo>
                    <a:pt x="263080" y="1560664"/>
                  </a:lnTo>
                  <a:lnTo>
                    <a:pt x="266801" y="1577492"/>
                  </a:lnTo>
                  <a:lnTo>
                    <a:pt x="270522" y="1594332"/>
                  </a:lnTo>
                  <a:lnTo>
                    <a:pt x="274066" y="1611414"/>
                  </a:lnTo>
                  <a:lnTo>
                    <a:pt x="288201" y="1613357"/>
                  </a:lnTo>
                  <a:lnTo>
                    <a:pt x="280758" y="1601838"/>
                  </a:lnTo>
                  <a:lnTo>
                    <a:pt x="283984" y="1597228"/>
                  </a:lnTo>
                  <a:lnTo>
                    <a:pt x="280479" y="1580108"/>
                  </a:lnTo>
                  <a:lnTo>
                    <a:pt x="281406" y="1578775"/>
                  </a:lnTo>
                  <a:lnTo>
                    <a:pt x="293687" y="1583385"/>
                  </a:lnTo>
                  <a:lnTo>
                    <a:pt x="288188" y="1591221"/>
                  </a:lnTo>
                  <a:lnTo>
                    <a:pt x="296075" y="1602117"/>
                  </a:lnTo>
                  <a:lnTo>
                    <a:pt x="293814" y="1605343"/>
                  </a:lnTo>
                  <a:lnTo>
                    <a:pt x="301498" y="1616506"/>
                  </a:lnTo>
                  <a:lnTo>
                    <a:pt x="295021" y="1625765"/>
                  </a:lnTo>
                  <a:lnTo>
                    <a:pt x="279793" y="1625371"/>
                  </a:lnTo>
                  <a:lnTo>
                    <a:pt x="278866" y="1626704"/>
                  </a:lnTo>
                  <a:lnTo>
                    <a:pt x="279920" y="1647329"/>
                  </a:lnTo>
                  <a:lnTo>
                    <a:pt x="291020" y="1653628"/>
                  </a:lnTo>
                  <a:lnTo>
                    <a:pt x="280987" y="1667954"/>
                  </a:lnTo>
                  <a:lnTo>
                    <a:pt x="288582" y="1679244"/>
                  </a:lnTo>
                  <a:lnTo>
                    <a:pt x="286715" y="1681911"/>
                  </a:lnTo>
                  <a:lnTo>
                    <a:pt x="294322" y="1693202"/>
                  </a:lnTo>
                  <a:lnTo>
                    <a:pt x="300990" y="1705825"/>
                  </a:lnTo>
                  <a:lnTo>
                    <a:pt x="303644" y="1702028"/>
                  </a:lnTo>
                  <a:lnTo>
                    <a:pt x="313410" y="1710220"/>
                  </a:lnTo>
                  <a:lnTo>
                    <a:pt x="323659" y="1717713"/>
                  </a:lnTo>
                  <a:lnTo>
                    <a:pt x="318985" y="1724393"/>
                  </a:lnTo>
                  <a:lnTo>
                    <a:pt x="308584" y="1717103"/>
                  </a:lnTo>
                  <a:lnTo>
                    <a:pt x="299123" y="1708492"/>
                  </a:lnTo>
                  <a:lnTo>
                    <a:pt x="293509" y="1716493"/>
                  </a:lnTo>
                  <a:lnTo>
                    <a:pt x="297510" y="1755089"/>
                  </a:lnTo>
                  <a:lnTo>
                    <a:pt x="299504" y="1774380"/>
                  </a:lnTo>
                  <a:lnTo>
                    <a:pt x="305104" y="1766366"/>
                  </a:lnTo>
                  <a:lnTo>
                    <a:pt x="309905" y="1781657"/>
                  </a:lnTo>
                  <a:lnTo>
                    <a:pt x="292455" y="1806600"/>
                  </a:lnTo>
                  <a:lnTo>
                    <a:pt x="294614" y="1825637"/>
                  </a:lnTo>
                  <a:lnTo>
                    <a:pt x="297497" y="1843684"/>
                  </a:lnTo>
                  <a:lnTo>
                    <a:pt x="300012" y="1862226"/>
                  </a:lnTo>
                  <a:lnTo>
                    <a:pt x="293624" y="1871357"/>
                  </a:lnTo>
                  <a:lnTo>
                    <a:pt x="298513" y="1886521"/>
                  </a:lnTo>
                  <a:lnTo>
                    <a:pt x="303745" y="1901190"/>
                  </a:lnTo>
                  <a:lnTo>
                    <a:pt x="308800" y="1916099"/>
                  </a:lnTo>
                  <a:lnTo>
                    <a:pt x="297929" y="1931644"/>
                  </a:lnTo>
                  <a:lnTo>
                    <a:pt x="303911" y="1945246"/>
                  </a:lnTo>
                  <a:lnTo>
                    <a:pt x="299669" y="1951304"/>
                  </a:lnTo>
                  <a:lnTo>
                    <a:pt x="306260" y="1964029"/>
                  </a:lnTo>
                  <a:lnTo>
                    <a:pt x="307187" y="1962696"/>
                  </a:lnTo>
                  <a:lnTo>
                    <a:pt x="317588" y="1969985"/>
                  </a:lnTo>
                  <a:lnTo>
                    <a:pt x="301713" y="1992668"/>
                  </a:lnTo>
                  <a:lnTo>
                    <a:pt x="309079" y="2004288"/>
                  </a:lnTo>
                  <a:lnTo>
                    <a:pt x="304647" y="2010625"/>
                  </a:lnTo>
                  <a:lnTo>
                    <a:pt x="309918" y="2025256"/>
                  </a:lnTo>
                  <a:lnTo>
                    <a:pt x="304774" y="2032596"/>
                  </a:lnTo>
                  <a:lnTo>
                    <a:pt x="308724" y="2049094"/>
                  </a:lnTo>
                  <a:lnTo>
                    <a:pt x="302806" y="2057552"/>
                  </a:lnTo>
                  <a:lnTo>
                    <a:pt x="309029" y="2070798"/>
                  </a:lnTo>
                  <a:lnTo>
                    <a:pt x="318236" y="2079790"/>
                  </a:lnTo>
                  <a:lnTo>
                    <a:pt x="326771" y="2089746"/>
                  </a:lnTo>
                  <a:lnTo>
                    <a:pt x="316496" y="2104428"/>
                  </a:lnTo>
                  <a:lnTo>
                    <a:pt x="327837" y="2110371"/>
                  </a:lnTo>
                  <a:lnTo>
                    <a:pt x="308216" y="2138400"/>
                  </a:lnTo>
                  <a:lnTo>
                    <a:pt x="318617" y="2145690"/>
                  </a:lnTo>
                  <a:lnTo>
                    <a:pt x="339166" y="2116328"/>
                  </a:lnTo>
                  <a:lnTo>
                    <a:pt x="343814" y="2131847"/>
                  </a:lnTo>
                  <a:lnTo>
                    <a:pt x="337781" y="2140458"/>
                  </a:lnTo>
                  <a:lnTo>
                    <a:pt x="341985" y="2156599"/>
                  </a:lnTo>
                  <a:lnTo>
                    <a:pt x="346100" y="2172868"/>
                  </a:lnTo>
                  <a:lnTo>
                    <a:pt x="393319" y="2194001"/>
                  </a:lnTo>
                  <a:lnTo>
                    <a:pt x="401853" y="2203945"/>
                  </a:lnTo>
                  <a:lnTo>
                    <a:pt x="399986" y="2206625"/>
                  </a:lnTo>
                  <a:lnTo>
                    <a:pt x="396989" y="2233041"/>
                  </a:lnTo>
                  <a:lnTo>
                    <a:pt x="401167" y="2249208"/>
                  </a:lnTo>
                  <a:lnTo>
                    <a:pt x="419265" y="2267661"/>
                  </a:lnTo>
                  <a:lnTo>
                    <a:pt x="437184" y="2286355"/>
                  </a:lnTo>
                  <a:lnTo>
                    <a:pt x="436587" y="2287206"/>
                  </a:lnTo>
                  <a:lnTo>
                    <a:pt x="448411" y="2292464"/>
                  </a:lnTo>
                  <a:lnTo>
                    <a:pt x="461733" y="2295575"/>
                  </a:lnTo>
                  <a:lnTo>
                    <a:pt x="470230" y="2305570"/>
                  </a:lnTo>
                  <a:lnTo>
                    <a:pt x="482066" y="2310815"/>
                  </a:lnTo>
                  <a:lnTo>
                    <a:pt x="495300" y="2314054"/>
                  </a:lnTo>
                  <a:lnTo>
                    <a:pt x="508012" y="2318042"/>
                  </a:lnTo>
                  <a:lnTo>
                    <a:pt x="531088" y="2329370"/>
                  </a:lnTo>
                  <a:lnTo>
                    <a:pt x="544017" y="2333053"/>
                  </a:lnTo>
                  <a:lnTo>
                    <a:pt x="567524" y="2343759"/>
                  </a:lnTo>
                  <a:lnTo>
                    <a:pt x="580720" y="2347061"/>
                  </a:lnTo>
                  <a:lnTo>
                    <a:pt x="653656" y="2375751"/>
                  </a:lnTo>
                  <a:lnTo>
                    <a:pt x="667562" y="2378024"/>
                  </a:lnTo>
                  <a:lnTo>
                    <a:pt x="682637" y="2378633"/>
                  </a:lnTo>
                  <a:lnTo>
                    <a:pt x="687298" y="2371979"/>
                  </a:lnTo>
                  <a:lnTo>
                    <a:pt x="693966" y="2384590"/>
                  </a:lnTo>
                  <a:lnTo>
                    <a:pt x="700443" y="2375344"/>
                  </a:lnTo>
                  <a:lnTo>
                    <a:pt x="714768" y="2377021"/>
                  </a:lnTo>
                  <a:lnTo>
                    <a:pt x="903427" y="2107514"/>
                  </a:lnTo>
                  <a:lnTo>
                    <a:pt x="907897" y="2078990"/>
                  </a:lnTo>
                  <a:lnTo>
                    <a:pt x="949820" y="2019096"/>
                  </a:lnTo>
                  <a:lnTo>
                    <a:pt x="960145" y="1982203"/>
                  </a:lnTo>
                  <a:lnTo>
                    <a:pt x="980643" y="1952929"/>
                  </a:lnTo>
                  <a:lnTo>
                    <a:pt x="991108" y="1915833"/>
                  </a:lnTo>
                  <a:lnTo>
                    <a:pt x="1011809" y="1886267"/>
                  </a:lnTo>
                  <a:lnTo>
                    <a:pt x="1022108" y="1849412"/>
                  </a:lnTo>
                  <a:lnTo>
                    <a:pt x="1042974" y="1819592"/>
                  </a:lnTo>
                  <a:lnTo>
                    <a:pt x="1050785" y="1786293"/>
                  </a:lnTo>
                  <a:lnTo>
                    <a:pt x="1069009" y="1760270"/>
                  </a:lnTo>
                  <a:lnTo>
                    <a:pt x="1076820" y="1726958"/>
                  </a:lnTo>
                  <a:lnTo>
                    <a:pt x="1095032" y="1700936"/>
                  </a:lnTo>
                  <a:lnTo>
                    <a:pt x="1128991" y="1586014"/>
                  </a:lnTo>
                  <a:lnTo>
                    <a:pt x="1150708" y="1554988"/>
                  </a:lnTo>
                  <a:lnTo>
                    <a:pt x="1223441" y="1362506"/>
                  </a:lnTo>
                  <a:lnTo>
                    <a:pt x="1231214" y="1307109"/>
                  </a:lnTo>
                  <a:lnTo>
                    <a:pt x="1298143" y="1122921"/>
                  </a:lnTo>
                  <a:lnTo>
                    <a:pt x="1304251" y="1069911"/>
                  </a:lnTo>
                  <a:lnTo>
                    <a:pt x="1339113" y="953655"/>
                  </a:lnTo>
                  <a:lnTo>
                    <a:pt x="1340040" y="908050"/>
                  </a:lnTo>
                  <a:lnTo>
                    <a:pt x="1366075" y="848715"/>
                  </a:lnTo>
                  <a:lnTo>
                    <a:pt x="1373301" y="860552"/>
                  </a:lnTo>
                  <a:lnTo>
                    <a:pt x="1370634" y="864336"/>
                  </a:lnTo>
                  <a:lnTo>
                    <a:pt x="1376603" y="877963"/>
                  </a:lnTo>
                  <a:lnTo>
                    <a:pt x="1378470" y="875296"/>
                  </a:lnTo>
                  <a:lnTo>
                    <a:pt x="1394485" y="874572"/>
                  </a:lnTo>
                  <a:lnTo>
                    <a:pt x="1389621" y="881519"/>
                  </a:lnTo>
                  <a:lnTo>
                    <a:pt x="1400327" y="888365"/>
                  </a:lnTo>
                  <a:lnTo>
                    <a:pt x="1402918" y="884669"/>
                  </a:lnTo>
                  <a:lnTo>
                    <a:pt x="1415288" y="889139"/>
                  </a:lnTo>
                  <a:lnTo>
                    <a:pt x="1389380" y="926147"/>
                  </a:lnTo>
                  <a:lnTo>
                    <a:pt x="1393583" y="942289"/>
                  </a:lnTo>
                  <a:lnTo>
                    <a:pt x="1387551" y="950912"/>
                  </a:lnTo>
                  <a:lnTo>
                    <a:pt x="1392186" y="966431"/>
                  </a:lnTo>
                  <a:lnTo>
                    <a:pt x="1389138" y="970788"/>
                  </a:lnTo>
                  <a:lnTo>
                    <a:pt x="1397101" y="981544"/>
                  </a:lnTo>
                  <a:lnTo>
                    <a:pt x="1394841" y="984783"/>
                  </a:lnTo>
                  <a:lnTo>
                    <a:pt x="1402727" y="995667"/>
                  </a:lnTo>
                  <a:lnTo>
                    <a:pt x="1404200" y="1015720"/>
                  </a:lnTo>
                  <a:lnTo>
                    <a:pt x="1404620" y="1037259"/>
                  </a:lnTo>
                  <a:lnTo>
                    <a:pt x="1406080" y="1057300"/>
                  </a:lnTo>
                  <a:lnTo>
                    <a:pt x="1410703" y="1072845"/>
                  </a:lnTo>
                  <a:lnTo>
                    <a:pt x="1408836" y="1075512"/>
                  </a:lnTo>
                  <a:lnTo>
                    <a:pt x="1418310" y="1084135"/>
                  </a:lnTo>
                  <a:lnTo>
                    <a:pt x="1420101" y="1148016"/>
                  </a:lnTo>
                  <a:lnTo>
                    <a:pt x="1420685" y="1169314"/>
                  </a:lnTo>
                  <a:lnTo>
                    <a:pt x="1433893" y="1172591"/>
                  </a:lnTo>
                  <a:lnTo>
                    <a:pt x="1446047" y="1155242"/>
                  </a:lnTo>
                  <a:lnTo>
                    <a:pt x="1456207" y="1162862"/>
                  </a:lnTo>
                  <a:lnTo>
                    <a:pt x="1454581" y="1165199"/>
                  </a:lnTo>
                  <a:lnTo>
                    <a:pt x="1460538" y="1178826"/>
                  </a:lnTo>
                  <a:lnTo>
                    <a:pt x="1449095" y="1195171"/>
                  </a:lnTo>
                  <a:lnTo>
                    <a:pt x="1457629" y="1205115"/>
                  </a:lnTo>
                  <a:lnTo>
                    <a:pt x="1452727" y="1212126"/>
                  </a:lnTo>
                  <a:lnTo>
                    <a:pt x="1461033" y="1222413"/>
                  </a:lnTo>
                  <a:lnTo>
                    <a:pt x="1458925" y="1225410"/>
                  </a:lnTo>
                  <a:lnTo>
                    <a:pt x="1467231" y="1235697"/>
                  </a:lnTo>
                  <a:lnTo>
                    <a:pt x="1454302" y="1232027"/>
                  </a:lnTo>
                  <a:lnTo>
                    <a:pt x="1452041" y="1235252"/>
                  </a:lnTo>
                  <a:lnTo>
                    <a:pt x="1439202" y="1231455"/>
                  </a:lnTo>
                  <a:lnTo>
                    <a:pt x="1436154" y="1235811"/>
                  </a:lnTo>
                  <a:lnTo>
                    <a:pt x="1427162" y="1226502"/>
                  </a:lnTo>
                  <a:lnTo>
                    <a:pt x="1441627" y="1205839"/>
                  </a:lnTo>
                  <a:lnTo>
                    <a:pt x="1434807" y="1201077"/>
                  </a:lnTo>
                  <a:lnTo>
                    <a:pt x="1439341" y="1200277"/>
                  </a:lnTo>
                  <a:lnTo>
                    <a:pt x="1449222" y="1203210"/>
                  </a:lnTo>
                  <a:lnTo>
                    <a:pt x="1448015" y="1196403"/>
                  </a:lnTo>
                  <a:lnTo>
                    <a:pt x="1444548" y="1189990"/>
                  </a:lnTo>
                  <a:lnTo>
                    <a:pt x="1443342" y="1183182"/>
                  </a:lnTo>
                  <a:lnTo>
                    <a:pt x="1436725" y="1180350"/>
                  </a:lnTo>
                  <a:lnTo>
                    <a:pt x="1418259" y="1173581"/>
                  </a:lnTo>
                  <a:lnTo>
                    <a:pt x="1418920" y="1183982"/>
                  </a:lnTo>
                  <a:lnTo>
                    <a:pt x="1420126" y="1190790"/>
                  </a:lnTo>
                  <a:lnTo>
                    <a:pt x="1419999" y="1196670"/>
                  </a:lnTo>
                  <a:lnTo>
                    <a:pt x="1431340" y="1194663"/>
                  </a:lnTo>
                  <a:lnTo>
                    <a:pt x="1431734" y="1196936"/>
                  </a:lnTo>
                  <a:lnTo>
                    <a:pt x="1434401" y="1198803"/>
                  </a:lnTo>
                  <a:lnTo>
                    <a:pt x="1434795" y="1201077"/>
                  </a:lnTo>
                  <a:lnTo>
                    <a:pt x="1431226" y="1198562"/>
                  </a:lnTo>
                  <a:lnTo>
                    <a:pt x="1422209" y="1211427"/>
                  </a:lnTo>
                  <a:lnTo>
                    <a:pt x="1425397" y="1229029"/>
                  </a:lnTo>
                  <a:lnTo>
                    <a:pt x="1429448" y="1245387"/>
                  </a:lnTo>
                  <a:lnTo>
                    <a:pt x="1432534" y="1263116"/>
                  </a:lnTo>
                  <a:lnTo>
                    <a:pt x="1422819" y="1276997"/>
                  </a:lnTo>
                  <a:lnTo>
                    <a:pt x="1429867" y="1289075"/>
                  </a:lnTo>
                  <a:lnTo>
                    <a:pt x="1432661" y="1285087"/>
                  </a:lnTo>
                  <a:lnTo>
                    <a:pt x="1447812" y="1285582"/>
                  </a:lnTo>
                  <a:lnTo>
                    <a:pt x="1432801" y="1307045"/>
                  </a:lnTo>
                  <a:lnTo>
                    <a:pt x="1439468" y="1319657"/>
                  </a:lnTo>
                  <a:lnTo>
                    <a:pt x="1451610" y="1302308"/>
                  </a:lnTo>
                  <a:lnTo>
                    <a:pt x="1475219" y="1312875"/>
                  </a:lnTo>
                  <a:lnTo>
                    <a:pt x="1469618" y="1320888"/>
                  </a:lnTo>
                  <a:lnTo>
                    <a:pt x="1457337" y="1316266"/>
                  </a:lnTo>
                  <a:lnTo>
                    <a:pt x="1451737" y="1324279"/>
                  </a:lnTo>
                  <a:lnTo>
                    <a:pt x="1435722" y="1325003"/>
                  </a:lnTo>
                  <a:lnTo>
                    <a:pt x="1431048" y="1331671"/>
                  </a:lnTo>
                  <a:lnTo>
                    <a:pt x="1439913" y="1363319"/>
                  </a:lnTo>
                  <a:lnTo>
                    <a:pt x="1438097" y="1388046"/>
                  </a:lnTo>
                  <a:lnTo>
                    <a:pt x="1446161" y="1420825"/>
                  </a:lnTo>
                  <a:lnTo>
                    <a:pt x="1443037" y="1447431"/>
                  </a:lnTo>
                  <a:lnTo>
                    <a:pt x="1463586" y="1418069"/>
                  </a:lnTo>
                  <a:lnTo>
                    <a:pt x="1474927" y="1424025"/>
                  </a:lnTo>
                  <a:lnTo>
                    <a:pt x="1467916" y="1434033"/>
                  </a:lnTo>
                  <a:lnTo>
                    <a:pt x="1474812" y="1446326"/>
                  </a:lnTo>
                  <a:lnTo>
                    <a:pt x="1467078" y="1457375"/>
                  </a:lnTo>
                  <a:lnTo>
                    <a:pt x="1473073" y="1470952"/>
                  </a:lnTo>
                  <a:lnTo>
                    <a:pt x="1470507" y="1474622"/>
                  </a:lnTo>
                  <a:lnTo>
                    <a:pt x="1483715" y="1477899"/>
                  </a:lnTo>
                  <a:lnTo>
                    <a:pt x="1477670" y="1486535"/>
                  </a:lnTo>
                  <a:lnTo>
                    <a:pt x="1490383" y="1490522"/>
                  </a:lnTo>
                  <a:lnTo>
                    <a:pt x="1482940" y="1501152"/>
                  </a:lnTo>
                  <a:lnTo>
                    <a:pt x="1465262" y="1504264"/>
                  </a:lnTo>
                  <a:lnTo>
                    <a:pt x="1449146" y="1527276"/>
                  </a:lnTo>
                  <a:lnTo>
                    <a:pt x="1465681" y="1525803"/>
                  </a:lnTo>
                  <a:lnTo>
                    <a:pt x="1481975" y="1502537"/>
                  </a:lnTo>
                  <a:lnTo>
                    <a:pt x="1486763" y="1517840"/>
                  </a:lnTo>
                  <a:lnTo>
                    <a:pt x="1469021" y="1543177"/>
                  </a:lnTo>
                  <a:lnTo>
                    <a:pt x="1457680" y="1537233"/>
                  </a:lnTo>
                  <a:lnTo>
                    <a:pt x="1452067" y="1567408"/>
                  </a:lnTo>
                  <a:lnTo>
                    <a:pt x="1463725" y="1639328"/>
                  </a:lnTo>
                  <a:lnTo>
                    <a:pt x="1484896" y="1675523"/>
                  </a:lnTo>
                  <a:lnTo>
                    <a:pt x="1491259" y="1666430"/>
                  </a:lnTo>
                  <a:lnTo>
                    <a:pt x="1505546" y="1668170"/>
                  </a:lnTo>
                  <a:lnTo>
                    <a:pt x="1476578" y="1709559"/>
                  </a:lnTo>
                  <a:lnTo>
                    <a:pt x="1476616" y="1709826"/>
                  </a:lnTo>
                  <a:lnTo>
                    <a:pt x="1484185" y="1720824"/>
                  </a:lnTo>
                  <a:lnTo>
                    <a:pt x="1476717" y="1731505"/>
                  </a:lnTo>
                  <a:lnTo>
                    <a:pt x="1494713" y="1750072"/>
                  </a:lnTo>
                  <a:lnTo>
                    <a:pt x="1493316" y="1752079"/>
                  </a:lnTo>
                  <a:lnTo>
                    <a:pt x="1502321" y="1761363"/>
                  </a:lnTo>
                  <a:lnTo>
                    <a:pt x="1490179" y="1778711"/>
                  </a:lnTo>
                  <a:lnTo>
                    <a:pt x="1502448" y="1783321"/>
                  </a:lnTo>
                  <a:lnTo>
                    <a:pt x="1496847" y="1791322"/>
                  </a:lnTo>
                  <a:lnTo>
                    <a:pt x="1509115" y="1795945"/>
                  </a:lnTo>
                  <a:lnTo>
                    <a:pt x="1495323" y="1815642"/>
                  </a:lnTo>
                  <a:lnTo>
                    <a:pt x="1481899" y="1812683"/>
                  </a:lnTo>
                  <a:lnTo>
                    <a:pt x="1479092" y="1816684"/>
                  </a:lnTo>
                  <a:lnTo>
                    <a:pt x="1489494" y="1823961"/>
                  </a:lnTo>
                  <a:lnTo>
                    <a:pt x="1492300" y="1819960"/>
                  </a:lnTo>
                  <a:lnTo>
                    <a:pt x="1505508" y="1823237"/>
                  </a:lnTo>
                  <a:lnTo>
                    <a:pt x="1502702" y="1827250"/>
                  </a:lnTo>
                  <a:lnTo>
                    <a:pt x="1507274" y="1842871"/>
                  </a:lnTo>
                  <a:lnTo>
                    <a:pt x="1499908" y="1853374"/>
                  </a:lnTo>
                  <a:lnTo>
                    <a:pt x="1512874" y="1857019"/>
                  </a:lnTo>
                  <a:lnTo>
                    <a:pt x="1502029" y="1872500"/>
                  </a:lnTo>
                  <a:lnTo>
                    <a:pt x="1501216" y="1895805"/>
                  </a:lnTo>
                  <a:lnTo>
                    <a:pt x="1508963" y="1906879"/>
                  </a:lnTo>
                  <a:lnTo>
                    <a:pt x="1514411" y="1921256"/>
                  </a:lnTo>
                  <a:lnTo>
                    <a:pt x="1508950" y="1929053"/>
                  </a:lnTo>
                  <a:lnTo>
                    <a:pt x="1496669" y="1924443"/>
                  </a:lnTo>
                  <a:lnTo>
                    <a:pt x="1504594" y="1935276"/>
                  </a:lnTo>
                  <a:lnTo>
                    <a:pt x="1512506" y="1946109"/>
                  </a:lnTo>
                  <a:lnTo>
                    <a:pt x="1525790" y="1971421"/>
                  </a:lnTo>
                  <a:lnTo>
                    <a:pt x="1526755" y="1992198"/>
                  </a:lnTo>
                  <a:lnTo>
                    <a:pt x="1526400" y="2014842"/>
                  </a:lnTo>
                  <a:lnTo>
                    <a:pt x="1531023" y="2030387"/>
                  </a:lnTo>
                  <a:lnTo>
                    <a:pt x="1538808" y="2041423"/>
                  </a:lnTo>
                  <a:lnTo>
                    <a:pt x="1538274" y="2042172"/>
                  </a:lnTo>
                  <a:lnTo>
                    <a:pt x="1549209" y="2048700"/>
                  </a:lnTo>
                  <a:lnTo>
                    <a:pt x="1560220" y="2055114"/>
                  </a:lnTo>
                  <a:lnTo>
                    <a:pt x="1569313" y="2064270"/>
                  </a:lnTo>
                  <a:lnTo>
                    <a:pt x="1575955" y="2076932"/>
                  </a:lnTo>
                  <a:lnTo>
                    <a:pt x="1579613" y="2093849"/>
                  </a:lnTo>
                  <a:lnTo>
                    <a:pt x="1568272" y="2087905"/>
                  </a:lnTo>
                  <a:lnTo>
                    <a:pt x="1565300" y="2092159"/>
                  </a:lnTo>
                  <a:lnTo>
                    <a:pt x="1574939" y="2100529"/>
                  </a:lnTo>
                  <a:lnTo>
                    <a:pt x="1584591" y="2108898"/>
                  </a:lnTo>
                  <a:lnTo>
                    <a:pt x="1583474" y="2110473"/>
                  </a:lnTo>
                  <a:lnTo>
                    <a:pt x="1600022" y="2131136"/>
                  </a:lnTo>
                  <a:lnTo>
                    <a:pt x="1619021" y="2148281"/>
                  </a:lnTo>
                  <a:lnTo>
                    <a:pt x="1640116" y="2162429"/>
                  </a:lnTo>
                  <a:lnTo>
                    <a:pt x="1652562" y="2166797"/>
                  </a:lnTo>
                  <a:lnTo>
                    <a:pt x="1675765" y="2177948"/>
                  </a:lnTo>
                  <a:lnTo>
                    <a:pt x="1712468" y="2191956"/>
                  </a:lnTo>
                  <a:lnTo>
                    <a:pt x="1725269" y="2195817"/>
                  </a:lnTo>
                  <a:lnTo>
                    <a:pt x="1749425" y="2205609"/>
                  </a:lnTo>
                  <a:lnTo>
                    <a:pt x="1773301" y="2215781"/>
                  </a:lnTo>
                  <a:lnTo>
                    <a:pt x="1797024" y="2226195"/>
                  </a:lnTo>
                  <a:lnTo>
                    <a:pt x="1820646" y="2236736"/>
                  </a:lnTo>
                  <a:lnTo>
                    <a:pt x="1832698" y="2241664"/>
                  </a:lnTo>
                  <a:lnTo>
                    <a:pt x="1845538" y="2245461"/>
                  </a:lnTo>
                  <a:lnTo>
                    <a:pt x="1849208" y="2240229"/>
                  </a:lnTo>
                  <a:lnTo>
                    <a:pt x="1864931" y="2239899"/>
                  </a:lnTo>
                  <a:lnTo>
                    <a:pt x="1950961" y="2117026"/>
                  </a:lnTo>
                  <a:lnTo>
                    <a:pt x="2008416" y="1968500"/>
                  </a:lnTo>
                  <a:lnTo>
                    <a:pt x="2024164" y="1923872"/>
                  </a:lnTo>
                  <a:lnTo>
                    <a:pt x="2029180" y="1872411"/>
                  </a:lnTo>
                  <a:lnTo>
                    <a:pt x="2074913" y="1740649"/>
                  </a:lnTo>
                  <a:lnTo>
                    <a:pt x="2080793" y="1687957"/>
                  </a:lnTo>
                  <a:lnTo>
                    <a:pt x="2113521" y="1596910"/>
                  </a:lnTo>
                  <a:lnTo>
                    <a:pt x="2119401" y="1544218"/>
                  </a:lnTo>
                  <a:lnTo>
                    <a:pt x="2135530" y="1499031"/>
                  </a:lnTo>
                  <a:lnTo>
                    <a:pt x="2141029" y="1446898"/>
                  </a:lnTo>
                  <a:lnTo>
                    <a:pt x="2157171" y="1401686"/>
                  </a:lnTo>
                  <a:lnTo>
                    <a:pt x="2168296" y="1297216"/>
                  </a:lnTo>
                  <a:lnTo>
                    <a:pt x="2184133" y="1252448"/>
                  </a:lnTo>
                  <a:lnTo>
                    <a:pt x="2194864" y="1148537"/>
                  </a:lnTo>
                  <a:lnTo>
                    <a:pt x="2220938" y="934135"/>
                  </a:lnTo>
                  <a:lnTo>
                    <a:pt x="2241740" y="837971"/>
                  </a:lnTo>
                  <a:lnTo>
                    <a:pt x="2238044" y="798969"/>
                  </a:lnTo>
                  <a:lnTo>
                    <a:pt x="2257298" y="594296"/>
                  </a:lnTo>
                  <a:lnTo>
                    <a:pt x="2251506" y="536130"/>
                  </a:lnTo>
                  <a:lnTo>
                    <a:pt x="2256002" y="485432"/>
                  </a:lnTo>
                  <a:lnTo>
                    <a:pt x="2257590" y="394576"/>
                  </a:lnTo>
                  <a:lnTo>
                    <a:pt x="2257945" y="349770"/>
                  </a:lnTo>
                  <a:lnTo>
                    <a:pt x="2257780" y="305727"/>
                  </a:lnTo>
                  <a:lnTo>
                    <a:pt x="2258149" y="260896"/>
                  </a:lnTo>
                  <a:close/>
                </a:path>
                <a:path w="18275935" h="10284460">
                  <a:moveTo>
                    <a:pt x="16865931" y="8959393"/>
                  </a:moveTo>
                  <a:lnTo>
                    <a:pt x="16858539" y="8941092"/>
                  </a:lnTo>
                  <a:lnTo>
                    <a:pt x="16853853" y="8955456"/>
                  </a:lnTo>
                  <a:lnTo>
                    <a:pt x="16865931" y="8959393"/>
                  </a:lnTo>
                  <a:close/>
                </a:path>
                <a:path w="18275935" h="10284460">
                  <a:moveTo>
                    <a:pt x="17017238" y="9321736"/>
                  </a:moveTo>
                  <a:lnTo>
                    <a:pt x="17013276" y="9311183"/>
                  </a:lnTo>
                  <a:lnTo>
                    <a:pt x="17009898" y="9304515"/>
                  </a:lnTo>
                  <a:lnTo>
                    <a:pt x="17008183" y="9298407"/>
                  </a:lnTo>
                  <a:lnTo>
                    <a:pt x="16997083" y="9304045"/>
                  </a:lnTo>
                  <a:lnTo>
                    <a:pt x="16995953" y="9301823"/>
                  </a:lnTo>
                  <a:lnTo>
                    <a:pt x="16992613" y="9300731"/>
                  </a:lnTo>
                  <a:lnTo>
                    <a:pt x="16991483" y="9298508"/>
                  </a:lnTo>
                  <a:lnTo>
                    <a:pt x="16987038" y="9300756"/>
                  </a:lnTo>
                  <a:lnTo>
                    <a:pt x="16975913" y="9300820"/>
                  </a:lnTo>
                  <a:lnTo>
                    <a:pt x="16979291" y="9307487"/>
                  </a:lnTo>
                  <a:lnTo>
                    <a:pt x="16984891" y="9313012"/>
                  </a:lnTo>
                  <a:lnTo>
                    <a:pt x="16988270" y="9319679"/>
                  </a:lnTo>
                  <a:lnTo>
                    <a:pt x="16996017" y="9320530"/>
                  </a:lnTo>
                  <a:lnTo>
                    <a:pt x="17017238" y="9321736"/>
                  </a:lnTo>
                  <a:close/>
                </a:path>
                <a:path w="18275935" h="10284460">
                  <a:moveTo>
                    <a:pt x="17026586" y="9367368"/>
                  </a:moveTo>
                  <a:lnTo>
                    <a:pt x="17025519" y="9367304"/>
                  </a:lnTo>
                  <a:lnTo>
                    <a:pt x="17025608" y="9367596"/>
                  </a:lnTo>
                  <a:lnTo>
                    <a:pt x="17026586" y="9367368"/>
                  </a:lnTo>
                  <a:close/>
                </a:path>
                <a:path w="18275935" h="10284460">
                  <a:moveTo>
                    <a:pt x="17154208" y="9594215"/>
                  </a:moveTo>
                  <a:lnTo>
                    <a:pt x="17139590" y="9570923"/>
                  </a:lnTo>
                  <a:lnTo>
                    <a:pt x="17138498" y="9574276"/>
                  </a:lnTo>
                  <a:lnTo>
                    <a:pt x="17133520" y="9578200"/>
                  </a:lnTo>
                  <a:lnTo>
                    <a:pt x="17130205" y="9582671"/>
                  </a:lnTo>
                  <a:lnTo>
                    <a:pt x="17129684" y="9589910"/>
                  </a:lnTo>
                  <a:lnTo>
                    <a:pt x="17128046" y="9594926"/>
                  </a:lnTo>
                  <a:lnTo>
                    <a:pt x="17127538" y="9602165"/>
                  </a:lnTo>
                  <a:lnTo>
                    <a:pt x="17154208" y="9594215"/>
                  </a:lnTo>
                  <a:close/>
                </a:path>
                <a:path w="18275935" h="10284460">
                  <a:moveTo>
                    <a:pt x="17676635" y="9344584"/>
                  </a:moveTo>
                  <a:lnTo>
                    <a:pt x="17672736" y="9345168"/>
                  </a:lnTo>
                  <a:lnTo>
                    <a:pt x="17668291" y="9347416"/>
                  </a:lnTo>
                  <a:lnTo>
                    <a:pt x="17664405" y="9348000"/>
                  </a:lnTo>
                  <a:lnTo>
                    <a:pt x="17666081" y="9348546"/>
                  </a:lnTo>
                  <a:lnTo>
                    <a:pt x="17667199" y="9350769"/>
                  </a:lnTo>
                  <a:lnTo>
                    <a:pt x="17668875" y="9351315"/>
                  </a:lnTo>
                  <a:lnTo>
                    <a:pt x="17671644" y="9348508"/>
                  </a:lnTo>
                  <a:lnTo>
                    <a:pt x="17673866" y="9347390"/>
                  </a:lnTo>
                  <a:lnTo>
                    <a:pt x="17676635" y="9344584"/>
                  </a:lnTo>
                  <a:close/>
                </a:path>
                <a:path w="18275935" h="10284460">
                  <a:moveTo>
                    <a:pt x="17681740" y="9006611"/>
                  </a:moveTo>
                  <a:lnTo>
                    <a:pt x="17681626" y="8998128"/>
                  </a:lnTo>
                  <a:lnTo>
                    <a:pt x="17679569" y="9004402"/>
                  </a:lnTo>
                  <a:lnTo>
                    <a:pt x="17681740" y="9006611"/>
                  </a:lnTo>
                  <a:close/>
                </a:path>
                <a:path w="18275935" h="10284460">
                  <a:moveTo>
                    <a:pt x="17688649" y="9140215"/>
                  </a:moveTo>
                  <a:lnTo>
                    <a:pt x="17680915" y="9122994"/>
                  </a:lnTo>
                  <a:lnTo>
                    <a:pt x="17671225" y="9152636"/>
                  </a:lnTo>
                  <a:lnTo>
                    <a:pt x="17669739" y="9157183"/>
                  </a:lnTo>
                  <a:lnTo>
                    <a:pt x="17680331" y="9165679"/>
                  </a:lnTo>
                  <a:lnTo>
                    <a:pt x="17688649" y="9140215"/>
                  </a:lnTo>
                  <a:close/>
                </a:path>
                <a:path w="18275935" h="10284460">
                  <a:moveTo>
                    <a:pt x="17689030" y="9278277"/>
                  </a:moveTo>
                  <a:lnTo>
                    <a:pt x="17687519" y="9249410"/>
                  </a:lnTo>
                  <a:lnTo>
                    <a:pt x="17686566" y="9240444"/>
                  </a:lnTo>
                  <a:lnTo>
                    <a:pt x="17677943" y="9257995"/>
                  </a:lnTo>
                  <a:lnTo>
                    <a:pt x="17675327" y="9267787"/>
                  </a:lnTo>
                  <a:lnTo>
                    <a:pt x="17678946" y="9273362"/>
                  </a:lnTo>
                  <a:lnTo>
                    <a:pt x="17689030" y="9278277"/>
                  </a:lnTo>
                  <a:close/>
                </a:path>
                <a:path w="18275935" h="10284460">
                  <a:moveTo>
                    <a:pt x="17689513" y="9174747"/>
                  </a:moveTo>
                  <a:lnTo>
                    <a:pt x="17686160" y="9173654"/>
                  </a:lnTo>
                  <a:lnTo>
                    <a:pt x="17683938" y="9174785"/>
                  </a:lnTo>
                  <a:lnTo>
                    <a:pt x="17680597" y="9173693"/>
                  </a:lnTo>
                  <a:lnTo>
                    <a:pt x="17676978" y="9218790"/>
                  </a:lnTo>
                  <a:lnTo>
                    <a:pt x="17686668" y="9208973"/>
                  </a:lnTo>
                  <a:lnTo>
                    <a:pt x="17688471" y="9197784"/>
                  </a:lnTo>
                  <a:lnTo>
                    <a:pt x="17687659" y="9186088"/>
                  </a:lnTo>
                  <a:lnTo>
                    <a:pt x="17689513" y="9174747"/>
                  </a:lnTo>
                  <a:close/>
                </a:path>
                <a:path w="18275935" h="10284460">
                  <a:moveTo>
                    <a:pt x="17689602" y="9014625"/>
                  </a:moveTo>
                  <a:lnTo>
                    <a:pt x="17681740" y="9006611"/>
                  </a:lnTo>
                  <a:lnTo>
                    <a:pt x="17682147" y="9037409"/>
                  </a:lnTo>
                  <a:lnTo>
                    <a:pt x="17689602" y="9014625"/>
                  </a:lnTo>
                  <a:close/>
                </a:path>
                <a:path w="18275935" h="10284460">
                  <a:moveTo>
                    <a:pt x="17703445" y="9540354"/>
                  </a:moveTo>
                  <a:lnTo>
                    <a:pt x="17701235" y="9526841"/>
                  </a:lnTo>
                  <a:lnTo>
                    <a:pt x="17699597" y="9513164"/>
                  </a:lnTo>
                  <a:lnTo>
                    <a:pt x="17696993" y="9486392"/>
                  </a:lnTo>
                  <a:lnTo>
                    <a:pt x="17695317" y="9485846"/>
                  </a:lnTo>
                  <a:lnTo>
                    <a:pt x="17691418" y="9486430"/>
                  </a:lnTo>
                  <a:lnTo>
                    <a:pt x="17689208" y="9487560"/>
                  </a:lnTo>
                  <a:lnTo>
                    <a:pt x="17691888" y="9501226"/>
                  </a:lnTo>
                  <a:lnTo>
                    <a:pt x="17690135" y="9515170"/>
                  </a:lnTo>
                  <a:lnTo>
                    <a:pt x="17689538" y="9528810"/>
                  </a:lnTo>
                  <a:lnTo>
                    <a:pt x="17695660" y="9541510"/>
                  </a:lnTo>
                  <a:lnTo>
                    <a:pt x="17699546" y="9540926"/>
                  </a:lnTo>
                  <a:lnTo>
                    <a:pt x="17701222" y="9541472"/>
                  </a:lnTo>
                  <a:lnTo>
                    <a:pt x="17703445" y="9540354"/>
                  </a:lnTo>
                  <a:close/>
                </a:path>
                <a:path w="18275935" h="10284460">
                  <a:moveTo>
                    <a:pt x="17913706" y="8124114"/>
                  </a:moveTo>
                  <a:lnTo>
                    <a:pt x="17903406" y="8114728"/>
                  </a:lnTo>
                  <a:lnTo>
                    <a:pt x="17906010" y="8106791"/>
                  </a:lnTo>
                  <a:lnTo>
                    <a:pt x="17896942" y="8093646"/>
                  </a:lnTo>
                  <a:lnTo>
                    <a:pt x="17899952" y="8084439"/>
                  </a:lnTo>
                  <a:lnTo>
                    <a:pt x="17891646" y="8068945"/>
                  </a:lnTo>
                  <a:lnTo>
                    <a:pt x="17895113" y="8058328"/>
                  </a:lnTo>
                  <a:lnTo>
                    <a:pt x="17885487" y="8046910"/>
                  </a:lnTo>
                  <a:lnTo>
                    <a:pt x="17862042" y="8036877"/>
                  </a:lnTo>
                  <a:lnTo>
                    <a:pt x="17869142" y="8015135"/>
                  </a:lnTo>
                  <a:lnTo>
                    <a:pt x="17857077" y="8011185"/>
                  </a:lnTo>
                  <a:lnTo>
                    <a:pt x="17856531" y="8012862"/>
                  </a:lnTo>
                  <a:lnTo>
                    <a:pt x="17847552" y="7999425"/>
                  </a:lnTo>
                  <a:lnTo>
                    <a:pt x="17855934" y="7973784"/>
                  </a:lnTo>
                  <a:lnTo>
                    <a:pt x="17843856" y="7969834"/>
                  </a:lnTo>
                  <a:lnTo>
                    <a:pt x="17835207" y="7996314"/>
                  </a:lnTo>
                  <a:lnTo>
                    <a:pt x="17826660" y="7981582"/>
                  </a:lnTo>
                  <a:lnTo>
                    <a:pt x="17818227" y="7966519"/>
                  </a:lnTo>
                  <a:lnTo>
                    <a:pt x="17821898" y="7955254"/>
                  </a:lnTo>
                  <a:lnTo>
                    <a:pt x="17796117" y="7952384"/>
                  </a:lnTo>
                  <a:lnTo>
                    <a:pt x="17771161" y="7947012"/>
                  </a:lnTo>
                  <a:lnTo>
                    <a:pt x="17758258" y="7945577"/>
                  </a:lnTo>
                  <a:lnTo>
                    <a:pt x="17747285" y="7938287"/>
                  </a:lnTo>
                  <a:lnTo>
                    <a:pt x="17748377" y="7934947"/>
                  </a:lnTo>
                  <a:lnTo>
                    <a:pt x="17744148" y="7907007"/>
                  </a:lnTo>
                  <a:lnTo>
                    <a:pt x="17723638" y="7887983"/>
                  </a:lnTo>
                  <a:lnTo>
                    <a:pt x="17701083" y="7875232"/>
                  </a:lnTo>
                  <a:lnTo>
                    <a:pt x="17690707" y="7866113"/>
                  </a:lnTo>
                  <a:lnTo>
                    <a:pt x="17678985" y="7861097"/>
                  </a:lnTo>
                  <a:lnTo>
                    <a:pt x="17666081" y="7859687"/>
                  </a:lnTo>
                  <a:lnTo>
                    <a:pt x="17652302" y="7860970"/>
                  </a:lnTo>
                  <a:lnTo>
                    <a:pt x="17641342" y="7853629"/>
                  </a:lnTo>
                  <a:lnTo>
                    <a:pt x="17628426" y="7852245"/>
                  </a:lnTo>
                  <a:lnTo>
                    <a:pt x="17614697" y="7853375"/>
                  </a:lnTo>
                  <a:lnTo>
                    <a:pt x="17589208" y="7849616"/>
                  </a:lnTo>
                  <a:lnTo>
                    <a:pt x="17575810" y="7849717"/>
                  </a:lnTo>
                  <a:lnTo>
                    <a:pt x="17550194" y="7846352"/>
                  </a:lnTo>
                  <a:lnTo>
                    <a:pt x="17536541" y="7847254"/>
                  </a:lnTo>
                  <a:lnTo>
                    <a:pt x="17510760" y="7844358"/>
                  </a:lnTo>
                  <a:lnTo>
                    <a:pt x="17405985" y="7837906"/>
                  </a:lnTo>
                  <a:lnTo>
                    <a:pt x="17400524" y="7854607"/>
                  </a:lnTo>
                  <a:lnTo>
                    <a:pt x="17386808" y="7855699"/>
                  </a:lnTo>
                  <a:lnTo>
                    <a:pt x="17389539" y="7847343"/>
                  </a:lnTo>
                  <a:lnTo>
                    <a:pt x="17376928" y="7845069"/>
                  </a:lnTo>
                  <a:lnTo>
                    <a:pt x="17347261" y="7935862"/>
                  </a:lnTo>
                  <a:lnTo>
                    <a:pt x="17328236" y="7953210"/>
                  </a:lnTo>
                  <a:lnTo>
                    <a:pt x="17289882" y="8070609"/>
                  </a:lnTo>
                  <a:lnTo>
                    <a:pt x="17288929" y="8114424"/>
                  </a:lnTo>
                  <a:lnTo>
                    <a:pt x="17241114" y="8260778"/>
                  </a:lnTo>
                  <a:lnTo>
                    <a:pt x="17240949" y="8302180"/>
                  </a:lnTo>
                  <a:lnTo>
                    <a:pt x="17228820" y="8339328"/>
                  </a:lnTo>
                  <a:lnTo>
                    <a:pt x="17228897" y="8379942"/>
                  </a:lnTo>
                  <a:lnTo>
                    <a:pt x="17216692" y="8417331"/>
                  </a:lnTo>
                  <a:lnTo>
                    <a:pt x="17216628" y="8499348"/>
                  </a:lnTo>
                  <a:lnTo>
                    <a:pt x="17204411" y="8536724"/>
                  </a:lnTo>
                  <a:lnTo>
                    <a:pt x="17205821" y="8573300"/>
                  </a:lnTo>
                  <a:lnTo>
                    <a:pt x="17195165" y="8605926"/>
                  </a:lnTo>
                  <a:lnTo>
                    <a:pt x="17196588" y="8642490"/>
                  </a:lnTo>
                  <a:lnTo>
                    <a:pt x="17185920" y="8675116"/>
                  </a:lnTo>
                  <a:lnTo>
                    <a:pt x="17183392" y="8846477"/>
                  </a:lnTo>
                  <a:lnTo>
                    <a:pt x="17160126" y="9122156"/>
                  </a:lnTo>
                  <a:lnTo>
                    <a:pt x="17168267" y="9179039"/>
                  </a:lnTo>
                  <a:lnTo>
                    <a:pt x="17160685" y="9284043"/>
                  </a:lnTo>
                  <a:lnTo>
                    <a:pt x="17169054" y="9340202"/>
                  </a:lnTo>
                  <a:lnTo>
                    <a:pt x="17165384" y="9392348"/>
                  </a:lnTo>
                  <a:lnTo>
                    <a:pt x="17164431" y="9436151"/>
                  </a:lnTo>
                  <a:lnTo>
                    <a:pt x="17175709" y="9483433"/>
                  </a:lnTo>
                  <a:lnTo>
                    <a:pt x="17174375" y="9569323"/>
                  </a:lnTo>
                  <a:lnTo>
                    <a:pt x="17177195" y="9642462"/>
                  </a:lnTo>
                  <a:lnTo>
                    <a:pt x="17166984" y="9632823"/>
                  </a:lnTo>
                  <a:lnTo>
                    <a:pt x="17168546" y="9628060"/>
                  </a:lnTo>
                  <a:lnTo>
                    <a:pt x="17157827" y="9619983"/>
                  </a:lnTo>
                  <a:lnTo>
                    <a:pt x="17146994" y="9612224"/>
                  </a:lnTo>
                  <a:lnTo>
                    <a:pt x="17142625" y="9625609"/>
                  </a:lnTo>
                  <a:lnTo>
                    <a:pt x="17133393" y="9612960"/>
                  </a:lnTo>
                  <a:lnTo>
                    <a:pt x="17133215" y="9613506"/>
                  </a:lnTo>
                  <a:lnTo>
                    <a:pt x="17119638" y="9614192"/>
                  </a:lnTo>
                  <a:lnTo>
                    <a:pt x="17127766" y="9589287"/>
                  </a:lnTo>
                  <a:lnTo>
                    <a:pt x="17117886" y="9578645"/>
                  </a:lnTo>
                  <a:lnTo>
                    <a:pt x="17121569" y="9567380"/>
                  </a:lnTo>
                  <a:lnTo>
                    <a:pt x="17113123" y="9552330"/>
                  </a:lnTo>
                  <a:lnTo>
                    <a:pt x="17116654" y="9541535"/>
                  </a:lnTo>
                  <a:lnTo>
                    <a:pt x="17107954" y="9527261"/>
                  </a:lnTo>
                  <a:lnTo>
                    <a:pt x="17109732" y="9521800"/>
                  </a:lnTo>
                  <a:lnTo>
                    <a:pt x="17099090" y="9513494"/>
                  </a:lnTo>
                  <a:lnTo>
                    <a:pt x="17100411" y="9509442"/>
                  </a:lnTo>
                  <a:lnTo>
                    <a:pt x="17089819" y="9500972"/>
                  </a:lnTo>
                  <a:lnTo>
                    <a:pt x="17082974" y="9481033"/>
                  </a:lnTo>
                  <a:lnTo>
                    <a:pt x="17076738" y="9459201"/>
                  </a:lnTo>
                  <a:lnTo>
                    <a:pt x="17069893" y="9439262"/>
                  </a:lnTo>
                  <a:lnTo>
                    <a:pt x="17049128" y="9421025"/>
                  </a:lnTo>
                  <a:lnTo>
                    <a:pt x="17050766" y="9416009"/>
                  </a:lnTo>
                  <a:lnTo>
                    <a:pt x="17044442" y="9394495"/>
                  </a:lnTo>
                  <a:lnTo>
                    <a:pt x="17026027" y="9369044"/>
                  </a:lnTo>
                  <a:lnTo>
                    <a:pt x="17025608" y="9367596"/>
                  </a:lnTo>
                  <a:lnTo>
                    <a:pt x="17012146" y="9370670"/>
                  </a:lnTo>
                  <a:lnTo>
                    <a:pt x="16995750" y="9379953"/>
                  </a:lnTo>
                  <a:lnTo>
                    <a:pt x="16993693" y="9386252"/>
                  </a:lnTo>
                  <a:lnTo>
                    <a:pt x="16983799" y="9375610"/>
                  </a:lnTo>
                  <a:lnTo>
                    <a:pt x="16975011" y="9361627"/>
                  </a:lnTo>
                  <a:lnTo>
                    <a:pt x="16987825" y="9363304"/>
                  </a:lnTo>
                  <a:lnTo>
                    <a:pt x="17000589" y="9365132"/>
                  </a:lnTo>
                  <a:lnTo>
                    <a:pt x="17013454" y="9366644"/>
                  </a:lnTo>
                  <a:lnTo>
                    <a:pt x="17025519" y="9367304"/>
                  </a:lnTo>
                  <a:lnTo>
                    <a:pt x="17013365" y="9326016"/>
                  </a:lnTo>
                  <a:lnTo>
                    <a:pt x="16999649" y="9327096"/>
                  </a:lnTo>
                  <a:lnTo>
                    <a:pt x="16992550" y="9348851"/>
                  </a:lnTo>
                  <a:lnTo>
                    <a:pt x="16980612" y="9344482"/>
                  </a:lnTo>
                  <a:lnTo>
                    <a:pt x="16981564" y="9341561"/>
                  </a:lnTo>
                  <a:lnTo>
                    <a:pt x="16972090" y="9329661"/>
                  </a:lnTo>
                  <a:lnTo>
                    <a:pt x="16978783" y="9309176"/>
                  </a:lnTo>
                  <a:lnTo>
                    <a:pt x="16967810" y="9301886"/>
                  </a:lnTo>
                  <a:lnTo>
                    <a:pt x="16970680" y="9293098"/>
                  </a:lnTo>
                  <a:lnTo>
                    <a:pt x="16959834" y="9285389"/>
                  </a:lnTo>
                  <a:lnTo>
                    <a:pt x="16961066" y="9281630"/>
                  </a:lnTo>
                  <a:lnTo>
                    <a:pt x="16950220" y="9273921"/>
                  </a:lnTo>
                  <a:lnTo>
                    <a:pt x="16963771" y="9273337"/>
                  </a:lnTo>
                  <a:lnTo>
                    <a:pt x="16965092" y="9269285"/>
                  </a:lnTo>
                  <a:lnTo>
                    <a:pt x="16978592" y="9268866"/>
                  </a:lnTo>
                  <a:lnTo>
                    <a:pt x="16980383" y="9263405"/>
                  </a:lnTo>
                  <a:lnTo>
                    <a:pt x="16991622" y="9269882"/>
                  </a:lnTo>
                  <a:lnTo>
                    <a:pt x="16983164" y="9295790"/>
                  </a:lnTo>
                  <a:lnTo>
                    <a:pt x="16991483" y="9298508"/>
                  </a:lnTo>
                  <a:lnTo>
                    <a:pt x="16995229" y="9299727"/>
                  </a:lnTo>
                  <a:lnTo>
                    <a:pt x="17000500" y="9283598"/>
                  </a:lnTo>
                  <a:lnTo>
                    <a:pt x="16992651" y="9266720"/>
                  </a:lnTo>
                  <a:lnTo>
                    <a:pt x="16984295" y="9251404"/>
                  </a:lnTo>
                  <a:lnTo>
                    <a:pt x="16976509" y="9234360"/>
                  </a:lnTo>
                  <a:lnTo>
                    <a:pt x="16980332" y="9222651"/>
                  </a:lnTo>
                  <a:lnTo>
                    <a:pt x="16970121" y="9213024"/>
                  </a:lnTo>
                  <a:lnTo>
                    <a:pt x="16970998" y="9210345"/>
                  </a:lnTo>
                  <a:lnTo>
                    <a:pt x="16958374" y="9208071"/>
                  </a:lnTo>
                  <a:lnTo>
                    <a:pt x="16947985" y="9239860"/>
                  </a:lnTo>
                  <a:lnTo>
                    <a:pt x="16938841" y="9226956"/>
                  </a:lnTo>
                  <a:lnTo>
                    <a:pt x="16946753" y="9202750"/>
                  </a:lnTo>
                  <a:lnTo>
                    <a:pt x="16963289" y="9193022"/>
                  </a:lnTo>
                  <a:lnTo>
                    <a:pt x="16964381" y="9189669"/>
                  </a:lnTo>
                  <a:lnTo>
                    <a:pt x="16954500" y="9179039"/>
                  </a:lnTo>
                  <a:lnTo>
                    <a:pt x="16951770" y="9187396"/>
                  </a:lnTo>
                  <a:lnTo>
                    <a:pt x="16935323" y="9196845"/>
                  </a:lnTo>
                  <a:lnTo>
                    <a:pt x="16921607" y="9197911"/>
                  </a:lnTo>
                  <a:lnTo>
                    <a:pt x="16922700" y="9194571"/>
                  </a:lnTo>
                  <a:lnTo>
                    <a:pt x="16911181" y="9188958"/>
                  </a:lnTo>
                  <a:lnTo>
                    <a:pt x="16924884" y="9187878"/>
                  </a:lnTo>
                  <a:lnTo>
                    <a:pt x="16925989" y="9184538"/>
                  </a:lnTo>
                  <a:lnTo>
                    <a:pt x="16939692" y="9183459"/>
                  </a:lnTo>
                  <a:lnTo>
                    <a:pt x="16947350" y="9160040"/>
                  </a:lnTo>
                  <a:lnTo>
                    <a:pt x="16942270" y="9134678"/>
                  </a:lnTo>
                  <a:lnTo>
                    <a:pt x="16933774" y="9119794"/>
                  </a:lnTo>
                  <a:lnTo>
                    <a:pt x="16925265" y="9104909"/>
                  </a:lnTo>
                  <a:lnTo>
                    <a:pt x="16920655" y="9078150"/>
                  </a:lnTo>
                  <a:lnTo>
                    <a:pt x="16904424" y="9046032"/>
                  </a:lnTo>
                  <a:lnTo>
                    <a:pt x="16891851" y="9084513"/>
                  </a:lnTo>
                  <a:lnTo>
                    <a:pt x="16881831" y="9074290"/>
                  </a:lnTo>
                  <a:lnTo>
                    <a:pt x="16883888" y="9068016"/>
                  </a:lnTo>
                  <a:lnTo>
                    <a:pt x="16873855" y="9057805"/>
                  </a:lnTo>
                  <a:lnTo>
                    <a:pt x="16878389" y="9043949"/>
                  </a:lnTo>
                  <a:lnTo>
                    <a:pt x="16868890" y="9032113"/>
                  </a:lnTo>
                  <a:lnTo>
                    <a:pt x="16874770" y="9014130"/>
                  </a:lnTo>
                  <a:lnTo>
                    <a:pt x="16859962" y="9018549"/>
                  </a:lnTo>
                  <a:lnTo>
                    <a:pt x="16860647" y="9016454"/>
                  </a:lnTo>
                  <a:lnTo>
                    <a:pt x="16848151" y="9013812"/>
                  </a:lnTo>
                  <a:lnTo>
                    <a:pt x="16851148" y="9004617"/>
                  </a:lnTo>
                  <a:lnTo>
                    <a:pt x="16867480" y="8995537"/>
                  </a:lnTo>
                  <a:lnTo>
                    <a:pt x="16871938" y="8981897"/>
                  </a:lnTo>
                  <a:lnTo>
                    <a:pt x="16864838" y="8962733"/>
                  </a:lnTo>
                  <a:lnTo>
                    <a:pt x="16851707" y="9002890"/>
                  </a:lnTo>
                  <a:lnTo>
                    <a:pt x="16839641" y="8998953"/>
                  </a:lnTo>
                  <a:lnTo>
                    <a:pt x="16858539" y="8941092"/>
                  </a:lnTo>
                  <a:lnTo>
                    <a:pt x="16851160" y="8922804"/>
                  </a:lnTo>
                  <a:lnTo>
                    <a:pt x="16843617" y="8904973"/>
                  </a:lnTo>
                  <a:lnTo>
                    <a:pt x="16838448" y="8892756"/>
                  </a:lnTo>
                  <a:lnTo>
                    <a:pt x="16838448" y="8920797"/>
                  </a:lnTo>
                  <a:lnTo>
                    <a:pt x="16836263" y="8927490"/>
                  </a:lnTo>
                  <a:lnTo>
                    <a:pt x="16822560" y="8928557"/>
                  </a:lnTo>
                  <a:lnTo>
                    <a:pt x="16810482" y="8924620"/>
                  </a:lnTo>
                  <a:lnTo>
                    <a:pt x="16815334" y="8909774"/>
                  </a:lnTo>
                  <a:lnTo>
                    <a:pt x="16805580" y="8898738"/>
                  </a:lnTo>
                  <a:lnTo>
                    <a:pt x="16808247" y="8890571"/>
                  </a:lnTo>
                  <a:lnTo>
                    <a:pt x="16818407" y="8900363"/>
                  </a:lnTo>
                  <a:lnTo>
                    <a:pt x="16829634" y="8906916"/>
                  </a:lnTo>
                  <a:lnTo>
                    <a:pt x="16828021" y="8911831"/>
                  </a:lnTo>
                  <a:lnTo>
                    <a:pt x="16838448" y="8920797"/>
                  </a:lnTo>
                  <a:lnTo>
                    <a:pt x="16838448" y="8892756"/>
                  </a:lnTo>
                  <a:lnTo>
                    <a:pt x="16836085" y="8887155"/>
                  </a:lnTo>
                  <a:lnTo>
                    <a:pt x="16820388" y="8853386"/>
                  </a:lnTo>
                  <a:lnTo>
                    <a:pt x="16803777" y="8822449"/>
                  </a:lnTo>
                  <a:lnTo>
                    <a:pt x="16802126" y="8827516"/>
                  </a:lnTo>
                  <a:lnTo>
                    <a:pt x="16788295" y="8828964"/>
                  </a:lnTo>
                  <a:lnTo>
                    <a:pt x="16786327" y="8834971"/>
                  </a:lnTo>
                  <a:lnTo>
                    <a:pt x="16771989" y="8837981"/>
                  </a:lnTo>
                  <a:lnTo>
                    <a:pt x="16788968" y="8785987"/>
                  </a:lnTo>
                  <a:lnTo>
                    <a:pt x="16788079" y="8785250"/>
                  </a:lnTo>
                  <a:lnTo>
                    <a:pt x="16778491" y="8777160"/>
                  </a:lnTo>
                  <a:lnTo>
                    <a:pt x="16782872" y="8763775"/>
                  </a:lnTo>
                  <a:lnTo>
                    <a:pt x="16760368" y="8750859"/>
                  </a:lnTo>
                  <a:lnTo>
                    <a:pt x="16749116" y="8744407"/>
                  </a:lnTo>
                  <a:lnTo>
                    <a:pt x="16752659" y="8733536"/>
                  </a:lnTo>
                  <a:lnTo>
                    <a:pt x="16742779" y="8722906"/>
                  </a:lnTo>
                  <a:lnTo>
                    <a:pt x="16743871" y="8719553"/>
                  </a:lnTo>
                  <a:lnTo>
                    <a:pt x="16730701" y="8718956"/>
                  </a:lnTo>
                  <a:lnTo>
                    <a:pt x="16736670" y="8700681"/>
                  </a:lnTo>
                  <a:lnTo>
                    <a:pt x="16727450" y="8688032"/>
                  </a:lnTo>
                  <a:lnTo>
                    <a:pt x="16729977" y="8680272"/>
                  </a:lnTo>
                  <a:lnTo>
                    <a:pt x="16743820" y="8678799"/>
                  </a:lnTo>
                  <a:lnTo>
                    <a:pt x="16746004" y="8672119"/>
                  </a:lnTo>
                  <a:lnTo>
                    <a:pt x="16731755" y="8674862"/>
                  </a:lnTo>
                  <a:lnTo>
                    <a:pt x="16730104" y="8679878"/>
                  </a:lnTo>
                  <a:lnTo>
                    <a:pt x="16715855" y="8682634"/>
                  </a:lnTo>
                  <a:lnTo>
                    <a:pt x="16729520" y="8640801"/>
                  </a:lnTo>
                  <a:lnTo>
                    <a:pt x="16716515" y="8639708"/>
                  </a:lnTo>
                  <a:lnTo>
                    <a:pt x="16715321" y="8643341"/>
                  </a:lnTo>
                  <a:lnTo>
                    <a:pt x="16701758" y="8643976"/>
                  </a:lnTo>
                  <a:lnTo>
                    <a:pt x="16708108" y="8624557"/>
                  </a:lnTo>
                  <a:lnTo>
                    <a:pt x="16702596" y="8600529"/>
                  </a:lnTo>
                  <a:lnTo>
                    <a:pt x="16692067" y="8591829"/>
                  </a:lnTo>
                  <a:lnTo>
                    <a:pt x="16694976" y="8582939"/>
                  </a:lnTo>
                  <a:lnTo>
                    <a:pt x="16684460" y="8574240"/>
                  </a:lnTo>
                  <a:lnTo>
                    <a:pt x="16686098" y="8569236"/>
                  </a:lnTo>
                  <a:lnTo>
                    <a:pt x="16699268" y="8569820"/>
                  </a:lnTo>
                  <a:lnTo>
                    <a:pt x="16688651" y="8561426"/>
                  </a:lnTo>
                  <a:lnTo>
                    <a:pt x="16678034" y="8553018"/>
                  </a:lnTo>
                  <a:lnTo>
                    <a:pt x="16658285" y="8531669"/>
                  </a:lnTo>
                  <a:lnTo>
                    <a:pt x="16639667" y="8506866"/>
                  </a:lnTo>
                  <a:lnTo>
                    <a:pt x="16633889" y="8483663"/>
                  </a:lnTo>
                  <a:lnTo>
                    <a:pt x="16637267" y="8473313"/>
                  </a:lnTo>
                  <a:lnTo>
                    <a:pt x="16626739" y="8464664"/>
                  </a:lnTo>
                  <a:lnTo>
                    <a:pt x="16614966" y="8459775"/>
                  </a:lnTo>
                  <a:lnTo>
                    <a:pt x="16602583" y="8456778"/>
                  </a:lnTo>
                  <a:lnTo>
                    <a:pt x="16590163" y="8453920"/>
                  </a:lnTo>
                  <a:lnTo>
                    <a:pt x="16578860" y="8447634"/>
                  </a:lnTo>
                  <a:lnTo>
                    <a:pt x="16568979" y="8436940"/>
                  </a:lnTo>
                  <a:lnTo>
                    <a:pt x="16573475" y="8423199"/>
                  </a:lnTo>
                  <a:lnTo>
                    <a:pt x="16586645" y="8423783"/>
                  </a:lnTo>
                  <a:lnTo>
                    <a:pt x="16575215" y="8417865"/>
                  </a:lnTo>
                  <a:lnTo>
                    <a:pt x="16551961" y="8407247"/>
                  </a:lnTo>
                  <a:lnTo>
                    <a:pt x="16552609" y="8405266"/>
                  </a:lnTo>
                  <a:lnTo>
                    <a:pt x="16530955" y="8389747"/>
                  </a:lnTo>
                  <a:lnTo>
                    <a:pt x="16483559" y="8371256"/>
                  </a:lnTo>
                  <a:lnTo>
                    <a:pt x="16432670" y="8363420"/>
                  </a:lnTo>
                  <a:lnTo>
                    <a:pt x="16393249" y="8361426"/>
                  </a:lnTo>
                  <a:lnTo>
                    <a:pt x="16379774" y="8361769"/>
                  </a:lnTo>
                  <a:lnTo>
                    <a:pt x="16341598" y="8355914"/>
                  </a:lnTo>
                  <a:lnTo>
                    <a:pt x="16315652" y="8353552"/>
                  </a:lnTo>
                  <a:lnTo>
                    <a:pt x="16289808" y="8350859"/>
                  </a:lnTo>
                  <a:lnTo>
                    <a:pt x="16264027" y="8348015"/>
                  </a:lnTo>
                  <a:lnTo>
                    <a:pt x="16250984" y="8347024"/>
                  </a:lnTo>
                  <a:lnTo>
                    <a:pt x="16237484" y="8347456"/>
                  </a:lnTo>
                  <a:lnTo>
                    <a:pt x="16235337" y="8354009"/>
                  </a:lnTo>
                  <a:lnTo>
                    <a:pt x="16220148" y="8359610"/>
                  </a:lnTo>
                  <a:lnTo>
                    <a:pt x="16173323" y="8502967"/>
                  </a:lnTo>
                  <a:lnTo>
                    <a:pt x="16166237" y="8688235"/>
                  </a:lnTo>
                  <a:lnTo>
                    <a:pt x="16157042" y="8839073"/>
                  </a:lnTo>
                  <a:lnTo>
                    <a:pt x="16166211" y="8892807"/>
                  </a:lnTo>
                  <a:lnTo>
                    <a:pt x="16163252" y="8942768"/>
                  </a:lnTo>
                  <a:lnTo>
                    <a:pt x="16171787" y="8998445"/>
                  </a:lnTo>
                  <a:lnTo>
                    <a:pt x="16168192" y="9050325"/>
                  </a:lnTo>
                  <a:lnTo>
                    <a:pt x="16176676" y="9106154"/>
                  </a:lnTo>
                  <a:lnTo>
                    <a:pt x="16173133" y="9157894"/>
                  </a:lnTo>
                  <a:lnTo>
                    <a:pt x="16181756" y="9213304"/>
                  </a:lnTo>
                  <a:lnTo>
                    <a:pt x="16178441" y="9264345"/>
                  </a:lnTo>
                  <a:lnTo>
                    <a:pt x="16204489" y="9430004"/>
                  </a:lnTo>
                  <a:lnTo>
                    <a:pt x="16201212" y="9480931"/>
                  </a:lnTo>
                  <a:lnTo>
                    <a:pt x="16218878" y="9590456"/>
                  </a:lnTo>
                  <a:lnTo>
                    <a:pt x="16230016" y="9638132"/>
                  </a:lnTo>
                  <a:lnTo>
                    <a:pt x="16229279" y="9681312"/>
                  </a:lnTo>
                  <a:lnTo>
                    <a:pt x="16263582" y="9821685"/>
                  </a:lnTo>
                  <a:lnTo>
                    <a:pt x="16267494" y="9891471"/>
                  </a:lnTo>
                  <a:lnTo>
                    <a:pt x="16281426" y="9930625"/>
                  </a:lnTo>
                  <a:lnTo>
                    <a:pt x="16283496" y="9965207"/>
                  </a:lnTo>
                  <a:lnTo>
                    <a:pt x="16351403" y="10248087"/>
                  </a:lnTo>
                  <a:lnTo>
                    <a:pt x="16366376" y="10284066"/>
                  </a:lnTo>
                  <a:lnTo>
                    <a:pt x="16713759" y="10284054"/>
                  </a:lnTo>
                  <a:lnTo>
                    <a:pt x="16704374" y="10271862"/>
                  </a:lnTo>
                  <a:lnTo>
                    <a:pt x="16697973" y="10250589"/>
                  </a:lnTo>
                  <a:lnTo>
                    <a:pt x="16699611" y="10245560"/>
                  </a:lnTo>
                  <a:lnTo>
                    <a:pt x="16691636" y="10229075"/>
                  </a:lnTo>
                  <a:lnTo>
                    <a:pt x="16699827" y="10203980"/>
                  </a:lnTo>
                  <a:lnTo>
                    <a:pt x="16691864" y="10187483"/>
                  </a:lnTo>
                  <a:lnTo>
                    <a:pt x="16695458" y="10176485"/>
                  </a:lnTo>
                  <a:lnTo>
                    <a:pt x="16688029" y="10164051"/>
                  </a:lnTo>
                  <a:lnTo>
                    <a:pt x="16688029" y="10199205"/>
                  </a:lnTo>
                  <a:lnTo>
                    <a:pt x="16671582" y="10208641"/>
                  </a:lnTo>
                  <a:lnTo>
                    <a:pt x="16669398" y="10215334"/>
                  </a:lnTo>
                  <a:lnTo>
                    <a:pt x="16659568" y="10204539"/>
                  </a:lnTo>
                  <a:lnTo>
                    <a:pt x="16664864" y="10188334"/>
                  </a:lnTo>
                  <a:lnTo>
                    <a:pt x="16679787" y="10183546"/>
                  </a:lnTo>
                  <a:lnTo>
                    <a:pt x="16677602" y="10190239"/>
                  </a:lnTo>
                  <a:lnTo>
                    <a:pt x="16688029" y="10199205"/>
                  </a:lnTo>
                  <a:lnTo>
                    <a:pt x="16688029" y="10164051"/>
                  </a:lnTo>
                  <a:lnTo>
                    <a:pt x="16686822" y="10162019"/>
                  </a:lnTo>
                  <a:lnTo>
                    <a:pt x="16690162" y="10151783"/>
                  </a:lnTo>
                  <a:lnTo>
                    <a:pt x="16681374" y="10137775"/>
                  </a:lnTo>
                  <a:lnTo>
                    <a:pt x="16678732" y="10104971"/>
                  </a:lnTo>
                  <a:lnTo>
                    <a:pt x="16661372" y="10035426"/>
                  </a:lnTo>
                  <a:lnTo>
                    <a:pt x="16646652" y="9998672"/>
                  </a:lnTo>
                  <a:lnTo>
                    <a:pt x="16636492" y="9907092"/>
                  </a:lnTo>
                  <a:lnTo>
                    <a:pt x="16621278" y="9871888"/>
                  </a:lnTo>
                  <a:lnTo>
                    <a:pt x="16607422" y="9750717"/>
                  </a:lnTo>
                  <a:lnTo>
                    <a:pt x="16604272" y="9719424"/>
                  </a:lnTo>
                  <a:lnTo>
                    <a:pt x="16585718" y="9653537"/>
                  </a:lnTo>
                  <a:lnTo>
                    <a:pt x="16582581" y="9622257"/>
                  </a:lnTo>
                  <a:lnTo>
                    <a:pt x="16571824" y="9573374"/>
                  </a:lnTo>
                  <a:lnTo>
                    <a:pt x="16573145" y="9528442"/>
                  </a:lnTo>
                  <a:lnTo>
                    <a:pt x="16561524" y="9441332"/>
                  </a:lnTo>
                  <a:lnTo>
                    <a:pt x="16554780" y="9421076"/>
                  </a:lnTo>
                  <a:lnTo>
                    <a:pt x="16553358" y="9384513"/>
                  </a:lnTo>
                  <a:lnTo>
                    <a:pt x="16558692" y="9368193"/>
                  </a:lnTo>
                  <a:lnTo>
                    <a:pt x="16571430" y="9411005"/>
                  </a:lnTo>
                  <a:lnTo>
                    <a:pt x="16577920" y="9432023"/>
                  </a:lnTo>
                  <a:lnTo>
                    <a:pt x="16584575" y="9452559"/>
                  </a:lnTo>
                  <a:lnTo>
                    <a:pt x="16602494" y="9479509"/>
                  </a:lnTo>
                  <a:lnTo>
                    <a:pt x="16608286" y="9502661"/>
                  </a:lnTo>
                  <a:lnTo>
                    <a:pt x="16614191" y="9525508"/>
                  </a:lnTo>
                  <a:lnTo>
                    <a:pt x="16632416" y="9551505"/>
                  </a:lnTo>
                  <a:lnTo>
                    <a:pt x="16645166" y="9594240"/>
                  </a:lnTo>
                  <a:lnTo>
                    <a:pt x="16720388" y="9732073"/>
                  </a:lnTo>
                  <a:lnTo>
                    <a:pt x="16753167" y="9795319"/>
                  </a:lnTo>
                  <a:lnTo>
                    <a:pt x="16769690" y="9826549"/>
                  </a:lnTo>
                  <a:lnTo>
                    <a:pt x="16786365" y="9857308"/>
                  </a:lnTo>
                  <a:lnTo>
                    <a:pt x="16814876" y="9892690"/>
                  </a:lnTo>
                  <a:lnTo>
                    <a:pt x="16831488" y="9923666"/>
                  </a:lnTo>
                  <a:lnTo>
                    <a:pt x="16860266" y="9958260"/>
                  </a:lnTo>
                  <a:lnTo>
                    <a:pt x="16885412" y="10003980"/>
                  </a:lnTo>
                  <a:lnTo>
                    <a:pt x="16893858" y="10019030"/>
                  </a:lnTo>
                  <a:lnTo>
                    <a:pt x="16902405" y="10033762"/>
                  </a:lnTo>
                  <a:lnTo>
                    <a:pt x="16911104" y="10048037"/>
                  </a:lnTo>
                  <a:lnTo>
                    <a:pt x="16941762" y="10076853"/>
                  </a:lnTo>
                  <a:lnTo>
                    <a:pt x="16960673" y="10100793"/>
                  </a:lnTo>
                  <a:lnTo>
                    <a:pt x="16979773" y="10124110"/>
                  </a:lnTo>
                  <a:lnTo>
                    <a:pt x="16998988" y="10147109"/>
                  </a:lnTo>
                  <a:lnTo>
                    <a:pt x="17020286" y="10163670"/>
                  </a:lnTo>
                  <a:lnTo>
                    <a:pt x="17029735" y="10175659"/>
                  </a:lnTo>
                  <a:lnTo>
                    <a:pt x="17051655" y="10190353"/>
                  </a:lnTo>
                  <a:lnTo>
                    <a:pt x="17062120" y="10199205"/>
                  </a:lnTo>
                  <a:lnTo>
                    <a:pt x="17085399" y="10209759"/>
                  </a:lnTo>
                  <a:lnTo>
                    <a:pt x="17097109" y="10214800"/>
                  </a:lnTo>
                  <a:lnTo>
                    <a:pt x="17121099" y="10223157"/>
                  </a:lnTo>
                  <a:lnTo>
                    <a:pt x="17132923" y="10227894"/>
                  </a:lnTo>
                  <a:lnTo>
                    <a:pt x="17144988" y="10231831"/>
                  </a:lnTo>
                  <a:lnTo>
                    <a:pt x="17146080" y="10228491"/>
                  </a:lnTo>
                  <a:lnTo>
                    <a:pt x="17161421" y="10222446"/>
                  </a:lnTo>
                  <a:lnTo>
                    <a:pt x="17176649" y="10216718"/>
                  </a:lnTo>
                  <a:lnTo>
                    <a:pt x="17203751" y="10215562"/>
                  </a:lnTo>
                  <a:lnTo>
                    <a:pt x="17218470" y="10211397"/>
                  </a:lnTo>
                  <a:lnTo>
                    <a:pt x="17261561" y="10202164"/>
                  </a:lnTo>
                  <a:lnTo>
                    <a:pt x="17305795" y="10189477"/>
                  </a:lnTo>
                  <a:lnTo>
                    <a:pt x="17350639" y="10174897"/>
                  </a:lnTo>
                  <a:lnTo>
                    <a:pt x="17395584" y="10160013"/>
                  </a:lnTo>
                  <a:lnTo>
                    <a:pt x="17395825" y="10159276"/>
                  </a:lnTo>
                  <a:lnTo>
                    <a:pt x="17407992" y="10162921"/>
                  </a:lnTo>
                  <a:lnTo>
                    <a:pt x="17420260" y="10166261"/>
                  </a:lnTo>
                  <a:lnTo>
                    <a:pt x="17420819" y="10164559"/>
                  </a:lnTo>
                  <a:lnTo>
                    <a:pt x="17434306" y="10164166"/>
                  </a:lnTo>
                  <a:lnTo>
                    <a:pt x="17436034" y="10158882"/>
                  </a:lnTo>
                  <a:lnTo>
                    <a:pt x="17450029" y="10156927"/>
                  </a:lnTo>
                  <a:lnTo>
                    <a:pt x="17452061" y="10150704"/>
                  </a:lnTo>
                  <a:lnTo>
                    <a:pt x="17482122" y="10140493"/>
                  </a:lnTo>
                  <a:lnTo>
                    <a:pt x="17530560" y="10114902"/>
                  </a:lnTo>
                  <a:lnTo>
                    <a:pt x="17548543" y="10100754"/>
                  </a:lnTo>
                  <a:lnTo>
                    <a:pt x="17579163" y="10088829"/>
                  </a:lnTo>
                  <a:lnTo>
                    <a:pt x="17598009" y="10072014"/>
                  </a:lnTo>
                  <a:lnTo>
                    <a:pt x="17617898" y="10052063"/>
                  </a:lnTo>
                  <a:lnTo>
                    <a:pt x="17669612" y="9893757"/>
                  </a:lnTo>
                  <a:lnTo>
                    <a:pt x="17663465" y="9871672"/>
                  </a:lnTo>
                  <a:lnTo>
                    <a:pt x="17672203" y="9844913"/>
                  </a:lnTo>
                  <a:lnTo>
                    <a:pt x="17685373" y="9845497"/>
                  </a:lnTo>
                  <a:lnTo>
                    <a:pt x="17674311" y="9838449"/>
                  </a:lnTo>
                  <a:lnTo>
                    <a:pt x="17664443" y="9827781"/>
                  </a:lnTo>
                  <a:lnTo>
                    <a:pt x="17677080" y="9789096"/>
                  </a:lnTo>
                  <a:lnTo>
                    <a:pt x="17671657" y="9764789"/>
                  </a:lnTo>
                  <a:lnTo>
                    <a:pt x="17666386" y="9740011"/>
                  </a:lnTo>
                  <a:lnTo>
                    <a:pt x="17673295" y="9718865"/>
                  </a:lnTo>
                  <a:lnTo>
                    <a:pt x="17668190" y="9693618"/>
                  </a:lnTo>
                  <a:lnTo>
                    <a:pt x="17674197" y="9675228"/>
                  </a:lnTo>
                  <a:lnTo>
                    <a:pt x="17682998" y="9689198"/>
                  </a:lnTo>
                  <a:lnTo>
                    <a:pt x="17683544" y="9687535"/>
                  </a:lnTo>
                  <a:lnTo>
                    <a:pt x="17696155" y="9689795"/>
                  </a:lnTo>
                  <a:lnTo>
                    <a:pt x="17690097" y="9597504"/>
                  </a:lnTo>
                  <a:lnTo>
                    <a:pt x="17690097" y="9667443"/>
                  </a:lnTo>
                  <a:lnTo>
                    <a:pt x="17689551" y="9669120"/>
                  </a:lnTo>
                  <a:lnTo>
                    <a:pt x="17676927" y="9666859"/>
                  </a:lnTo>
                  <a:lnTo>
                    <a:pt x="17681258" y="9653626"/>
                  </a:lnTo>
                  <a:lnTo>
                    <a:pt x="17680737" y="9634766"/>
                  </a:lnTo>
                  <a:lnTo>
                    <a:pt x="17682452" y="9649968"/>
                  </a:lnTo>
                  <a:lnTo>
                    <a:pt x="17690097" y="9667443"/>
                  </a:lnTo>
                  <a:lnTo>
                    <a:pt x="17690097" y="9597504"/>
                  </a:lnTo>
                  <a:lnTo>
                    <a:pt x="17689449" y="9587636"/>
                  </a:lnTo>
                  <a:lnTo>
                    <a:pt x="17699292" y="9557512"/>
                  </a:lnTo>
                  <a:lnTo>
                    <a:pt x="17687214" y="9553562"/>
                  </a:lnTo>
                  <a:lnTo>
                    <a:pt x="17684534" y="9561779"/>
                  </a:lnTo>
                  <a:lnTo>
                    <a:pt x="17684534" y="9602673"/>
                  </a:lnTo>
                  <a:lnTo>
                    <a:pt x="17680216" y="9615907"/>
                  </a:lnTo>
                  <a:lnTo>
                    <a:pt x="17673562" y="9595383"/>
                  </a:lnTo>
                  <a:lnTo>
                    <a:pt x="17674654" y="9592043"/>
                  </a:lnTo>
                  <a:lnTo>
                    <a:pt x="17684534" y="9602673"/>
                  </a:lnTo>
                  <a:lnTo>
                    <a:pt x="17684534" y="9561779"/>
                  </a:lnTo>
                  <a:lnTo>
                    <a:pt x="17683391" y="9565272"/>
                  </a:lnTo>
                  <a:lnTo>
                    <a:pt x="17666513" y="9535173"/>
                  </a:lnTo>
                  <a:lnTo>
                    <a:pt x="17662614" y="9506204"/>
                  </a:lnTo>
                  <a:lnTo>
                    <a:pt x="17673409" y="9473159"/>
                  </a:lnTo>
                  <a:lnTo>
                    <a:pt x="17683303" y="9483776"/>
                  </a:lnTo>
                  <a:lnTo>
                    <a:pt x="17691164" y="9459697"/>
                  </a:lnTo>
                  <a:lnTo>
                    <a:pt x="17686185" y="9434030"/>
                  </a:lnTo>
                  <a:lnTo>
                    <a:pt x="17679429" y="9415945"/>
                  </a:lnTo>
                  <a:lnTo>
                    <a:pt x="17679429" y="9454744"/>
                  </a:lnTo>
                  <a:lnTo>
                    <a:pt x="17666259" y="9454134"/>
                  </a:lnTo>
                  <a:lnTo>
                    <a:pt x="17673295" y="9432595"/>
                  </a:lnTo>
                  <a:lnTo>
                    <a:pt x="17679429" y="9454744"/>
                  </a:lnTo>
                  <a:lnTo>
                    <a:pt x="17679429" y="9415945"/>
                  </a:lnTo>
                  <a:lnTo>
                    <a:pt x="17679061" y="9414954"/>
                  </a:lnTo>
                  <a:lnTo>
                    <a:pt x="17670691" y="9408490"/>
                  </a:lnTo>
                  <a:lnTo>
                    <a:pt x="17670691" y="9416707"/>
                  </a:lnTo>
                  <a:lnTo>
                    <a:pt x="17665662" y="9415069"/>
                  </a:lnTo>
                  <a:lnTo>
                    <a:pt x="17665116" y="9416732"/>
                  </a:lnTo>
                  <a:lnTo>
                    <a:pt x="17654143" y="9409443"/>
                  </a:lnTo>
                  <a:lnTo>
                    <a:pt x="17654689" y="9407779"/>
                  </a:lnTo>
                  <a:lnTo>
                    <a:pt x="17666348" y="9412973"/>
                  </a:lnTo>
                  <a:lnTo>
                    <a:pt x="17670691" y="9416707"/>
                  </a:lnTo>
                  <a:lnTo>
                    <a:pt x="17670691" y="9408490"/>
                  </a:lnTo>
                  <a:lnTo>
                    <a:pt x="17668393" y="9406699"/>
                  </a:lnTo>
                  <a:lnTo>
                    <a:pt x="17659274" y="9393720"/>
                  </a:lnTo>
                  <a:lnTo>
                    <a:pt x="17668342" y="9365945"/>
                  </a:lnTo>
                  <a:lnTo>
                    <a:pt x="17657915" y="9356992"/>
                  </a:lnTo>
                  <a:lnTo>
                    <a:pt x="17658461" y="9355315"/>
                  </a:lnTo>
                  <a:lnTo>
                    <a:pt x="17648835" y="9343898"/>
                  </a:lnTo>
                  <a:lnTo>
                    <a:pt x="17653305" y="9330195"/>
                  </a:lnTo>
                  <a:lnTo>
                    <a:pt x="17643056" y="9320657"/>
                  </a:lnTo>
                  <a:lnTo>
                    <a:pt x="17657318" y="9317914"/>
                  </a:lnTo>
                  <a:lnTo>
                    <a:pt x="17662957" y="9300654"/>
                  </a:lnTo>
                  <a:lnTo>
                    <a:pt x="17674857" y="9305125"/>
                  </a:lnTo>
                  <a:lnTo>
                    <a:pt x="17664849" y="9294851"/>
                  </a:lnTo>
                  <a:lnTo>
                    <a:pt x="17654943" y="9284284"/>
                  </a:lnTo>
                  <a:lnTo>
                    <a:pt x="17657318" y="9277007"/>
                  </a:lnTo>
                  <a:lnTo>
                    <a:pt x="17647933" y="9264853"/>
                  </a:lnTo>
                  <a:lnTo>
                    <a:pt x="17650473" y="9257068"/>
                  </a:lnTo>
                  <a:lnTo>
                    <a:pt x="17667847" y="9244800"/>
                  </a:lnTo>
                  <a:lnTo>
                    <a:pt x="17673663" y="9226969"/>
                  </a:lnTo>
                  <a:lnTo>
                    <a:pt x="17663300" y="9217812"/>
                  </a:lnTo>
                  <a:lnTo>
                    <a:pt x="17666513" y="9207970"/>
                  </a:lnTo>
                  <a:lnTo>
                    <a:pt x="17655540" y="9200680"/>
                  </a:lnTo>
                  <a:lnTo>
                    <a:pt x="17644999" y="9192031"/>
                  </a:lnTo>
                  <a:lnTo>
                    <a:pt x="17660951" y="9143213"/>
                  </a:lnTo>
                  <a:lnTo>
                    <a:pt x="17671225" y="9152636"/>
                  </a:lnTo>
                  <a:lnTo>
                    <a:pt x="17685042" y="9110345"/>
                  </a:lnTo>
                  <a:lnTo>
                    <a:pt x="17679124" y="9087574"/>
                  </a:lnTo>
                  <a:lnTo>
                    <a:pt x="17685271" y="9068752"/>
                  </a:lnTo>
                  <a:lnTo>
                    <a:pt x="17679353" y="9045994"/>
                  </a:lnTo>
                  <a:lnTo>
                    <a:pt x="17671288" y="9070670"/>
                  </a:lnTo>
                  <a:lnTo>
                    <a:pt x="17659757" y="9065044"/>
                  </a:lnTo>
                  <a:lnTo>
                    <a:pt x="17663465" y="9053703"/>
                  </a:lnTo>
                  <a:lnTo>
                    <a:pt x="17653559" y="9043124"/>
                  </a:lnTo>
                  <a:lnTo>
                    <a:pt x="17682553" y="8954376"/>
                  </a:lnTo>
                  <a:lnTo>
                    <a:pt x="17674476" y="8979129"/>
                  </a:lnTo>
                  <a:lnTo>
                    <a:pt x="17684357" y="8989758"/>
                  </a:lnTo>
                  <a:lnTo>
                    <a:pt x="17688586" y="8976830"/>
                  </a:lnTo>
                  <a:lnTo>
                    <a:pt x="17683417" y="8951747"/>
                  </a:lnTo>
                  <a:lnTo>
                    <a:pt x="17698936" y="8904237"/>
                  </a:lnTo>
                  <a:lnTo>
                    <a:pt x="17688979" y="8893835"/>
                  </a:lnTo>
                  <a:lnTo>
                    <a:pt x="17702848" y="8851379"/>
                  </a:lnTo>
                  <a:lnTo>
                    <a:pt x="17689132" y="8852459"/>
                  </a:lnTo>
                  <a:lnTo>
                    <a:pt x="17688586" y="8854135"/>
                  </a:lnTo>
                  <a:lnTo>
                    <a:pt x="17675416" y="8853538"/>
                  </a:lnTo>
                  <a:lnTo>
                    <a:pt x="17683722" y="8828126"/>
                  </a:lnTo>
                  <a:lnTo>
                    <a:pt x="17913706" y="8124114"/>
                  </a:lnTo>
                  <a:close/>
                </a:path>
                <a:path w="18275935" h="10284460">
                  <a:moveTo>
                    <a:pt x="17995735" y="8356435"/>
                  </a:moveTo>
                  <a:lnTo>
                    <a:pt x="17994618" y="8354212"/>
                  </a:lnTo>
                  <a:lnTo>
                    <a:pt x="17992941" y="8353666"/>
                  </a:lnTo>
                  <a:lnTo>
                    <a:pt x="17994072" y="8355889"/>
                  </a:lnTo>
                  <a:lnTo>
                    <a:pt x="17995735" y="8356435"/>
                  </a:lnTo>
                  <a:close/>
                </a:path>
                <a:path w="18275935" h="10284460">
                  <a:moveTo>
                    <a:pt x="18275796" y="9060599"/>
                  </a:moveTo>
                  <a:lnTo>
                    <a:pt x="18275224" y="8244408"/>
                  </a:lnTo>
                  <a:lnTo>
                    <a:pt x="18275059" y="7999539"/>
                  </a:lnTo>
                  <a:lnTo>
                    <a:pt x="18262943" y="8036623"/>
                  </a:lnTo>
                  <a:lnTo>
                    <a:pt x="18262778" y="8078025"/>
                  </a:lnTo>
                  <a:lnTo>
                    <a:pt x="18250485" y="8115643"/>
                  </a:lnTo>
                  <a:lnTo>
                    <a:pt x="18246548" y="8168589"/>
                  </a:lnTo>
                  <a:lnTo>
                    <a:pt x="18230622" y="8217357"/>
                  </a:lnTo>
                  <a:lnTo>
                    <a:pt x="18226786" y="8269999"/>
                  </a:lnTo>
                  <a:lnTo>
                    <a:pt x="18210848" y="8318767"/>
                  </a:lnTo>
                  <a:lnTo>
                    <a:pt x="18206911" y="8371726"/>
                  </a:lnTo>
                  <a:lnTo>
                    <a:pt x="18185257" y="8438020"/>
                  </a:lnTo>
                  <a:lnTo>
                    <a:pt x="18175262" y="8509508"/>
                  </a:lnTo>
                  <a:lnTo>
                    <a:pt x="18146345" y="8638921"/>
                  </a:lnTo>
                  <a:lnTo>
                    <a:pt x="18145252" y="8642274"/>
                  </a:lnTo>
                  <a:lnTo>
                    <a:pt x="18136781" y="8627300"/>
                  </a:lnTo>
                  <a:lnTo>
                    <a:pt x="18128209" y="8612632"/>
                  </a:lnTo>
                  <a:lnTo>
                    <a:pt x="18107571" y="8594026"/>
                  </a:lnTo>
                  <a:lnTo>
                    <a:pt x="18099101" y="8579053"/>
                  </a:lnTo>
                  <a:lnTo>
                    <a:pt x="18094795" y="8592223"/>
                  </a:lnTo>
                  <a:lnTo>
                    <a:pt x="18105146" y="8601431"/>
                  </a:lnTo>
                  <a:lnTo>
                    <a:pt x="18102974" y="8608098"/>
                  </a:lnTo>
                  <a:lnTo>
                    <a:pt x="18092039" y="8600669"/>
                  </a:lnTo>
                  <a:lnTo>
                    <a:pt x="18093017" y="8597671"/>
                  </a:lnTo>
                  <a:lnTo>
                    <a:pt x="18081829" y="8591029"/>
                  </a:lnTo>
                  <a:lnTo>
                    <a:pt x="18070576" y="8584552"/>
                  </a:lnTo>
                  <a:lnTo>
                    <a:pt x="18083810" y="8584933"/>
                  </a:lnTo>
                  <a:lnTo>
                    <a:pt x="18086350" y="8577199"/>
                  </a:lnTo>
                  <a:lnTo>
                    <a:pt x="18100193" y="8575713"/>
                  </a:lnTo>
                  <a:lnTo>
                    <a:pt x="18092128" y="8559482"/>
                  </a:lnTo>
                  <a:lnTo>
                    <a:pt x="18083975" y="8543557"/>
                  </a:lnTo>
                  <a:lnTo>
                    <a:pt x="18075809" y="8527644"/>
                  </a:lnTo>
                  <a:lnTo>
                    <a:pt x="18065750" y="8517560"/>
                  </a:lnTo>
                  <a:lnTo>
                    <a:pt x="18055679" y="8507476"/>
                  </a:lnTo>
                  <a:lnTo>
                    <a:pt x="18051755" y="8519465"/>
                  </a:lnTo>
                  <a:lnTo>
                    <a:pt x="18061940" y="8529193"/>
                  </a:lnTo>
                  <a:lnTo>
                    <a:pt x="18057902" y="8541550"/>
                  </a:lnTo>
                  <a:lnTo>
                    <a:pt x="18047412" y="8532774"/>
                  </a:lnTo>
                  <a:lnTo>
                    <a:pt x="18050218" y="8524202"/>
                  </a:lnTo>
                  <a:lnTo>
                    <a:pt x="18039728" y="8515401"/>
                  </a:lnTo>
                  <a:lnTo>
                    <a:pt x="18046891" y="8493493"/>
                  </a:lnTo>
                  <a:lnTo>
                    <a:pt x="18040287" y="8472818"/>
                  </a:lnTo>
                  <a:lnTo>
                    <a:pt x="18039880" y="8474050"/>
                  </a:lnTo>
                  <a:lnTo>
                    <a:pt x="18028692" y="8467407"/>
                  </a:lnTo>
                  <a:lnTo>
                    <a:pt x="18033670" y="8452142"/>
                  </a:lnTo>
                  <a:lnTo>
                    <a:pt x="18023243" y="8443176"/>
                  </a:lnTo>
                  <a:lnTo>
                    <a:pt x="18025974" y="8434819"/>
                  </a:lnTo>
                  <a:lnTo>
                    <a:pt x="18016093" y="8424177"/>
                  </a:lnTo>
                  <a:lnTo>
                    <a:pt x="18014455" y="8429193"/>
                  </a:lnTo>
                  <a:lnTo>
                    <a:pt x="18002466" y="8424989"/>
                  </a:lnTo>
                  <a:lnTo>
                    <a:pt x="17990770" y="8419897"/>
                  </a:lnTo>
                  <a:lnTo>
                    <a:pt x="17978781" y="8415693"/>
                  </a:lnTo>
                  <a:lnTo>
                    <a:pt x="17981511" y="8407336"/>
                  </a:lnTo>
                  <a:lnTo>
                    <a:pt x="18005654" y="8415223"/>
                  </a:lnTo>
                  <a:lnTo>
                    <a:pt x="18008384" y="8406854"/>
                  </a:lnTo>
                  <a:lnTo>
                    <a:pt x="17994084" y="8368855"/>
                  </a:lnTo>
                  <a:lnTo>
                    <a:pt x="17986934" y="8349856"/>
                  </a:lnTo>
                  <a:lnTo>
                    <a:pt x="17983645" y="8359889"/>
                  </a:lnTo>
                  <a:lnTo>
                    <a:pt x="17974856" y="8345906"/>
                  </a:lnTo>
                  <a:lnTo>
                    <a:pt x="17979225" y="8332521"/>
                  </a:lnTo>
                  <a:lnTo>
                    <a:pt x="17973002" y="8310702"/>
                  </a:lnTo>
                  <a:lnTo>
                    <a:pt x="17977816" y="8295957"/>
                  </a:lnTo>
                  <a:lnTo>
                    <a:pt x="17970145" y="8278520"/>
                  </a:lnTo>
                  <a:lnTo>
                    <a:pt x="17962690" y="8260461"/>
                  </a:lnTo>
                  <a:lnTo>
                    <a:pt x="17954359" y="8245068"/>
                  </a:lnTo>
                  <a:lnTo>
                    <a:pt x="17945507" y="8231251"/>
                  </a:lnTo>
                  <a:lnTo>
                    <a:pt x="17936464" y="8218043"/>
                  </a:lnTo>
                  <a:lnTo>
                    <a:pt x="17927511" y="8204543"/>
                  </a:lnTo>
                  <a:lnTo>
                    <a:pt x="17933874" y="8185061"/>
                  </a:lnTo>
                  <a:lnTo>
                    <a:pt x="17924387" y="8173199"/>
                  </a:lnTo>
                  <a:lnTo>
                    <a:pt x="17929111" y="8158772"/>
                  </a:lnTo>
                  <a:lnTo>
                    <a:pt x="17917579" y="8153159"/>
                  </a:lnTo>
                  <a:lnTo>
                    <a:pt x="17916487" y="8156499"/>
                  </a:lnTo>
                  <a:lnTo>
                    <a:pt x="17904422" y="8152549"/>
                  </a:lnTo>
                  <a:lnTo>
                    <a:pt x="17683722" y="8828126"/>
                  </a:lnTo>
                  <a:lnTo>
                    <a:pt x="17696777" y="8829040"/>
                  </a:lnTo>
                  <a:lnTo>
                    <a:pt x="17713719" y="8777186"/>
                  </a:lnTo>
                  <a:lnTo>
                    <a:pt x="17723028" y="8789594"/>
                  </a:lnTo>
                  <a:lnTo>
                    <a:pt x="17732528" y="8801379"/>
                  </a:lnTo>
                  <a:lnTo>
                    <a:pt x="17730178" y="8808593"/>
                  </a:lnTo>
                  <a:lnTo>
                    <a:pt x="17740097" y="8819121"/>
                  </a:lnTo>
                  <a:lnTo>
                    <a:pt x="17760150" y="8839530"/>
                  </a:lnTo>
                  <a:lnTo>
                    <a:pt x="17768189" y="8855837"/>
                  </a:lnTo>
                  <a:lnTo>
                    <a:pt x="17776330" y="8871826"/>
                  </a:lnTo>
                  <a:lnTo>
                    <a:pt x="17796688" y="8891295"/>
                  </a:lnTo>
                  <a:lnTo>
                    <a:pt x="17816246" y="8913228"/>
                  </a:lnTo>
                  <a:lnTo>
                    <a:pt x="17835753" y="8935301"/>
                  </a:lnTo>
                  <a:lnTo>
                    <a:pt x="17855362" y="8957069"/>
                  </a:lnTo>
                  <a:lnTo>
                    <a:pt x="17875225" y="8978062"/>
                  </a:lnTo>
                  <a:lnTo>
                    <a:pt x="17895964" y="8996375"/>
                  </a:lnTo>
                  <a:lnTo>
                    <a:pt x="17917160" y="9013279"/>
                  </a:lnTo>
                  <a:lnTo>
                    <a:pt x="17926596" y="9025306"/>
                  </a:lnTo>
                  <a:lnTo>
                    <a:pt x="17959375" y="9047670"/>
                  </a:lnTo>
                  <a:lnTo>
                    <a:pt x="17994364" y="9063266"/>
                  </a:lnTo>
                  <a:lnTo>
                    <a:pt x="18042649" y="9079039"/>
                  </a:lnTo>
                  <a:lnTo>
                    <a:pt x="18055260" y="9081313"/>
                  </a:lnTo>
                  <a:lnTo>
                    <a:pt x="18079479" y="9088984"/>
                  </a:lnTo>
                  <a:lnTo>
                    <a:pt x="18092027" y="9091473"/>
                  </a:lnTo>
                  <a:lnTo>
                    <a:pt x="18117465" y="9095384"/>
                  </a:lnTo>
                  <a:lnTo>
                    <a:pt x="18132070" y="9091587"/>
                  </a:lnTo>
                  <a:lnTo>
                    <a:pt x="18146929" y="9087015"/>
                  </a:lnTo>
                  <a:lnTo>
                    <a:pt x="18188509" y="9082430"/>
                  </a:lnTo>
                  <a:lnTo>
                    <a:pt x="18203368" y="9077846"/>
                  </a:lnTo>
                  <a:lnTo>
                    <a:pt x="18233327" y="9067902"/>
                  </a:lnTo>
                  <a:lnTo>
                    <a:pt x="18275796" y="9060599"/>
                  </a:lnTo>
                  <a:close/>
                </a:path>
              </a:pathLst>
            </a:custGeom>
            <a:solidFill>
              <a:srgbClr val="2B122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63988" y="7840014"/>
            <a:ext cx="2118995" cy="2446655"/>
          </a:xfrm>
          <a:custGeom>
            <a:avLst/>
            <a:gdLst/>
            <a:ahLst/>
            <a:cxnLst/>
            <a:rect l="l" t="t" r="r" b="b"/>
            <a:pathLst>
              <a:path w="2118994" h="2446654">
                <a:moveTo>
                  <a:pt x="708888" y="1121486"/>
                </a:moveTo>
                <a:lnTo>
                  <a:pt x="701497" y="1103185"/>
                </a:lnTo>
                <a:lnTo>
                  <a:pt x="696810" y="1117549"/>
                </a:lnTo>
                <a:lnTo>
                  <a:pt x="708888" y="1121486"/>
                </a:lnTo>
                <a:close/>
              </a:path>
              <a:path w="2118994" h="2446654">
                <a:moveTo>
                  <a:pt x="860196" y="1483829"/>
                </a:moveTo>
                <a:lnTo>
                  <a:pt x="856234" y="1473276"/>
                </a:lnTo>
                <a:lnTo>
                  <a:pt x="852855" y="1466608"/>
                </a:lnTo>
                <a:lnTo>
                  <a:pt x="851141" y="1460500"/>
                </a:lnTo>
                <a:lnTo>
                  <a:pt x="840041" y="1466138"/>
                </a:lnTo>
                <a:lnTo>
                  <a:pt x="838911" y="1463916"/>
                </a:lnTo>
                <a:lnTo>
                  <a:pt x="835571" y="1462824"/>
                </a:lnTo>
                <a:lnTo>
                  <a:pt x="834440" y="1460601"/>
                </a:lnTo>
                <a:lnTo>
                  <a:pt x="829995" y="1462849"/>
                </a:lnTo>
                <a:lnTo>
                  <a:pt x="818870" y="1462913"/>
                </a:lnTo>
                <a:lnTo>
                  <a:pt x="822248" y="1469580"/>
                </a:lnTo>
                <a:lnTo>
                  <a:pt x="827849" y="1475105"/>
                </a:lnTo>
                <a:lnTo>
                  <a:pt x="831227" y="1481772"/>
                </a:lnTo>
                <a:lnTo>
                  <a:pt x="838974" y="1482623"/>
                </a:lnTo>
                <a:lnTo>
                  <a:pt x="860196" y="1483829"/>
                </a:lnTo>
                <a:close/>
              </a:path>
              <a:path w="2118994" h="2446654">
                <a:moveTo>
                  <a:pt x="869543" y="1529461"/>
                </a:moveTo>
                <a:lnTo>
                  <a:pt x="868476" y="1529397"/>
                </a:lnTo>
                <a:lnTo>
                  <a:pt x="868565" y="1529689"/>
                </a:lnTo>
                <a:lnTo>
                  <a:pt x="869543" y="1529461"/>
                </a:lnTo>
                <a:close/>
              </a:path>
              <a:path w="2118994" h="2446654">
                <a:moveTo>
                  <a:pt x="997165" y="1756308"/>
                </a:moveTo>
                <a:lnTo>
                  <a:pt x="982548" y="1733016"/>
                </a:lnTo>
                <a:lnTo>
                  <a:pt x="981456" y="1736369"/>
                </a:lnTo>
                <a:lnTo>
                  <a:pt x="976477" y="1740293"/>
                </a:lnTo>
                <a:lnTo>
                  <a:pt x="973162" y="1744764"/>
                </a:lnTo>
                <a:lnTo>
                  <a:pt x="972642" y="1752003"/>
                </a:lnTo>
                <a:lnTo>
                  <a:pt x="971003" y="1757019"/>
                </a:lnTo>
                <a:lnTo>
                  <a:pt x="970495" y="1764258"/>
                </a:lnTo>
                <a:lnTo>
                  <a:pt x="997165" y="1756308"/>
                </a:lnTo>
                <a:close/>
              </a:path>
              <a:path w="2118994" h="2446654">
                <a:moveTo>
                  <a:pt x="1519593" y="1506677"/>
                </a:moveTo>
                <a:lnTo>
                  <a:pt x="1515694" y="1507261"/>
                </a:lnTo>
                <a:lnTo>
                  <a:pt x="1511249" y="1509509"/>
                </a:lnTo>
                <a:lnTo>
                  <a:pt x="1507363" y="1510093"/>
                </a:lnTo>
                <a:lnTo>
                  <a:pt x="1509039" y="1510639"/>
                </a:lnTo>
                <a:lnTo>
                  <a:pt x="1510157" y="1512862"/>
                </a:lnTo>
                <a:lnTo>
                  <a:pt x="1511833" y="1513408"/>
                </a:lnTo>
                <a:lnTo>
                  <a:pt x="1514602" y="1510601"/>
                </a:lnTo>
                <a:lnTo>
                  <a:pt x="1516824" y="1509483"/>
                </a:lnTo>
                <a:lnTo>
                  <a:pt x="1519593" y="1506677"/>
                </a:lnTo>
                <a:close/>
              </a:path>
              <a:path w="2118994" h="2446654">
                <a:moveTo>
                  <a:pt x="1524698" y="1168704"/>
                </a:moveTo>
                <a:lnTo>
                  <a:pt x="1524584" y="1160221"/>
                </a:lnTo>
                <a:lnTo>
                  <a:pt x="1522526" y="1166495"/>
                </a:lnTo>
                <a:lnTo>
                  <a:pt x="1524698" y="1168704"/>
                </a:lnTo>
                <a:close/>
              </a:path>
              <a:path w="2118994" h="2446654">
                <a:moveTo>
                  <a:pt x="1531607" y="1302308"/>
                </a:moveTo>
                <a:lnTo>
                  <a:pt x="1523873" y="1285087"/>
                </a:lnTo>
                <a:lnTo>
                  <a:pt x="1514182" y="1314729"/>
                </a:lnTo>
                <a:lnTo>
                  <a:pt x="1512697" y="1319276"/>
                </a:lnTo>
                <a:lnTo>
                  <a:pt x="1523288" y="1327772"/>
                </a:lnTo>
                <a:lnTo>
                  <a:pt x="1531607" y="1302308"/>
                </a:lnTo>
                <a:close/>
              </a:path>
              <a:path w="2118994" h="2446654">
                <a:moveTo>
                  <a:pt x="1531988" y="1440370"/>
                </a:moveTo>
                <a:lnTo>
                  <a:pt x="1530477" y="1411503"/>
                </a:lnTo>
                <a:lnTo>
                  <a:pt x="1529524" y="1402537"/>
                </a:lnTo>
                <a:lnTo>
                  <a:pt x="1520901" y="1420088"/>
                </a:lnTo>
                <a:lnTo>
                  <a:pt x="1518285" y="1429880"/>
                </a:lnTo>
                <a:lnTo>
                  <a:pt x="1521904" y="1435455"/>
                </a:lnTo>
                <a:lnTo>
                  <a:pt x="1531988" y="1440370"/>
                </a:lnTo>
                <a:close/>
              </a:path>
              <a:path w="2118994" h="2446654">
                <a:moveTo>
                  <a:pt x="1532470" y="1336840"/>
                </a:moveTo>
                <a:lnTo>
                  <a:pt x="1529118" y="1335747"/>
                </a:lnTo>
                <a:lnTo>
                  <a:pt x="1526895" y="1336878"/>
                </a:lnTo>
                <a:lnTo>
                  <a:pt x="1523555" y="1335786"/>
                </a:lnTo>
                <a:lnTo>
                  <a:pt x="1519936" y="1380883"/>
                </a:lnTo>
                <a:lnTo>
                  <a:pt x="1529626" y="1371066"/>
                </a:lnTo>
                <a:lnTo>
                  <a:pt x="1531429" y="1359877"/>
                </a:lnTo>
                <a:lnTo>
                  <a:pt x="1530616" y="1348181"/>
                </a:lnTo>
                <a:lnTo>
                  <a:pt x="1532470" y="1336840"/>
                </a:lnTo>
                <a:close/>
              </a:path>
              <a:path w="2118994" h="2446654">
                <a:moveTo>
                  <a:pt x="1532559" y="1176718"/>
                </a:moveTo>
                <a:lnTo>
                  <a:pt x="1524698" y="1168704"/>
                </a:lnTo>
                <a:lnTo>
                  <a:pt x="1525104" y="1199502"/>
                </a:lnTo>
                <a:lnTo>
                  <a:pt x="1532559" y="1176718"/>
                </a:lnTo>
                <a:close/>
              </a:path>
              <a:path w="2118994" h="2446654">
                <a:moveTo>
                  <a:pt x="1546402" y="1702447"/>
                </a:moveTo>
                <a:lnTo>
                  <a:pt x="1544193" y="1688934"/>
                </a:lnTo>
                <a:lnTo>
                  <a:pt x="1542554" y="1675257"/>
                </a:lnTo>
                <a:lnTo>
                  <a:pt x="1539951" y="1648485"/>
                </a:lnTo>
                <a:lnTo>
                  <a:pt x="1538274" y="1647939"/>
                </a:lnTo>
                <a:lnTo>
                  <a:pt x="1534375" y="1648523"/>
                </a:lnTo>
                <a:lnTo>
                  <a:pt x="1532166" y="1649653"/>
                </a:lnTo>
                <a:lnTo>
                  <a:pt x="1534845" y="1663319"/>
                </a:lnTo>
                <a:lnTo>
                  <a:pt x="1533093" y="1677263"/>
                </a:lnTo>
                <a:lnTo>
                  <a:pt x="1532496" y="1690903"/>
                </a:lnTo>
                <a:lnTo>
                  <a:pt x="1538617" y="1703603"/>
                </a:lnTo>
                <a:lnTo>
                  <a:pt x="1542503" y="1703019"/>
                </a:lnTo>
                <a:lnTo>
                  <a:pt x="1544180" y="1703565"/>
                </a:lnTo>
                <a:lnTo>
                  <a:pt x="1546402" y="1702447"/>
                </a:lnTo>
                <a:close/>
              </a:path>
              <a:path w="2118994" h="2446654">
                <a:moveTo>
                  <a:pt x="1756664" y="286207"/>
                </a:moveTo>
                <a:lnTo>
                  <a:pt x="1746364" y="276821"/>
                </a:lnTo>
                <a:lnTo>
                  <a:pt x="1748967" y="268884"/>
                </a:lnTo>
                <a:lnTo>
                  <a:pt x="1739900" y="255739"/>
                </a:lnTo>
                <a:lnTo>
                  <a:pt x="1742909" y="246532"/>
                </a:lnTo>
                <a:lnTo>
                  <a:pt x="1734604" y="231038"/>
                </a:lnTo>
                <a:lnTo>
                  <a:pt x="1738071" y="220421"/>
                </a:lnTo>
                <a:lnTo>
                  <a:pt x="1728444" y="209003"/>
                </a:lnTo>
                <a:lnTo>
                  <a:pt x="1705000" y="198970"/>
                </a:lnTo>
                <a:lnTo>
                  <a:pt x="1712099" y="177228"/>
                </a:lnTo>
                <a:lnTo>
                  <a:pt x="1700034" y="173278"/>
                </a:lnTo>
                <a:lnTo>
                  <a:pt x="1699488" y="174955"/>
                </a:lnTo>
                <a:lnTo>
                  <a:pt x="1690509" y="161518"/>
                </a:lnTo>
                <a:lnTo>
                  <a:pt x="1698891" y="135877"/>
                </a:lnTo>
                <a:lnTo>
                  <a:pt x="1686814" y="131927"/>
                </a:lnTo>
                <a:lnTo>
                  <a:pt x="1678165" y="158407"/>
                </a:lnTo>
                <a:lnTo>
                  <a:pt x="1669618" y="143675"/>
                </a:lnTo>
                <a:lnTo>
                  <a:pt x="1661185" y="128612"/>
                </a:lnTo>
                <a:lnTo>
                  <a:pt x="1664855" y="117348"/>
                </a:lnTo>
                <a:lnTo>
                  <a:pt x="1639074" y="114477"/>
                </a:lnTo>
                <a:lnTo>
                  <a:pt x="1614119" y="109105"/>
                </a:lnTo>
                <a:lnTo>
                  <a:pt x="1601216" y="107670"/>
                </a:lnTo>
                <a:lnTo>
                  <a:pt x="1590243" y="100380"/>
                </a:lnTo>
                <a:lnTo>
                  <a:pt x="1591335" y="97040"/>
                </a:lnTo>
                <a:lnTo>
                  <a:pt x="1587106" y="69100"/>
                </a:lnTo>
                <a:lnTo>
                  <a:pt x="1566595" y="50076"/>
                </a:lnTo>
                <a:lnTo>
                  <a:pt x="1544040" y="37325"/>
                </a:lnTo>
                <a:lnTo>
                  <a:pt x="1533664" y="28206"/>
                </a:lnTo>
                <a:lnTo>
                  <a:pt x="1521942" y="23190"/>
                </a:lnTo>
                <a:lnTo>
                  <a:pt x="1509039" y="21780"/>
                </a:lnTo>
                <a:lnTo>
                  <a:pt x="1495259" y="23063"/>
                </a:lnTo>
                <a:lnTo>
                  <a:pt x="1484299" y="15722"/>
                </a:lnTo>
                <a:lnTo>
                  <a:pt x="1471383" y="14338"/>
                </a:lnTo>
                <a:lnTo>
                  <a:pt x="1457655" y="15468"/>
                </a:lnTo>
                <a:lnTo>
                  <a:pt x="1432166" y="11709"/>
                </a:lnTo>
                <a:lnTo>
                  <a:pt x="1418767" y="11811"/>
                </a:lnTo>
                <a:lnTo>
                  <a:pt x="1393151" y="8445"/>
                </a:lnTo>
                <a:lnTo>
                  <a:pt x="1379499" y="9347"/>
                </a:lnTo>
                <a:lnTo>
                  <a:pt x="1353718" y="6451"/>
                </a:lnTo>
                <a:lnTo>
                  <a:pt x="1248943" y="0"/>
                </a:lnTo>
                <a:lnTo>
                  <a:pt x="1243482" y="16700"/>
                </a:lnTo>
                <a:lnTo>
                  <a:pt x="1229766" y="17792"/>
                </a:lnTo>
                <a:lnTo>
                  <a:pt x="1232496" y="9436"/>
                </a:lnTo>
                <a:lnTo>
                  <a:pt x="1219885" y="7162"/>
                </a:lnTo>
                <a:lnTo>
                  <a:pt x="1190218" y="97955"/>
                </a:lnTo>
                <a:lnTo>
                  <a:pt x="1171194" y="115303"/>
                </a:lnTo>
                <a:lnTo>
                  <a:pt x="1132840" y="232702"/>
                </a:lnTo>
                <a:lnTo>
                  <a:pt x="1131887" y="276517"/>
                </a:lnTo>
                <a:lnTo>
                  <a:pt x="1084072" y="422871"/>
                </a:lnTo>
                <a:lnTo>
                  <a:pt x="1083906" y="464273"/>
                </a:lnTo>
                <a:lnTo>
                  <a:pt x="1071778" y="501421"/>
                </a:lnTo>
                <a:lnTo>
                  <a:pt x="1071854" y="542036"/>
                </a:lnTo>
                <a:lnTo>
                  <a:pt x="1059649" y="579424"/>
                </a:lnTo>
                <a:lnTo>
                  <a:pt x="1059586" y="661441"/>
                </a:lnTo>
                <a:lnTo>
                  <a:pt x="1047369" y="698817"/>
                </a:lnTo>
                <a:lnTo>
                  <a:pt x="1048778" y="735393"/>
                </a:lnTo>
                <a:lnTo>
                  <a:pt x="1038123" y="768019"/>
                </a:lnTo>
                <a:lnTo>
                  <a:pt x="1039545" y="804583"/>
                </a:lnTo>
                <a:lnTo>
                  <a:pt x="1028877" y="837209"/>
                </a:lnTo>
                <a:lnTo>
                  <a:pt x="1026350" y="1008570"/>
                </a:lnTo>
                <a:lnTo>
                  <a:pt x="1003084" y="1284249"/>
                </a:lnTo>
                <a:lnTo>
                  <a:pt x="1011224" y="1341132"/>
                </a:lnTo>
                <a:lnTo>
                  <a:pt x="1003642" y="1446136"/>
                </a:lnTo>
                <a:lnTo>
                  <a:pt x="1012012" y="1502295"/>
                </a:lnTo>
                <a:lnTo>
                  <a:pt x="1008341" y="1554441"/>
                </a:lnTo>
                <a:lnTo>
                  <a:pt x="1007389" y="1598244"/>
                </a:lnTo>
                <a:lnTo>
                  <a:pt x="1018667" y="1645526"/>
                </a:lnTo>
                <a:lnTo>
                  <a:pt x="1017333" y="1731416"/>
                </a:lnTo>
                <a:lnTo>
                  <a:pt x="1020152" y="1804555"/>
                </a:lnTo>
                <a:lnTo>
                  <a:pt x="1009942" y="1794916"/>
                </a:lnTo>
                <a:lnTo>
                  <a:pt x="1011504" y="1790153"/>
                </a:lnTo>
                <a:lnTo>
                  <a:pt x="1000785" y="1782076"/>
                </a:lnTo>
                <a:lnTo>
                  <a:pt x="989952" y="1774317"/>
                </a:lnTo>
                <a:lnTo>
                  <a:pt x="985583" y="1787702"/>
                </a:lnTo>
                <a:lnTo>
                  <a:pt x="976350" y="1775053"/>
                </a:lnTo>
                <a:lnTo>
                  <a:pt x="976172" y="1775599"/>
                </a:lnTo>
                <a:lnTo>
                  <a:pt x="962596" y="1776285"/>
                </a:lnTo>
                <a:lnTo>
                  <a:pt x="970724" y="1751380"/>
                </a:lnTo>
                <a:lnTo>
                  <a:pt x="960843" y="1740738"/>
                </a:lnTo>
                <a:lnTo>
                  <a:pt x="964526" y="1729473"/>
                </a:lnTo>
                <a:lnTo>
                  <a:pt x="956081" y="1714423"/>
                </a:lnTo>
                <a:lnTo>
                  <a:pt x="959612" y="1703628"/>
                </a:lnTo>
                <a:lnTo>
                  <a:pt x="950912" y="1689354"/>
                </a:lnTo>
                <a:lnTo>
                  <a:pt x="952690" y="1683893"/>
                </a:lnTo>
                <a:lnTo>
                  <a:pt x="942047" y="1675587"/>
                </a:lnTo>
                <a:lnTo>
                  <a:pt x="943368" y="1671535"/>
                </a:lnTo>
                <a:lnTo>
                  <a:pt x="932776" y="1663065"/>
                </a:lnTo>
                <a:lnTo>
                  <a:pt x="925931" y="1643126"/>
                </a:lnTo>
                <a:lnTo>
                  <a:pt x="919695" y="1621294"/>
                </a:lnTo>
                <a:lnTo>
                  <a:pt x="912850" y="1601355"/>
                </a:lnTo>
                <a:lnTo>
                  <a:pt x="892086" y="1583118"/>
                </a:lnTo>
                <a:lnTo>
                  <a:pt x="893724" y="1578102"/>
                </a:lnTo>
                <a:lnTo>
                  <a:pt x="887399" y="1556588"/>
                </a:lnTo>
                <a:lnTo>
                  <a:pt x="868984" y="1531137"/>
                </a:lnTo>
                <a:lnTo>
                  <a:pt x="868565" y="1529689"/>
                </a:lnTo>
                <a:lnTo>
                  <a:pt x="855103" y="1532763"/>
                </a:lnTo>
                <a:lnTo>
                  <a:pt x="838708" y="1542046"/>
                </a:lnTo>
                <a:lnTo>
                  <a:pt x="836650" y="1548345"/>
                </a:lnTo>
                <a:lnTo>
                  <a:pt x="826757" y="1537703"/>
                </a:lnTo>
                <a:lnTo>
                  <a:pt x="817968" y="1523720"/>
                </a:lnTo>
                <a:lnTo>
                  <a:pt x="830783" y="1525397"/>
                </a:lnTo>
                <a:lnTo>
                  <a:pt x="843546" y="1527225"/>
                </a:lnTo>
                <a:lnTo>
                  <a:pt x="856411" y="1528737"/>
                </a:lnTo>
                <a:lnTo>
                  <a:pt x="868476" y="1529397"/>
                </a:lnTo>
                <a:lnTo>
                  <a:pt x="856322" y="1488109"/>
                </a:lnTo>
                <a:lnTo>
                  <a:pt x="842606" y="1489189"/>
                </a:lnTo>
                <a:lnTo>
                  <a:pt x="835507" y="1510944"/>
                </a:lnTo>
                <a:lnTo>
                  <a:pt x="823569" y="1506575"/>
                </a:lnTo>
                <a:lnTo>
                  <a:pt x="824522" y="1503654"/>
                </a:lnTo>
                <a:lnTo>
                  <a:pt x="815047" y="1491754"/>
                </a:lnTo>
                <a:lnTo>
                  <a:pt x="821740" y="1471269"/>
                </a:lnTo>
                <a:lnTo>
                  <a:pt x="810768" y="1463979"/>
                </a:lnTo>
                <a:lnTo>
                  <a:pt x="813638" y="1455191"/>
                </a:lnTo>
                <a:lnTo>
                  <a:pt x="802792" y="1447482"/>
                </a:lnTo>
                <a:lnTo>
                  <a:pt x="804024" y="1443723"/>
                </a:lnTo>
                <a:lnTo>
                  <a:pt x="793178" y="1436014"/>
                </a:lnTo>
                <a:lnTo>
                  <a:pt x="806729" y="1435430"/>
                </a:lnTo>
                <a:lnTo>
                  <a:pt x="808050" y="1431378"/>
                </a:lnTo>
                <a:lnTo>
                  <a:pt x="821550" y="1430959"/>
                </a:lnTo>
                <a:lnTo>
                  <a:pt x="823341" y="1425498"/>
                </a:lnTo>
                <a:lnTo>
                  <a:pt x="834580" y="1431975"/>
                </a:lnTo>
                <a:lnTo>
                  <a:pt x="826122" y="1457883"/>
                </a:lnTo>
                <a:lnTo>
                  <a:pt x="834440" y="1460601"/>
                </a:lnTo>
                <a:lnTo>
                  <a:pt x="838187" y="1461820"/>
                </a:lnTo>
                <a:lnTo>
                  <a:pt x="843457" y="1445691"/>
                </a:lnTo>
                <a:lnTo>
                  <a:pt x="835609" y="1428813"/>
                </a:lnTo>
                <a:lnTo>
                  <a:pt x="827252" y="1413497"/>
                </a:lnTo>
                <a:lnTo>
                  <a:pt x="819467" y="1396453"/>
                </a:lnTo>
                <a:lnTo>
                  <a:pt x="823290" y="1384744"/>
                </a:lnTo>
                <a:lnTo>
                  <a:pt x="813079" y="1375117"/>
                </a:lnTo>
                <a:lnTo>
                  <a:pt x="813955" y="1372438"/>
                </a:lnTo>
                <a:lnTo>
                  <a:pt x="801331" y="1370164"/>
                </a:lnTo>
                <a:lnTo>
                  <a:pt x="790943" y="1401953"/>
                </a:lnTo>
                <a:lnTo>
                  <a:pt x="781799" y="1389049"/>
                </a:lnTo>
                <a:lnTo>
                  <a:pt x="789711" y="1364843"/>
                </a:lnTo>
                <a:lnTo>
                  <a:pt x="806246" y="1355115"/>
                </a:lnTo>
                <a:lnTo>
                  <a:pt x="807339" y="1351762"/>
                </a:lnTo>
                <a:lnTo>
                  <a:pt x="797458" y="1341132"/>
                </a:lnTo>
                <a:lnTo>
                  <a:pt x="794727" y="1349489"/>
                </a:lnTo>
                <a:lnTo>
                  <a:pt x="778281" y="1358938"/>
                </a:lnTo>
                <a:lnTo>
                  <a:pt x="764565" y="1360004"/>
                </a:lnTo>
                <a:lnTo>
                  <a:pt x="765657" y="1356664"/>
                </a:lnTo>
                <a:lnTo>
                  <a:pt x="754138" y="1351051"/>
                </a:lnTo>
                <a:lnTo>
                  <a:pt x="767842" y="1349971"/>
                </a:lnTo>
                <a:lnTo>
                  <a:pt x="768946" y="1346631"/>
                </a:lnTo>
                <a:lnTo>
                  <a:pt x="782650" y="1345552"/>
                </a:lnTo>
                <a:lnTo>
                  <a:pt x="790308" y="1322133"/>
                </a:lnTo>
                <a:lnTo>
                  <a:pt x="785228" y="1296771"/>
                </a:lnTo>
                <a:lnTo>
                  <a:pt x="776732" y="1281887"/>
                </a:lnTo>
                <a:lnTo>
                  <a:pt x="768223" y="1267002"/>
                </a:lnTo>
                <a:lnTo>
                  <a:pt x="763612" y="1240243"/>
                </a:lnTo>
                <a:lnTo>
                  <a:pt x="747382" y="1208125"/>
                </a:lnTo>
                <a:lnTo>
                  <a:pt x="734809" y="1246606"/>
                </a:lnTo>
                <a:lnTo>
                  <a:pt x="724789" y="1236383"/>
                </a:lnTo>
                <a:lnTo>
                  <a:pt x="726846" y="1230109"/>
                </a:lnTo>
                <a:lnTo>
                  <a:pt x="716813" y="1219898"/>
                </a:lnTo>
                <a:lnTo>
                  <a:pt x="721347" y="1206042"/>
                </a:lnTo>
                <a:lnTo>
                  <a:pt x="711847" y="1194206"/>
                </a:lnTo>
                <a:lnTo>
                  <a:pt x="717727" y="1176223"/>
                </a:lnTo>
                <a:lnTo>
                  <a:pt x="702919" y="1180642"/>
                </a:lnTo>
                <a:lnTo>
                  <a:pt x="703605" y="1178547"/>
                </a:lnTo>
                <a:lnTo>
                  <a:pt x="691108" y="1175905"/>
                </a:lnTo>
                <a:lnTo>
                  <a:pt x="694105" y="1166710"/>
                </a:lnTo>
                <a:lnTo>
                  <a:pt x="710438" y="1157630"/>
                </a:lnTo>
                <a:lnTo>
                  <a:pt x="714895" y="1143990"/>
                </a:lnTo>
                <a:lnTo>
                  <a:pt x="707796" y="1124826"/>
                </a:lnTo>
                <a:lnTo>
                  <a:pt x="694664" y="1164983"/>
                </a:lnTo>
                <a:lnTo>
                  <a:pt x="682599" y="1161046"/>
                </a:lnTo>
                <a:lnTo>
                  <a:pt x="701497" y="1103185"/>
                </a:lnTo>
                <a:lnTo>
                  <a:pt x="694118" y="1084897"/>
                </a:lnTo>
                <a:lnTo>
                  <a:pt x="686574" y="1067066"/>
                </a:lnTo>
                <a:lnTo>
                  <a:pt x="681405" y="1054849"/>
                </a:lnTo>
                <a:lnTo>
                  <a:pt x="681405" y="1082890"/>
                </a:lnTo>
                <a:lnTo>
                  <a:pt x="679221" y="1089583"/>
                </a:lnTo>
                <a:lnTo>
                  <a:pt x="665518" y="1090650"/>
                </a:lnTo>
                <a:lnTo>
                  <a:pt x="653440" y="1086713"/>
                </a:lnTo>
                <a:lnTo>
                  <a:pt x="658291" y="1071867"/>
                </a:lnTo>
                <a:lnTo>
                  <a:pt x="648538" y="1060831"/>
                </a:lnTo>
                <a:lnTo>
                  <a:pt x="651205" y="1052664"/>
                </a:lnTo>
                <a:lnTo>
                  <a:pt x="661365" y="1062456"/>
                </a:lnTo>
                <a:lnTo>
                  <a:pt x="672592" y="1069009"/>
                </a:lnTo>
                <a:lnTo>
                  <a:pt x="670979" y="1073924"/>
                </a:lnTo>
                <a:lnTo>
                  <a:pt x="681405" y="1082890"/>
                </a:lnTo>
                <a:lnTo>
                  <a:pt x="681405" y="1054849"/>
                </a:lnTo>
                <a:lnTo>
                  <a:pt x="679043" y="1049248"/>
                </a:lnTo>
                <a:lnTo>
                  <a:pt x="663346" y="1015479"/>
                </a:lnTo>
                <a:lnTo>
                  <a:pt x="646734" y="984542"/>
                </a:lnTo>
                <a:lnTo>
                  <a:pt x="645083" y="989609"/>
                </a:lnTo>
                <a:lnTo>
                  <a:pt x="631253" y="991057"/>
                </a:lnTo>
                <a:lnTo>
                  <a:pt x="629285" y="997064"/>
                </a:lnTo>
                <a:lnTo>
                  <a:pt x="614946" y="1000074"/>
                </a:lnTo>
                <a:lnTo>
                  <a:pt x="631926" y="948080"/>
                </a:lnTo>
                <a:lnTo>
                  <a:pt x="631037" y="947343"/>
                </a:lnTo>
                <a:lnTo>
                  <a:pt x="621449" y="939253"/>
                </a:lnTo>
                <a:lnTo>
                  <a:pt x="625830" y="925868"/>
                </a:lnTo>
                <a:lnTo>
                  <a:pt x="603326" y="912952"/>
                </a:lnTo>
                <a:lnTo>
                  <a:pt x="592074" y="906500"/>
                </a:lnTo>
                <a:lnTo>
                  <a:pt x="595617" y="895629"/>
                </a:lnTo>
                <a:lnTo>
                  <a:pt x="585736" y="884999"/>
                </a:lnTo>
                <a:lnTo>
                  <a:pt x="586828" y="881646"/>
                </a:lnTo>
                <a:lnTo>
                  <a:pt x="573659" y="881049"/>
                </a:lnTo>
                <a:lnTo>
                  <a:pt x="579628" y="862774"/>
                </a:lnTo>
                <a:lnTo>
                  <a:pt x="570407" y="850125"/>
                </a:lnTo>
                <a:lnTo>
                  <a:pt x="572935" y="842365"/>
                </a:lnTo>
                <a:lnTo>
                  <a:pt x="586778" y="840892"/>
                </a:lnTo>
                <a:lnTo>
                  <a:pt x="588962" y="834212"/>
                </a:lnTo>
                <a:lnTo>
                  <a:pt x="574713" y="836955"/>
                </a:lnTo>
                <a:lnTo>
                  <a:pt x="573062" y="841971"/>
                </a:lnTo>
                <a:lnTo>
                  <a:pt x="558812" y="844727"/>
                </a:lnTo>
                <a:lnTo>
                  <a:pt x="572477" y="802894"/>
                </a:lnTo>
                <a:lnTo>
                  <a:pt x="559473" y="801801"/>
                </a:lnTo>
                <a:lnTo>
                  <a:pt x="558279" y="805434"/>
                </a:lnTo>
                <a:lnTo>
                  <a:pt x="544715" y="806069"/>
                </a:lnTo>
                <a:lnTo>
                  <a:pt x="551065" y="786650"/>
                </a:lnTo>
                <a:lnTo>
                  <a:pt x="545553" y="762622"/>
                </a:lnTo>
                <a:lnTo>
                  <a:pt x="535025" y="753922"/>
                </a:lnTo>
                <a:lnTo>
                  <a:pt x="537933" y="745032"/>
                </a:lnTo>
                <a:lnTo>
                  <a:pt x="527418" y="736333"/>
                </a:lnTo>
                <a:lnTo>
                  <a:pt x="529056" y="731329"/>
                </a:lnTo>
                <a:lnTo>
                  <a:pt x="542226" y="731913"/>
                </a:lnTo>
                <a:lnTo>
                  <a:pt x="531609" y="723519"/>
                </a:lnTo>
                <a:lnTo>
                  <a:pt x="520992" y="715111"/>
                </a:lnTo>
                <a:lnTo>
                  <a:pt x="501243" y="693762"/>
                </a:lnTo>
                <a:lnTo>
                  <a:pt x="482625" y="668959"/>
                </a:lnTo>
                <a:lnTo>
                  <a:pt x="476846" y="645756"/>
                </a:lnTo>
                <a:lnTo>
                  <a:pt x="480225" y="635406"/>
                </a:lnTo>
                <a:lnTo>
                  <a:pt x="469696" y="626757"/>
                </a:lnTo>
                <a:lnTo>
                  <a:pt x="457923" y="621868"/>
                </a:lnTo>
                <a:lnTo>
                  <a:pt x="445541" y="618871"/>
                </a:lnTo>
                <a:lnTo>
                  <a:pt x="433120" y="616013"/>
                </a:lnTo>
                <a:lnTo>
                  <a:pt x="421817" y="609727"/>
                </a:lnTo>
                <a:lnTo>
                  <a:pt x="411937" y="599033"/>
                </a:lnTo>
                <a:lnTo>
                  <a:pt x="416433" y="585292"/>
                </a:lnTo>
                <a:lnTo>
                  <a:pt x="429602" y="585876"/>
                </a:lnTo>
                <a:lnTo>
                  <a:pt x="418172" y="579958"/>
                </a:lnTo>
                <a:lnTo>
                  <a:pt x="394919" y="569341"/>
                </a:lnTo>
                <a:lnTo>
                  <a:pt x="395566" y="567359"/>
                </a:lnTo>
                <a:lnTo>
                  <a:pt x="373913" y="551840"/>
                </a:lnTo>
                <a:lnTo>
                  <a:pt x="326517" y="533349"/>
                </a:lnTo>
                <a:lnTo>
                  <a:pt x="275628" y="525513"/>
                </a:lnTo>
                <a:lnTo>
                  <a:pt x="236207" y="523519"/>
                </a:lnTo>
                <a:lnTo>
                  <a:pt x="222732" y="523862"/>
                </a:lnTo>
                <a:lnTo>
                  <a:pt x="184556" y="518007"/>
                </a:lnTo>
                <a:lnTo>
                  <a:pt x="158610" y="515645"/>
                </a:lnTo>
                <a:lnTo>
                  <a:pt x="132765" y="512953"/>
                </a:lnTo>
                <a:lnTo>
                  <a:pt x="106984" y="510108"/>
                </a:lnTo>
                <a:lnTo>
                  <a:pt x="93941" y="509117"/>
                </a:lnTo>
                <a:lnTo>
                  <a:pt x="80441" y="509549"/>
                </a:lnTo>
                <a:lnTo>
                  <a:pt x="78295" y="516102"/>
                </a:lnTo>
                <a:lnTo>
                  <a:pt x="63106" y="521703"/>
                </a:lnTo>
                <a:lnTo>
                  <a:pt x="16281" y="665060"/>
                </a:lnTo>
                <a:lnTo>
                  <a:pt x="9194" y="850328"/>
                </a:lnTo>
                <a:lnTo>
                  <a:pt x="0" y="1001166"/>
                </a:lnTo>
                <a:lnTo>
                  <a:pt x="9169" y="1054900"/>
                </a:lnTo>
                <a:lnTo>
                  <a:pt x="6210" y="1104861"/>
                </a:lnTo>
                <a:lnTo>
                  <a:pt x="14744" y="1160538"/>
                </a:lnTo>
                <a:lnTo>
                  <a:pt x="11150" y="1212418"/>
                </a:lnTo>
                <a:lnTo>
                  <a:pt x="19634" y="1268247"/>
                </a:lnTo>
                <a:lnTo>
                  <a:pt x="16090" y="1319987"/>
                </a:lnTo>
                <a:lnTo>
                  <a:pt x="24714" y="1375397"/>
                </a:lnTo>
                <a:lnTo>
                  <a:pt x="21399" y="1426438"/>
                </a:lnTo>
                <a:lnTo>
                  <a:pt x="47447" y="1592097"/>
                </a:lnTo>
                <a:lnTo>
                  <a:pt x="44170" y="1643024"/>
                </a:lnTo>
                <a:lnTo>
                  <a:pt x="61836" y="1752549"/>
                </a:lnTo>
                <a:lnTo>
                  <a:pt x="72974" y="1800225"/>
                </a:lnTo>
                <a:lnTo>
                  <a:pt x="72237" y="1843405"/>
                </a:lnTo>
                <a:lnTo>
                  <a:pt x="106540" y="1983778"/>
                </a:lnTo>
                <a:lnTo>
                  <a:pt x="110451" y="2053564"/>
                </a:lnTo>
                <a:lnTo>
                  <a:pt x="124383" y="2092718"/>
                </a:lnTo>
                <a:lnTo>
                  <a:pt x="126453" y="2127300"/>
                </a:lnTo>
                <a:lnTo>
                  <a:pt x="194360" y="2410180"/>
                </a:lnTo>
                <a:lnTo>
                  <a:pt x="209334" y="2446159"/>
                </a:lnTo>
                <a:lnTo>
                  <a:pt x="556717" y="2446147"/>
                </a:lnTo>
                <a:lnTo>
                  <a:pt x="547331" y="2433955"/>
                </a:lnTo>
                <a:lnTo>
                  <a:pt x="540931" y="2412682"/>
                </a:lnTo>
                <a:lnTo>
                  <a:pt x="542569" y="2407653"/>
                </a:lnTo>
                <a:lnTo>
                  <a:pt x="534593" y="2391168"/>
                </a:lnTo>
                <a:lnTo>
                  <a:pt x="542785" y="2366073"/>
                </a:lnTo>
                <a:lnTo>
                  <a:pt x="534822" y="2349576"/>
                </a:lnTo>
                <a:lnTo>
                  <a:pt x="538416" y="2338578"/>
                </a:lnTo>
                <a:lnTo>
                  <a:pt x="530987" y="2326144"/>
                </a:lnTo>
                <a:lnTo>
                  <a:pt x="530987" y="2361298"/>
                </a:lnTo>
                <a:lnTo>
                  <a:pt x="514540" y="2370734"/>
                </a:lnTo>
                <a:lnTo>
                  <a:pt x="512356" y="2377427"/>
                </a:lnTo>
                <a:lnTo>
                  <a:pt x="502526" y="2366632"/>
                </a:lnTo>
                <a:lnTo>
                  <a:pt x="507822" y="2350427"/>
                </a:lnTo>
                <a:lnTo>
                  <a:pt x="522744" y="2345639"/>
                </a:lnTo>
                <a:lnTo>
                  <a:pt x="520560" y="2352332"/>
                </a:lnTo>
                <a:lnTo>
                  <a:pt x="530987" y="2361298"/>
                </a:lnTo>
                <a:lnTo>
                  <a:pt x="530987" y="2326144"/>
                </a:lnTo>
                <a:lnTo>
                  <a:pt x="529780" y="2324112"/>
                </a:lnTo>
                <a:lnTo>
                  <a:pt x="533120" y="2313876"/>
                </a:lnTo>
                <a:lnTo>
                  <a:pt x="524332" y="2299868"/>
                </a:lnTo>
                <a:lnTo>
                  <a:pt x="521690" y="2267064"/>
                </a:lnTo>
                <a:lnTo>
                  <a:pt x="504329" y="2197519"/>
                </a:lnTo>
                <a:lnTo>
                  <a:pt x="489610" y="2160765"/>
                </a:lnTo>
                <a:lnTo>
                  <a:pt x="479450" y="2069185"/>
                </a:lnTo>
                <a:lnTo>
                  <a:pt x="464235" y="2033981"/>
                </a:lnTo>
                <a:lnTo>
                  <a:pt x="450380" y="1912810"/>
                </a:lnTo>
                <a:lnTo>
                  <a:pt x="447230" y="1881517"/>
                </a:lnTo>
                <a:lnTo>
                  <a:pt x="428675" y="1815630"/>
                </a:lnTo>
                <a:lnTo>
                  <a:pt x="425538" y="1784350"/>
                </a:lnTo>
                <a:lnTo>
                  <a:pt x="414782" y="1735467"/>
                </a:lnTo>
                <a:lnTo>
                  <a:pt x="416102" y="1690535"/>
                </a:lnTo>
                <a:lnTo>
                  <a:pt x="404482" y="1603425"/>
                </a:lnTo>
                <a:lnTo>
                  <a:pt x="397738" y="1583169"/>
                </a:lnTo>
                <a:lnTo>
                  <a:pt x="396316" y="1546606"/>
                </a:lnTo>
                <a:lnTo>
                  <a:pt x="401650" y="1530286"/>
                </a:lnTo>
                <a:lnTo>
                  <a:pt x="414388" y="1573098"/>
                </a:lnTo>
                <a:lnTo>
                  <a:pt x="420878" y="1594116"/>
                </a:lnTo>
                <a:lnTo>
                  <a:pt x="427532" y="1614652"/>
                </a:lnTo>
                <a:lnTo>
                  <a:pt x="445452" y="1641602"/>
                </a:lnTo>
                <a:lnTo>
                  <a:pt x="451243" y="1664754"/>
                </a:lnTo>
                <a:lnTo>
                  <a:pt x="457149" y="1687601"/>
                </a:lnTo>
                <a:lnTo>
                  <a:pt x="475373" y="1713598"/>
                </a:lnTo>
                <a:lnTo>
                  <a:pt x="488124" y="1756333"/>
                </a:lnTo>
                <a:lnTo>
                  <a:pt x="563346" y="1894166"/>
                </a:lnTo>
                <a:lnTo>
                  <a:pt x="596125" y="1957412"/>
                </a:lnTo>
                <a:lnTo>
                  <a:pt x="612648" y="1988642"/>
                </a:lnTo>
                <a:lnTo>
                  <a:pt x="629323" y="2019401"/>
                </a:lnTo>
                <a:lnTo>
                  <a:pt x="657834" y="2054783"/>
                </a:lnTo>
                <a:lnTo>
                  <a:pt x="674446" y="2085759"/>
                </a:lnTo>
                <a:lnTo>
                  <a:pt x="703224" y="2120354"/>
                </a:lnTo>
                <a:lnTo>
                  <a:pt x="728370" y="2166074"/>
                </a:lnTo>
                <a:lnTo>
                  <a:pt x="736815" y="2181123"/>
                </a:lnTo>
                <a:lnTo>
                  <a:pt x="745363" y="2195855"/>
                </a:lnTo>
                <a:lnTo>
                  <a:pt x="754062" y="2210130"/>
                </a:lnTo>
                <a:lnTo>
                  <a:pt x="784720" y="2238946"/>
                </a:lnTo>
                <a:lnTo>
                  <a:pt x="803630" y="2262886"/>
                </a:lnTo>
                <a:lnTo>
                  <a:pt x="822731" y="2286203"/>
                </a:lnTo>
                <a:lnTo>
                  <a:pt x="841946" y="2309203"/>
                </a:lnTo>
                <a:lnTo>
                  <a:pt x="863244" y="2325763"/>
                </a:lnTo>
                <a:lnTo>
                  <a:pt x="872693" y="2337752"/>
                </a:lnTo>
                <a:lnTo>
                  <a:pt x="894613" y="2352446"/>
                </a:lnTo>
                <a:lnTo>
                  <a:pt x="905078" y="2361298"/>
                </a:lnTo>
                <a:lnTo>
                  <a:pt x="928357" y="2371852"/>
                </a:lnTo>
                <a:lnTo>
                  <a:pt x="940066" y="2376894"/>
                </a:lnTo>
                <a:lnTo>
                  <a:pt x="964057" y="2385250"/>
                </a:lnTo>
                <a:lnTo>
                  <a:pt x="975880" y="2389987"/>
                </a:lnTo>
                <a:lnTo>
                  <a:pt x="987945" y="2393924"/>
                </a:lnTo>
                <a:lnTo>
                  <a:pt x="989037" y="2390584"/>
                </a:lnTo>
                <a:lnTo>
                  <a:pt x="1004379" y="2384539"/>
                </a:lnTo>
                <a:lnTo>
                  <a:pt x="1019606" y="2378811"/>
                </a:lnTo>
                <a:lnTo>
                  <a:pt x="1046708" y="2377656"/>
                </a:lnTo>
                <a:lnTo>
                  <a:pt x="1061427" y="2373490"/>
                </a:lnTo>
                <a:lnTo>
                  <a:pt x="1104519" y="2364257"/>
                </a:lnTo>
                <a:lnTo>
                  <a:pt x="1148753" y="2351570"/>
                </a:lnTo>
                <a:lnTo>
                  <a:pt x="1193596" y="2336990"/>
                </a:lnTo>
                <a:lnTo>
                  <a:pt x="1238542" y="2322106"/>
                </a:lnTo>
                <a:lnTo>
                  <a:pt x="1238783" y="2321369"/>
                </a:lnTo>
                <a:lnTo>
                  <a:pt x="1250950" y="2325014"/>
                </a:lnTo>
                <a:lnTo>
                  <a:pt x="1263218" y="2328354"/>
                </a:lnTo>
                <a:lnTo>
                  <a:pt x="1263777" y="2326652"/>
                </a:lnTo>
                <a:lnTo>
                  <a:pt x="1277264" y="2326259"/>
                </a:lnTo>
                <a:lnTo>
                  <a:pt x="1278991" y="2320975"/>
                </a:lnTo>
                <a:lnTo>
                  <a:pt x="1292987" y="2319020"/>
                </a:lnTo>
                <a:lnTo>
                  <a:pt x="1295019" y="2312797"/>
                </a:lnTo>
                <a:lnTo>
                  <a:pt x="1325079" y="2302586"/>
                </a:lnTo>
                <a:lnTo>
                  <a:pt x="1373517" y="2276995"/>
                </a:lnTo>
                <a:lnTo>
                  <a:pt x="1391500" y="2262848"/>
                </a:lnTo>
                <a:lnTo>
                  <a:pt x="1422120" y="2250922"/>
                </a:lnTo>
                <a:lnTo>
                  <a:pt x="1440967" y="2234107"/>
                </a:lnTo>
                <a:lnTo>
                  <a:pt x="1460855" y="2214156"/>
                </a:lnTo>
                <a:lnTo>
                  <a:pt x="1512570" y="2055850"/>
                </a:lnTo>
                <a:lnTo>
                  <a:pt x="1506423" y="2033765"/>
                </a:lnTo>
                <a:lnTo>
                  <a:pt x="1515160" y="2007006"/>
                </a:lnTo>
                <a:lnTo>
                  <a:pt x="1528330" y="2007590"/>
                </a:lnTo>
                <a:lnTo>
                  <a:pt x="1517269" y="2000542"/>
                </a:lnTo>
                <a:lnTo>
                  <a:pt x="1507401" y="1989874"/>
                </a:lnTo>
                <a:lnTo>
                  <a:pt x="1520037" y="1951189"/>
                </a:lnTo>
                <a:lnTo>
                  <a:pt x="1514614" y="1926882"/>
                </a:lnTo>
                <a:lnTo>
                  <a:pt x="1509344" y="1902104"/>
                </a:lnTo>
                <a:lnTo>
                  <a:pt x="1516253" y="1880958"/>
                </a:lnTo>
                <a:lnTo>
                  <a:pt x="1511147" y="1855711"/>
                </a:lnTo>
                <a:lnTo>
                  <a:pt x="1517154" y="1837321"/>
                </a:lnTo>
                <a:lnTo>
                  <a:pt x="1525955" y="1851291"/>
                </a:lnTo>
                <a:lnTo>
                  <a:pt x="1526501" y="1849628"/>
                </a:lnTo>
                <a:lnTo>
                  <a:pt x="1539113" y="1851888"/>
                </a:lnTo>
                <a:lnTo>
                  <a:pt x="1533055" y="1759597"/>
                </a:lnTo>
                <a:lnTo>
                  <a:pt x="1533055" y="1829536"/>
                </a:lnTo>
                <a:lnTo>
                  <a:pt x="1532509" y="1831213"/>
                </a:lnTo>
                <a:lnTo>
                  <a:pt x="1519885" y="1828952"/>
                </a:lnTo>
                <a:lnTo>
                  <a:pt x="1524215" y="1815719"/>
                </a:lnTo>
                <a:lnTo>
                  <a:pt x="1523695" y="1796859"/>
                </a:lnTo>
                <a:lnTo>
                  <a:pt x="1525409" y="1812061"/>
                </a:lnTo>
                <a:lnTo>
                  <a:pt x="1533055" y="1829536"/>
                </a:lnTo>
                <a:lnTo>
                  <a:pt x="1533055" y="1759597"/>
                </a:lnTo>
                <a:lnTo>
                  <a:pt x="1532407" y="1749729"/>
                </a:lnTo>
                <a:lnTo>
                  <a:pt x="1542249" y="1719605"/>
                </a:lnTo>
                <a:lnTo>
                  <a:pt x="1530172" y="1715655"/>
                </a:lnTo>
                <a:lnTo>
                  <a:pt x="1527492" y="1723872"/>
                </a:lnTo>
                <a:lnTo>
                  <a:pt x="1527492" y="1764766"/>
                </a:lnTo>
                <a:lnTo>
                  <a:pt x="1523174" y="1778000"/>
                </a:lnTo>
                <a:lnTo>
                  <a:pt x="1516519" y="1757476"/>
                </a:lnTo>
                <a:lnTo>
                  <a:pt x="1517611" y="1754136"/>
                </a:lnTo>
                <a:lnTo>
                  <a:pt x="1527492" y="1764766"/>
                </a:lnTo>
                <a:lnTo>
                  <a:pt x="1527492" y="1723872"/>
                </a:lnTo>
                <a:lnTo>
                  <a:pt x="1526349" y="1727365"/>
                </a:lnTo>
                <a:lnTo>
                  <a:pt x="1509471" y="1697266"/>
                </a:lnTo>
                <a:lnTo>
                  <a:pt x="1505572" y="1668297"/>
                </a:lnTo>
                <a:lnTo>
                  <a:pt x="1516367" y="1635252"/>
                </a:lnTo>
                <a:lnTo>
                  <a:pt x="1526260" y="1645869"/>
                </a:lnTo>
                <a:lnTo>
                  <a:pt x="1534121" y="1621790"/>
                </a:lnTo>
                <a:lnTo>
                  <a:pt x="1529143" y="1596123"/>
                </a:lnTo>
                <a:lnTo>
                  <a:pt x="1522387" y="1578038"/>
                </a:lnTo>
                <a:lnTo>
                  <a:pt x="1522387" y="1616837"/>
                </a:lnTo>
                <a:lnTo>
                  <a:pt x="1509217" y="1616227"/>
                </a:lnTo>
                <a:lnTo>
                  <a:pt x="1516253" y="1594688"/>
                </a:lnTo>
                <a:lnTo>
                  <a:pt x="1522387" y="1616837"/>
                </a:lnTo>
                <a:lnTo>
                  <a:pt x="1522387" y="1578038"/>
                </a:lnTo>
                <a:lnTo>
                  <a:pt x="1522018" y="1577047"/>
                </a:lnTo>
                <a:lnTo>
                  <a:pt x="1513649" y="1570583"/>
                </a:lnTo>
                <a:lnTo>
                  <a:pt x="1513649" y="1578800"/>
                </a:lnTo>
                <a:lnTo>
                  <a:pt x="1508620" y="1577162"/>
                </a:lnTo>
                <a:lnTo>
                  <a:pt x="1508074" y="1578825"/>
                </a:lnTo>
                <a:lnTo>
                  <a:pt x="1497101" y="1571536"/>
                </a:lnTo>
                <a:lnTo>
                  <a:pt x="1497647" y="1569872"/>
                </a:lnTo>
                <a:lnTo>
                  <a:pt x="1509306" y="1575066"/>
                </a:lnTo>
                <a:lnTo>
                  <a:pt x="1513649" y="1578800"/>
                </a:lnTo>
                <a:lnTo>
                  <a:pt x="1513649" y="1570583"/>
                </a:lnTo>
                <a:lnTo>
                  <a:pt x="1511350" y="1568792"/>
                </a:lnTo>
                <a:lnTo>
                  <a:pt x="1502232" y="1555813"/>
                </a:lnTo>
                <a:lnTo>
                  <a:pt x="1511300" y="1528038"/>
                </a:lnTo>
                <a:lnTo>
                  <a:pt x="1500873" y="1519085"/>
                </a:lnTo>
                <a:lnTo>
                  <a:pt x="1501419" y="1517408"/>
                </a:lnTo>
                <a:lnTo>
                  <a:pt x="1491792" y="1505991"/>
                </a:lnTo>
                <a:lnTo>
                  <a:pt x="1496263" y="1492288"/>
                </a:lnTo>
                <a:lnTo>
                  <a:pt x="1486014" y="1482750"/>
                </a:lnTo>
                <a:lnTo>
                  <a:pt x="1500276" y="1480007"/>
                </a:lnTo>
                <a:lnTo>
                  <a:pt x="1505915" y="1462747"/>
                </a:lnTo>
                <a:lnTo>
                  <a:pt x="1517815" y="1467218"/>
                </a:lnTo>
                <a:lnTo>
                  <a:pt x="1507807" y="1456944"/>
                </a:lnTo>
                <a:lnTo>
                  <a:pt x="1497901" y="1446377"/>
                </a:lnTo>
                <a:lnTo>
                  <a:pt x="1500276" y="1439100"/>
                </a:lnTo>
                <a:lnTo>
                  <a:pt x="1490891" y="1426946"/>
                </a:lnTo>
                <a:lnTo>
                  <a:pt x="1493431" y="1419161"/>
                </a:lnTo>
                <a:lnTo>
                  <a:pt x="1510804" y="1406893"/>
                </a:lnTo>
                <a:lnTo>
                  <a:pt x="1516621" y="1389062"/>
                </a:lnTo>
                <a:lnTo>
                  <a:pt x="1506258" y="1379905"/>
                </a:lnTo>
                <a:lnTo>
                  <a:pt x="1509471" y="1370063"/>
                </a:lnTo>
                <a:lnTo>
                  <a:pt x="1498498" y="1362773"/>
                </a:lnTo>
                <a:lnTo>
                  <a:pt x="1487957" y="1354124"/>
                </a:lnTo>
                <a:lnTo>
                  <a:pt x="1503908" y="1305306"/>
                </a:lnTo>
                <a:lnTo>
                  <a:pt x="1514182" y="1314729"/>
                </a:lnTo>
                <a:lnTo>
                  <a:pt x="1528000" y="1272438"/>
                </a:lnTo>
                <a:lnTo>
                  <a:pt x="1522082" y="1249667"/>
                </a:lnTo>
                <a:lnTo>
                  <a:pt x="1528229" y="1230845"/>
                </a:lnTo>
                <a:lnTo>
                  <a:pt x="1522310" y="1208087"/>
                </a:lnTo>
                <a:lnTo>
                  <a:pt x="1514246" y="1232763"/>
                </a:lnTo>
                <a:lnTo>
                  <a:pt x="1502714" y="1227137"/>
                </a:lnTo>
                <a:lnTo>
                  <a:pt x="1506423" y="1215796"/>
                </a:lnTo>
                <a:lnTo>
                  <a:pt x="1496517" y="1205217"/>
                </a:lnTo>
                <a:lnTo>
                  <a:pt x="1525511" y="1116469"/>
                </a:lnTo>
                <a:lnTo>
                  <a:pt x="1517434" y="1141222"/>
                </a:lnTo>
                <a:lnTo>
                  <a:pt x="1527314" y="1151851"/>
                </a:lnTo>
                <a:lnTo>
                  <a:pt x="1531543" y="1138923"/>
                </a:lnTo>
                <a:lnTo>
                  <a:pt x="1526374" y="1113840"/>
                </a:lnTo>
                <a:lnTo>
                  <a:pt x="1541894" y="1066330"/>
                </a:lnTo>
                <a:lnTo>
                  <a:pt x="1531937" y="1055928"/>
                </a:lnTo>
                <a:lnTo>
                  <a:pt x="1545805" y="1013472"/>
                </a:lnTo>
                <a:lnTo>
                  <a:pt x="1532089" y="1014552"/>
                </a:lnTo>
                <a:lnTo>
                  <a:pt x="1531543" y="1016228"/>
                </a:lnTo>
                <a:lnTo>
                  <a:pt x="1518373" y="1015631"/>
                </a:lnTo>
                <a:lnTo>
                  <a:pt x="1526679" y="990219"/>
                </a:lnTo>
                <a:lnTo>
                  <a:pt x="1756664" y="286207"/>
                </a:lnTo>
                <a:close/>
              </a:path>
              <a:path w="2118994" h="2446654">
                <a:moveTo>
                  <a:pt x="1838693" y="518528"/>
                </a:moveTo>
                <a:lnTo>
                  <a:pt x="1837575" y="516305"/>
                </a:lnTo>
                <a:lnTo>
                  <a:pt x="1835899" y="515759"/>
                </a:lnTo>
                <a:lnTo>
                  <a:pt x="1837029" y="517982"/>
                </a:lnTo>
                <a:lnTo>
                  <a:pt x="1838693" y="518528"/>
                </a:lnTo>
                <a:close/>
              </a:path>
              <a:path w="2118994" h="2446654">
                <a:moveTo>
                  <a:pt x="2118753" y="1222692"/>
                </a:moveTo>
                <a:lnTo>
                  <a:pt x="2118182" y="406501"/>
                </a:lnTo>
                <a:lnTo>
                  <a:pt x="2118017" y="161632"/>
                </a:lnTo>
                <a:lnTo>
                  <a:pt x="2105901" y="198716"/>
                </a:lnTo>
                <a:lnTo>
                  <a:pt x="2105736" y="240118"/>
                </a:lnTo>
                <a:lnTo>
                  <a:pt x="2093442" y="277736"/>
                </a:lnTo>
                <a:lnTo>
                  <a:pt x="2089505" y="330682"/>
                </a:lnTo>
                <a:lnTo>
                  <a:pt x="2073579" y="379450"/>
                </a:lnTo>
                <a:lnTo>
                  <a:pt x="2069744" y="432092"/>
                </a:lnTo>
                <a:lnTo>
                  <a:pt x="2053805" y="480860"/>
                </a:lnTo>
                <a:lnTo>
                  <a:pt x="2049868" y="533819"/>
                </a:lnTo>
                <a:lnTo>
                  <a:pt x="2028215" y="600113"/>
                </a:lnTo>
                <a:lnTo>
                  <a:pt x="2018220" y="671601"/>
                </a:lnTo>
                <a:lnTo>
                  <a:pt x="1989302" y="801014"/>
                </a:lnTo>
                <a:lnTo>
                  <a:pt x="1988210" y="804367"/>
                </a:lnTo>
                <a:lnTo>
                  <a:pt x="1979739" y="789393"/>
                </a:lnTo>
                <a:lnTo>
                  <a:pt x="1971167" y="774725"/>
                </a:lnTo>
                <a:lnTo>
                  <a:pt x="1950529" y="756119"/>
                </a:lnTo>
                <a:lnTo>
                  <a:pt x="1942058" y="741146"/>
                </a:lnTo>
                <a:lnTo>
                  <a:pt x="1937753" y="754316"/>
                </a:lnTo>
                <a:lnTo>
                  <a:pt x="1948103" y="763524"/>
                </a:lnTo>
                <a:lnTo>
                  <a:pt x="1945932" y="770191"/>
                </a:lnTo>
                <a:lnTo>
                  <a:pt x="1934997" y="762762"/>
                </a:lnTo>
                <a:lnTo>
                  <a:pt x="1935975" y="759764"/>
                </a:lnTo>
                <a:lnTo>
                  <a:pt x="1924786" y="753122"/>
                </a:lnTo>
                <a:lnTo>
                  <a:pt x="1913534" y="746645"/>
                </a:lnTo>
                <a:lnTo>
                  <a:pt x="1926767" y="747026"/>
                </a:lnTo>
                <a:lnTo>
                  <a:pt x="1929307" y="739292"/>
                </a:lnTo>
                <a:lnTo>
                  <a:pt x="1943150" y="737806"/>
                </a:lnTo>
                <a:lnTo>
                  <a:pt x="1935086" y="721575"/>
                </a:lnTo>
                <a:lnTo>
                  <a:pt x="1926932" y="705650"/>
                </a:lnTo>
                <a:lnTo>
                  <a:pt x="1918766" y="689737"/>
                </a:lnTo>
                <a:lnTo>
                  <a:pt x="1908708" y="679653"/>
                </a:lnTo>
                <a:lnTo>
                  <a:pt x="1898637" y="669569"/>
                </a:lnTo>
                <a:lnTo>
                  <a:pt x="1894713" y="681558"/>
                </a:lnTo>
                <a:lnTo>
                  <a:pt x="1904898" y="691286"/>
                </a:lnTo>
                <a:lnTo>
                  <a:pt x="1900859" y="703643"/>
                </a:lnTo>
                <a:lnTo>
                  <a:pt x="1890369" y="694867"/>
                </a:lnTo>
                <a:lnTo>
                  <a:pt x="1893176" y="686295"/>
                </a:lnTo>
                <a:lnTo>
                  <a:pt x="1882686" y="677494"/>
                </a:lnTo>
                <a:lnTo>
                  <a:pt x="1889848" y="655586"/>
                </a:lnTo>
                <a:lnTo>
                  <a:pt x="1883244" y="634911"/>
                </a:lnTo>
                <a:lnTo>
                  <a:pt x="1882838" y="636143"/>
                </a:lnTo>
                <a:lnTo>
                  <a:pt x="1871649" y="629500"/>
                </a:lnTo>
                <a:lnTo>
                  <a:pt x="1876628" y="614235"/>
                </a:lnTo>
                <a:lnTo>
                  <a:pt x="1866201" y="605269"/>
                </a:lnTo>
                <a:lnTo>
                  <a:pt x="1868932" y="596912"/>
                </a:lnTo>
                <a:lnTo>
                  <a:pt x="1859051" y="586270"/>
                </a:lnTo>
                <a:lnTo>
                  <a:pt x="1857413" y="591286"/>
                </a:lnTo>
                <a:lnTo>
                  <a:pt x="1845424" y="587082"/>
                </a:lnTo>
                <a:lnTo>
                  <a:pt x="1833727" y="581990"/>
                </a:lnTo>
                <a:lnTo>
                  <a:pt x="1821738" y="577786"/>
                </a:lnTo>
                <a:lnTo>
                  <a:pt x="1824469" y="569429"/>
                </a:lnTo>
                <a:lnTo>
                  <a:pt x="1848612" y="577316"/>
                </a:lnTo>
                <a:lnTo>
                  <a:pt x="1851342" y="568947"/>
                </a:lnTo>
                <a:lnTo>
                  <a:pt x="1837042" y="530948"/>
                </a:lnTo>
                <a:lnTo>
                  <a:pt x="1829892" y="511949"/>
                </a:lnTo>
                <a:lnTo>
                  <a:pt x="1826602" y="521982"/>
                </a:lnTo>
                <a:lnTo>
                  <a:pt x="1817814" y="508000"/>
                </a:lnTo>
                <a:lnTo>
                  <a:pt x="1822183" y="494614"/>
                </a:lnTo>
                <a:lnTo>
                  <a:pt x="1815960" y="472795"/>
                </a:lnTo>
                <a:lnTo>
                  <a:pt x="1820773" y="458050"/>
                </a:lnTo>
                <a:lnTo>
                  <a:pt x="1813102" y="440613"/>
                </a:lnTo>
                <a:lnTo>
                  <a:pt x="1805647" y="422554"/>
                </a:lnTo>
                <a:lnTo>
                  <a:pt x="1797316" y="407162"/>
                </a:lnTo>
                <a:lnTo>
                  <a:pt x="1788464" y="393344"/>
                </a:lnTo>
                <a:lnTo>
                  <a:pt x="1779422" y="380136"/>
                </a:lnTo>
                <a:lnTo>
                  <a:pt x="1770468" y="366636"/>
                </a:lnTo>
                <a:lnTo>
                  <a:pt x="1776831" y="347154"/>
                </a:lnTo>
                <a:lnTo>
                  <a:pt x="1767344" y="335292"/>
                </a:lnTo>
                <a:lnTo>
                  <a:pt x="1772069" y="320865"/>
                </a:lnTo>
                <a:lnTo>
                  <a:pt x="1760537" y="315252"/>
                </a:lnTo>
                <a:lnTo>
                  <a:pt x="1759445" y="318592"/>
                </a:lnTo>
                <a:lnTo>
                  <a:pt x="1747380" y="314642"/>
                </a:lnTo>
                <a:lnTo>
                  <a:pt x="1526679" y="990219"/>
                </a:lnTo>
                <a:lnTo>
                  <a:pt x="1539735" y="991133"/>
                </a:lnTo>
                <a:lnTo>
                  <a:pt x="1556677" y="939279"/>
                </a:lnTo>
                <a:lnTo>
                  <a:pt x="1565986" y="951687"/>
                </a:lnTo>
                <a:lnTo>
                  <a:pt x="1575485" y="963472"/>
                </a:lnTo>
                <a:lnTo>
                  <a:pt x="1573136" y="970686"/>
                </a:lnTo>
                <a:lnTo>
                  <a:pt x="1583055" y="981214"/>
                </a:lnTo>
                <a:lnTo>
                  <a:pt x="1603108" y="1001623"/>
                </a:lnTo>
                <a:lnTo>
                  <a:pt x="1611147" y="1017930"/>
                </a:lnTo>
                <a:lnTo>
                  <a:pt x="1619288" y="1033919"/>
                </a:lnTo>
                <a:lnTo>
                  <a:pt x="1639646" y="1053388"/>
                </a:lnTo>
                <a:lnTo>
                  <a:pt x="1659204" y="1075321"/>
                </a:lnTo>
                <a:lnTo>
                  <a:pt x="1678711" y="1097394"/>
                </a:lnTo>
                <a:lnTo>
                  <a:pt x="1698320" y="1119162"/>
                </a:lnTo>
                <a:lnTo>
                  <a:pt x="1718183" y="1140155"/>
                </a:lnTo>
                <a:lnTo>
                  <a:pt x="1738922" y="1158468"/>
                </a:lnTo>
                <a:lnTo>
                  <a:pt x="1760118" y="1175372"/>
                </a:lnTo>
                <a:lnTo>
                  <a:pt x="1769554" y="1187399"/>
                </a:lnTo>
                <a:lnTo>
                  <a:pt x="1802333" y="1209763"/>
                </a:lnTo>
                <a:lnTo>
                  <a:pt x="1837321" y="1225359"/>
                </a:lnTo>
                <a:lnTo>
                  <a:pt x="1885607" y="1241132"/>
                </a:lnTo>
                <a:lnTo>
                  <a:pt x="1898218" y="1243406"/>
                </a:lnTo>
                <a:lnTo>
                  <a:pt x="1922437" y="1251077"/>
                </a:lnTo>
                <a:lnTo>
                  <a:pt x="1934984" y="1253566"/>
                </a:lnTo>
                <a:lnTo>
                  <a:pt x="1960422" y="1257477"/>
                </a:lnTo>
                <a:lnTo>
                  <a:pt x="1975027" y="1253680"/>
                </a:lnTo>
                <a:lnTo>
                  <a:pt x="1989886" y="1249108"/>
                </a:lnTo>
                <a:lnTo>
                  <a:pt x="2031466" y="1244523"/>
                </a:lnTo>
                <a:lnTo>
                  <a:pt x="2046325" y="1239939"/>
                </a:lnTo>
                <a:lnTo>
                  <a:pt x="2076284" y="1229995"/>
                </a:lnTo>
                <a:lnTo>
                  <a:pt x="2118753" y="1222692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66" y="75"/>
            <a:ext cx="2707640" cy="2416810"/>
          </a:xfrm>
          <a:custGeom>
            <a:avLst/>
            <a:gdLst/>
            <a:ahLst/>
            <a:cxnLst/>
            <a:rect l="l" t="t" r="r" b="b"/>
            <a:pathLst>
              <a:path w="2707640" h="2416810">
                <a:moveTo>
                  <a:pt x="458431" y="1713738"/>
                </a:moveTo>
                <a:lnTo>
                  <a:pt x="457962" y="1711147"/>
                </a:lnTo>
                <a:lnTo>
                  <a:pt x="456438" y="1710080"/>
                </a:lnTo>
                <a:lnTo>
                  <a:pt x="456895" y="1712671"/>
                </a:lnTo>
                <a:lnTo>
                  <a:pt x="458431" y="1713738"/>
                </a:lnTo>
                <a:close/>
              </a:path>
              <a:path w="2707640" h="2416810">
                <a:moveTo>
                  <a:pt x="1043952" y="935850"/>
                </a:moveTo>
                <a:lnTo>
                  <a:pt x="1031125" y="942809"/>
                </a:lnTo>
                <a:lnTo>
                  <a:pt x="1025867" y="953566"/>
                </a:lnTo>
                <a:lnTo>
                  <a:pt x="1023099" y="965644"/>
                </a:lnTo>
                <a:lnTo>
                  <a:pt x="1017739" y="976553"/>
                </a:lnTo>
                <a:lnTo>
                  <a:pt x="1020800" y="978687"/>
                </a:lnTo>
                <a:lnTo>
                  <a:pt x="1023391" y="978242"/>
                </a:lnTo>
                <a:lnTo>
                  <a:pt x="1026452" y="980376"/>
                </a:lnTo>
                <a:lnTo>
                  <a:pt x="1043952" y="935850"/>
                </a:lnTo>
                <a:close/>
              </a:path>
              <a:path w="2707640" h="2416810">
                <a:moveTo>
                  <a:pt x="1060653" y="886802"/>
                </a:moveTo>
                <a:lnTo>
                  <a:pt x="1058697" y="880033"/>
                </a:lnTo>
                <a:lnTo>
                  <a:pt x="1049997" y="871956"/>
                </a:lnTo>
                <a:lnTo>
                  <a:pt x="1042657" y="901623"/>
                </a:lnTo>
                <a:lnTo>
                  <a:pt x="1040879" y="910983"/>
                </a:lnTo>
                <a:lnTo>
                  <a:pt x="1055001" y="895896"/>
                </a:lnTo>
                <a:lnTo>
                  <a:pt x="1060653" y="886802"/>
                </a:lnTo>
                <a:close/>
              </a:path>
              <a:path w="2707640" h="2416810">
                <a:moveTo>
                  <a:pt x="1096340" y="809002"/>
                </a:moveTo>
                <a:lnTo>
                  <a:pt x="1094803" y="807935"/>
                </a:lnTo>
                <a:lnTo>
                  <a:pt x="1094346" y="805345"/>
                </a:lnTo>
                <a:lnTo>
                  <a:pt x="1092822" y="804278"/>
                </a:lnTo>
                <a:lnTo>
                  <a:pt x="1089152" y="806246"/>
                </a:lnTo>
                <a:lnTo>
                  <a:pt x="1086561" y="806704"/>
                </a:lnTo>
                <a:lnTo>
                  <a:pt x="1082903" y="808685"/>
                </a:lnTo>
                <a:lnTo>
                  <a:pt x="1087018" y="809294"/>
                </a:lnTo>
                <a:lnTo>
                  <a:pt x="1092212" y="808393"/>
                </a:lnTo>
                <a:lnTo>
                  <a:pt x="1096340" y="809002"/>
                </a:lnTo>
                <a:close/>
              </a:path>
              <a:path w="2707640" h="2416810">
                <a:moveTo>
                  <a:pt x="1126363" y="618312"/>
                </a:moveTo>
                <a:lnTo>
                  <a:pt x="1124051" y="603567"/>
                </a:lnTo>
                <a:lnTo>
                  <a:pt x="1119936" y="602957"/>
                </a:lnTo>
                <a:lnTo>
                  <a:pt x="1118400" y="601891"/>
                </a:lnTo>
                <a:lnTo>
                  <a:pt x="1115809" y="602348"/>
                </a:lnTo>
                <a:lnTo>
                  <a:pt x="1113904" y="616699"/>
                </a:lnTo>
                <a:lnTo>
                  <a:pt x="1111377" y="631037"/>
                </a:lnTo>
                <a:lnTo>
                  <a:pt x="1105789" y="658926"/>
                </a:lnTo>
                <a:lnTo>
                  <a:pt x="1107325" y="659993"/>
                </a:lnTo>
                <a:lnTo>
                  <a:pt x="1111440" y="660603"/>
                </a:lnTo>
                <a:lnTo>
                  <a:pt x="1114044" y="660158"/>
                </a:lnTo>
                <a:lnTo>
                  <a:pt x="1115517" y="645502"/>
                </a:lnTo>
                <a:lnTo>
                  <a:pt x="1121562" y="631926"/>
                </a:lnTo>
                <a:lnTo>
                  <a:pt x="1126363" y="618312"/>
                </a:lnTo>
                <a:close/>
              </a:path>
              <a:path w="2707640" h="2416810">
                <a:moveTo>
                  <a:pt x="1164907" y="491363"/>
                </a:moveTo>
                <a:lnTo>
                  <a:pt x="1163739" y="493039"/>
                </a:lnTo>
                <a:lnTo>
                  <a:pt x="1163396" y="494741"/>
                </a:lnTo>
                <a:lnTo>
                  <a:pt x="1164907" y="491363"/>
                </a:lnTo>
                <a:close/>
              </a:path>
              <a:path w="2707640" h="2416810">
                <a:moveTo>
                  <a:pt x="1718157" y="717410"/>
                </a:moveTo>
                <a:lnTo>
                  <a:pt x="1688693" y="717232"/>
                </a:lnTo>
                <a:lnTo>
                  <a:pt x="1696351" y="745299"/>
                </a:lnTo>
                <a:lnTo>
                  <a:pt x="1698485" y="742251"/>
                </a:lnTo>
                <a:lnTo>
                  <a:pt x="1704746" y="739825"/>
                </a:lnTo>
                <a:lnTo>
                  <a:pt x="1709470" y="736320"/>
                </a:lnTo>
                <a:lnTo>
                  <a:pt x="1712214" y="729157"/>
                </a:lnTo>
                <a:lnTo>
                  <a:pt x="1715414" y="724585"/>
                </a:lnTo>
                <a:lnTo>
                  <a:pt x="1718157" y="717410"/>
                </a:lnTo>
                <a:close/>
              </a:path>
              <a:path w="2707640" h="2416810">
                <a:moveTo>
                  <a:pt x="1803577" y="1417091"/>
                </a:moveTo>
                <a:lnTo>
                  <a:pt x="1784477" y="1422247"/>
                </a:lnTo>
                <a:lnTo>
                  <a:pt x="1785175" y="1443380"/>
                </a:lnTo>
                <a:lnTo>
                  <a:pt x="1803577" y="1417091"/>
                </a:lnTo>
                <a:close/>
              </a:path>
              <a:path w="2707640" h="2416810">
                <a:moveTo>
                  <a:pt x="2374633" y="3441"/>
                </a:moveTo>
                <a:lnTo>
                  <a:pt x="2361539" y="0"/>
                </a:lnTo>
                <a:lnTo>
                  <a:pt x="2367229" y="5689"/>
                </a:lnTo>
                <a:lnTo>
                  <a:pt x="2373084" y="5664"/>
                </a:lnTo>
                <a:lnTo>
                  <a:pt x="2374633" y="3441"/>
                </a:lnTo>
                <a:close/>
              </a:path>
              <a:path w="2707640" h="2416810">
                <a:moveTo>
                  <a:pt x="2707043" y="148666"/>
                </a:moveTo>
                <a:lnTo>
                  <a:pt x="2700007" y="92278"/>
                </a:lnTo>
                <a:lnTo>
                  <a:pt x="2702776" y="44043"/>
                </a:lnTo>
                <a:lnTo>
                  <a:pt x="2699855" y="3924"/>
                </a:lnTo>
                <a:lnTo>
                  <a:pt x="2373084" y="5664"/>
                </a:lnTo>
                <a:lnTo>
                  <a:pt x="2370658" y="9131"/>
                </a:lnTo>
                <a:lnTo>
                  <a:pt x="2367229" y="5689"/>
                </a:lnTo>
                <a:lnTo>
                  <a:pt x="2357513" y="5740"/>
                </a:lnTo>
                <a:lnTo>
                  <a:pt x="2358491" y="26492"/>
                </a:lnTo>
                <a:lnTo>
                  <a:pt x="2346248" y="43992"/>
                </a:lnTo>
                <a:lnTo>
                  <a:pt x="2344597" y="68491"/>
                </a:lnTo>
                <a:lnTo>
                  <a:pt x="2343442" y="92278"/>
                </a:lnTo>
                <a:lnTo>
                  <a:pt x="2352598" y="123494"/>
                </a:lnTo>
                <a:lnTo>
                  <a:pt x="2350655" y="192709"/>
                </a:lnTo>
                <a:lnTo>
                  <a:pt x="2347455" y="197281"/>
                </a:lnTo>
                <a:lnTo>
                  <a:pt x="2349855" y="216001"/>
                </a:lnTo>
                <a:lnTo>
                  <a:pt x="2344255" y="246138"/>
                </a:lnTo>
                <a:lnTo>
                  <a:pt x="2343721" y="246900"/>
                </a:lnTo>
                <a:lnTo>
                  <a:pt x="2362657" y="241998"/>
                </a:lnTo>
                <a:lnTo>
                  <a:pt x="2366924" y="235902"/>
                </a:lnTo>
                <a:lnTo>
                  <a:pt x="2372969" y="249415"/>
                </a:lnTo>
                <a:lnTo>
                  <a:pt x="2357056" y="272135"/>
                </a:lnTo>
                <a:lnTo>
                  <a:pt x="2348788" y="261810"/>
                </a:lnTo>
                <a:lnTo>
                  <a:pt x="2350922" y="258762"/>
                </a:lnTo>
                <a:lnTo>
                  <a:pt x="2343721" y="246900"/>
                </a:lnTo>
                <a:lnTo>
                  <a:pt x="2336254" y="257568"/>
                </a:lnTo>
                <a:lnTo>
                  <a:pt x="2339632" y="274878"/>
                </a:lnTo>
                <a:lnTo>
                  <a:pt x="2332913" y="284480"/>
                </a:lnTo>
                <a:lnTo>
                  <a:pt x="2336800" y="301078"/>
                </a:lnTo>
                <a:lnTo>
                  <a:pt x="2330386" y="310248"/>
                </a:lnTo>
                <a:lnTo>
                  <a:pt x="2332786" y="351104"/>
                </a:lnTo>
                <a:lnTo>
                  <a:pt x="2327186" y="425538"/>
                </a:lnTo>
                <a:lnTo>
                  <a:pt x="2319185" y="459105"/>
                </a:lnTo>
                <a:lnTo>
                  <a:pt x="2323173" y="497700"/>
                </a:lnTo>
                <a:lnTo>
                  <a:pt x="2309939" y="560908"/>
                </a:lnTo>
                <a:lnTo>
                  <a:pt x="2313330" y="600354"/>
                </a:lnTo>
                <a:lnTo>
                  <a:pt x="2287727" y="725512"/>
                </a:lnTo>
                <a:lnTo>
                  <a:pt x="2291092" y="764984"/>
                </a:lnTo>
                <a:lnTo>
                  <a:pt x="2277427" y="828802"/>
                </a:lnTo>
                <a:lnTo>
                  <a:pt x="2280793" y="868286"/>
                </a:lnTo>
                <a:lnTo>
                  <a:pt x="2267826" y="886802"/>
                </a:lnTo>
                <a:lnTo>
                  <a:pt x="2259723" y="964819"/>
                </a:lnTo>
                <a:lnTo>
                  <a:pt x="2242921" y="1055255"/>
                </a:lnTo>
                <a:lnTo>
                  <a:pt x="2232520" y="1070114"/>
                </a:lnTo>
                <a:lnTo>
                  <a:pt x="2232520" y="1114399"/>
                </a:lnTo>
                <a:lnTo>
                  <a:pt x="2222119" y="1129258"/>
                </a:lnTo>
                <a:lnTo>
                  <a:pt x="2223579" y="1082878"/>
                </a:lnTo>
                <a:lnTo>
                  <a:pt x="2224062" y="1060043"/>
                </a:lnTo>
                <a:lnTo>
                  <a:pt x="2213838" y="1030351"/>
                </a:lnTo>
                <a:lnTo>
                  <a:pt x="2217445" y="980922"/>
                </a:lnTo>
                <a:lnTo>
                  <a:pt x="2208682" y="949134"/>
                </a:lnTo>
                <a:lnTo>
                  <a:pt x="2209838" y="925347"/>
                </a:lnTo>
                <a:lnTo>
                  <a:pt x="2200846" y="871753"/>
                </a:lnTo>
                <a:lnTo>
                  <a:pt x="2172474" y="712965"/>
                </a:lnTo>
                <a:lnTo>
                  <a:pt x="2161146" y="640588"/>
                </a:lnTo>
                <a:lnTo>
                  <a:pt x="2144814" y="597471"/>
                </a:lnTo>
                <a:lnTo>
                  <a:pt x="2138591" y="562063"/>
                </a:lnTo>
                <a:lnTo>
                  <a:pt x="2132812" y="526046"/>
                </a:lnTo>
                <a:lnTo>
                  <a:pt x="2116315" y="483171"/>
                </a:lnTo>
                <a:lnTo>
                  <a:pt x="2099627" y="440575"/>
                </a:lnTo>
                <a:lnTo>
                  <a:pt x="2093239" y="405409"/>
                </a:lnTo>
                <a:lnTo>
                  <a:pt x="2079612" y="380580"/>
                </a:lnTo>
                <a:lnTo>
                  <a:pt x="2068957" y="329361"/>
                </a:lnTo>
                <a:lnTo>
                  <a:pt x="2038007" y="262839"/>
                </a:lnTo>
                <a:lnTo>
                  <a:pt x="2027047" y="234226"/>
                </a:lnTo>
                <a:lnTo>
                  <a:pt x="2015871" y="205892"/>
                </a:lnTo>
                <a:lnTo>
                  <a:pt x="2000592" y="183426"/>
                </a:lnTo>
                <a:lnTo>
                  <a:pt x="1995322" y="168808"/>
                </a:lnTo>
                <a:lnTo>
                  <a:pt x="1978850" y="148043"/>
                </a:lnTo>
                <a:lnTo>
                  <a:pt x="1961184" y="129006"/>
                </a:lnTo>
                <a:lnTo>
                  <a:pt x="1952472" y="119291"/>
                </a:lnTo>
                <a:lnTo>
                  <a:pt x="1932368" y="103720"/>
                </a:lnTo>
                <a:lnTo>
                  <a:pt x="1911858" y="88722"/>
                </a:lnTo>
                <a:lnTo>
                  <a:pt x="1901952" y="80733"/>
                </a:lnTo>
                <a:lnTo>
                  <a:pt x="1891550" y="73444"/>
                </a:lnTo>
                <a:lnTo>
                  <a:pt x="1889417" y="76492"/>
                </a:lnTo>
                <a:lnTo>
                  <a:pt x="1872640" y="78308"/>
                </a:lnTo>
                <a:lnTo>
                  <a:pt x="1856066" y="79832"/>
                </a:lnTo>
                <a:lnTo>
                  <a:pt x="1830311" y="73710"/>
                </a:lnTo>
                <a:lnTo>
                  <a:pt x="1830311" y="1511782"/>
                </a:lnTo>
                <a:lnTo>
                  <a:pt x="1821878" y="1523834"/>
                </a:lnTo>
                <a:lnTo>
                  <a:pt x="1827060" y="1538566"/>
                </a:lnTo>
                <a:lnTo>
                  <a:pt x="1809991" y="1518666"/>
                </a:lnTo>
                <a:lnTo>
                  <a:pt x="1811655" y="1516291"/>
                </a:lnTo>
                <a:lnTo>
                  <a:pt x="1803323" y="1506054"/>
                </a:lnTo>
                <a:lnTo>
                  <a:pt x="1815058" y="1489290"/>
                </a:lnTo>
                <a:lnTo>
                  <a:pt x="1825459" y="1496568"/>
                </a:lnTo>
                <a:lnTo>
                  <a:pt x="1823326" y="1499616"/>
                </a:lnTo>
                <a:lnTo>
                  <a:pt x="1830311" y="1511782"/>
                </a:lnTo>
                <a:lnTo>
                  <a:pt x="1830311" y="73710"/>
                </a:lnTo>
                <a:lnTo>
                  <a:pt x="1829498" y="73507"/>
                </a:lnTo>
                <a:lnTo>
                  <a:pt x="1813928" y="73609"/>
                </a:lnTo>
                <a:lnTo>
                  <a:pt x="1796630" y="72593"/>
                </a:lnTo>
                <a:lnTo>
                  <a:pt x="1796630" y="1006271"/>
                </a:lnTo>
                <a:lnTo>
                  <a:pt x="1784769" y="1001064"/>
                </a:lnTo>
                <a:lnTo>
                  <a:pt x="1773021" y="995705"/>
                </a:lnTo>
                <a:lnTo>
                  <a:pt x="1761058" y="990638"/>
                </a:lnTo>
                <a:lnTo>
                  <a:pt x="1748612" y="986282"/>
                </a:lnTo>
                <a:lnTo>
                  <a:pt x="1763636" y="986967"/>
                </a:lnTo>
                <a:lnTo>
                  <a:pt x="1782470" y="982205"/>
                </a:lnTo>
                <a:lnTo>
                  <a:pt x="1786483" y="976464"/>
                </a:lnTo>
                <a:lnTo>
                  <a:pt x="1792630" y="989838"/>
                </a:lnTo>
                <a:lnTo>
                  <a:pt x="1796630" y="1006271"/>
                </a:lnTo>
                <a:lnTo>
                  <a:pt x="1796630" y="72593"/>
                </a:lnTo>
                <a:lnTo>
                  <a:pt x="1769275" y="70954"/>
                </a:lnTo>
                <a:lnTo>
                  <a:pt x="1712023" y="64160"/>
                </a:lnTo>
                <a:lnTo>
                  <a:pt x="1663966" y="66357"/>
                </a:lnTo>
                <a:lnTo>
                  <a:pt x="1626120" y="76136"/>
                </a:lnTo>
                <a:lnTo>
                  <a:pt x="1615236" y="69545"/>
                </a:lnTo>
                <a:lnTo>
                  <a:pt x="1604645" y="62522"/>
                </a:lnTo>
                <a:lnTo>
                  <a:pt x="1593862" y="55791"/>
                </a:lnTo>
                <a:lnTo>
                  <a:pt x="1592783" y="57327"/>
                </a:lnTo>
                <a:lnTo>
                  <a:pt x="1579600" y="54000"/>
                </a:lnTo>
                <a:lnTo>
                  <a:pt x="1576235" y="58813"/>
                </a:lnTo>
                <a:lnTo>
                  <a:pt x="1562061" y="56908"/>
                </a:lnTo>
                <a:lnTo>
                  <a:pt x="1547698" y="55295"/>
                </a:lnTo>
                <a:lnTo>
                  <a:pt x="1525752" y="64490"/>
                </a:lnTo>
                <a:lnTo>
                  <a:pt x="1470672" y="76746"/>
                </a:lnTo>
                <a:lnTo>
                  <a:pt x="1448727" y="85940"/>
                </a:lnTo>
                <a:lnTo>
                  <a:pt x="1381239" y="93776"/>
                </a:lnTo>
                <a:lnTo>
                  <a:pt x="1266799" y="235089"/>
                </a:lnTo>
                <a:lnTo>
                  <a:pt x="1265034" y="259765"/>
                </a:lnTo>
                <a:lnTo>
                  <a:pt x="1236395" y="300672"/>
                </a:lnTo>
                <a:lnTo>
                  <a:pt x="1223860" y="296443"/>
                </a:lnTo>
                <a:lnTo>
                  <a:pt x="1233271" y="305142"/>
                </a:lnTo>
                <a:lnTo>
                  <a:pt x="1242682" y="313842"/>
                </a:lnTo>
                <a:lnTo>
                  <a:pt x="1238402" y="319963"/>
                </a:lnTo>
                <a:lnTo>
                  <a:pt x="1242314" y="336511"/>
                </a:lnTo>
                <a:lnTo>
                  <a:pt x="1211135" y="381038"/>
                </a:lnTo>
                <a:lnTo>
                  <a:pt x="1208252" y="407301"/>
                </a:lnTo>
                <a:lnTo>
                  <a:pt x="1201991" y="460552"/>
                </a:lnTo>
                <a:lnTo>
                  <a:pt x="1194917" y="470649"/>
                </a:lnTo>
                <a:lnTo>
                  <a:pt x="1180630" y="468922"/>
                </a:lnTo>
                <a:lnTo>
                  <a:pt x="1186256" y="460883"/>
                </a:lnTo>
                <a:lnTo>
                  <a:pt x="1174775" y="455129"/>
                </a:lnTo>
                <a:lnTo>
                  <a:pt x="1173708" y="456653"/>
                </a:lnTo>
                <a:lnTo>
                  <a:pt x="1164907" y="491363"/>
                </a:lnTo>
                <a:lnTo>
                  <a:pt x="1176629" y="474611"/>
                </a:lnTo>
                <a:lnTo>
                  <a:pt x="1176477" y="496989"/>
                </a:lnTo>
                <a:lnTo>
                  <a:pt x="1165352" y="535038"/>
                </a:lnTo>
                <a:lnTo>
                  <a:pt x="1165186" y="557415"/>
                </a:lnTo>
                <a:lnTo>
                  <a:pt x="1164120" y="558939"/>
                </a:lnTo>
                <a:lnTo>
                  <a:pt x="1153706" y="551662"/>
                </a:lnTo>
                <a:lnTo>
                  <a:pt x="1159040" y="544042"/>
                </a:lnTo>
                <a:lnTo>
                  <a:pt x="1157274" y="524421"/>
                </a:lnTo>
                <a:lnTo>
                  <a:pt x="1163396" y="494741"/>
                </a:lnTo>
                <a:lnTo>
                  <a:pt x="1136904" y="553516"/>
                </a:lnTo>
                <a:lnTo>
                  <a:pt x="1128102" y="588238"/>
                </a:lnTo>
                <a:lnTo>
                  <a:pt x="1129169" y="586714"/>
                </a:lnTo>
                <a:lnTo>
                  <a:pt x="1139571" y="594004"/>
                </a:lnTo>
                <a:lnTo>
                  <a:pt x="1145971" y="584860"/>
                </a:lnTo>
                <a:lnTo>
                  <a:pt x="1152613" y="619658"/>
                </a:lnTo>
                <a:lnTo>
                  <a:pt x="1147051" y="649757"/>
                </a:lnTo>
                <a:lnTo>
                  <a:pt x="1126769" y="678726"/>
                </a:lnTo>
                <a:lnTo>
                  <a:pt x="1126769" y="700862"/>
                </a:lnTo>
                <a:lnTo>
                  <a:pt x="1126248" y="701611"/>
                </a:lnTo>
                <a:lnTo>
                  <a:pt x="1126248" y="745909"/>
                </a:lnTo>
                <a:lnTo>
                  <a:pt x="1123048" y="750481"/>
                </a:lnTo>
                <a:lnTo>
                  <a:pt x="1113434" y="742061"/>
                </a:lnTo>
                <a:lnTo>
                  <a:pt x="1110437" y="737120"/>
                </a:lnTo>
                <a:lnTo>
                  <a:pt x="1114767" y="740156"/>
                </a:lnTo>
                <a:lnTo>
                  <a:pt x="1116901" y="737120"/>
                </a:lnTo>
                <a:lnTo>
                  <a:pt x="1126248" y="745909"/>
                </a:lnTo>
                <a:lnTo>
                  <a:pt x="1126248" y="701611"/>
                </a:lnTo>
                <a:lnTo>
                  <a:pt x="1113040" y="720483"/>
                </a:lnTo>
                <a:lnTo>
                  <a:pt x="1114234" y="696633"/>
                </a:lnTo>
                <a:lnTo>
                  <a:pt x="1126769" y="700862"/>
                </a:lnTo>
                <a:lnTo>
                  <a:pt x="1126769" y="678726"/>
                </a:lnTo>
                <a:lnTo>
                  <a:pt x="1125969" y="679856"/>
                </a:lnTo>
                <a:lnTo>
                  <a:pt x="1119835" y="666483"/>
                </a:lnTo>
                <a:lnTo>
                  <a:pt x="1104480" y="688416"/>
                </a:lnTo>
                <a:lnTo>
                  <a:pt x="1101026" y="715492"/>
                </a:lnTo>
                <a:lnTo>
                  <a:pt x="1101788" y="736561"/>
                </a:lnTo>
                <a:lnTo>
                  <a:pt x="1119835" y="755053"/>
                </a:lnTo>
                <a:lnTo>
                  <a:pt x="1096365" y="788593"/>
                </a:lnTo>
                <a:lnTo>
                  <a:pt x="1103566" y="800442"/>
                </a:lnTo>
                <a:lnTo>
                  <a:pt x="1102499" y="801966"/>
                </a:lnTo>
                <a:lnTo>
                  <a:pt x="1108138" y="816063"/>
                </a:lnTo>
                <a:lnTo>
                  <a:pt x="1103566" y="822591"/>
                </a:lnTo>
                <a:lnTo>
                  <a:pt x="1109802" y="835825"/>
                </a:lnTo>
                <a:lnTo>
                  <a:pt x="1101966" y="847013"/>
                </a:lnTo>
                <a:lnTo>
                  <a:pt x="1090498" y="841260"/>
                </a:lnTo>
                <a:lnTo>
                  <a:pt x="1080566" y="855459"/>
                </a:lnTo>
                <a:lnTo>
                  <a:pt x="1070495" y="847699"/>
                </a:lnTo>
                <a:lnTo>
                  <a:pt x="1076858" y="860742"/>
                </a:lnTo>
                <a:lnTo>
                  <a:pt x="1083030" y="874077"/>
                </a:lnTo>
                <a:lnTo>
                  <a:pt x="1088809" y="887971"/>
                </a:lnTo>
                <a:lnTo>
                  <a:pt x="1093978" y="902741"/>
                </a:lnTo>
                <a:lnTo>
                  <a:pt x="1078598" y="902550"/>
                </a:lnTo>
                <a:lnTo>
                  <a:pt x="1057859" y="910031"/>
                </a:lnTo>
                <a:lnTo>
                  <a:pt x="1046492" y="926274"/>
                </a:lnTo>
                <a:lnTo>
                  <a:pt x="1056894" y="933551"/>
                </a:lnTo>
                <a:lnTo>
                  <a:pt x="1050226" y="943089"/>
                </a:lnTo>
                <a:lnTo>
                  <a:pt x="1057694" y="954557"/>
                </a:lnTo>
                <a:lnTo>
                  <a:pt x="1055560" y="957605"/>
                </a:lnTo>
                <a:lnTo>
                  <a:pt x="1062964" y="969175"/>
                </a:lnTo>
                <a:lnTo>
                  <a:pt x="1035316" y="1008659"/>
                </a:lnTo>
                <a:lnTo>
                  <a:pt x="1027823" y="997229"/>
                </a:lnTo>
                <a:lnTo>
                  <a:pt x="1030719" y="993089"/>
                </a:lnTo>
                <a:lnTo>
                  <a:pt x="1023823" y="980808"/>
                </a:lnTo>
                <a:lnTo>
                  <a:pt x="1013345" y="995756"/>
                </a:lnTo>
                <a:lnTo>
                  <a:pt x="1014476" y="1016292"/>
                </a:lnTo>
                <a:lnTo>
                  <a:pt x="1006017" y="1028382"/>
                </a:lnTo>
                <a:lnTo>
                  <a:pt x="1008341" y="1047191"/>
                </a:lnTo>
                <a:lnTo>
                  <a:pt x="996340" y="1064336"/>
                </a:lnTo>
                <a:lnTo>
                  <a:pt x="994740" y="1088771"/>
                </a:lnTo>
                <a:lnTo>
                  <a:pt x="982738" y="1105916"/>
                </a:lnTo>
                <a:lnTo>
                  <a:pt x="981138" y="1130350"/>
                </a:lnTo>
                <a:lnTo>
                  <a:pt x="999197" y="1104557"/>
                </a:lnTo>
                <a:lnTo>
                  <a:pt x="1000607" y="1080389"/>
                </a:lnTo>
                <a:lnTo>
                  <a:pt x="1008888" y="1090714"/>
                </a:lnTo>
                <a:lnTo>
                  <a:pt x="1007821" y="1092238"/>
                </a:lnTo>
                <a:lnTo>
                  <a:pt x="1015022" y="1104099"/>
                </a:lnTo>
                <a:lnTo>
                  <a:pt x="1002118" y="1122527"/>
                </a:lnTo>
                <a:lnTo>
                  <a:pt x="1007287" y="1137297"/>
                </a:lnTo>
                <a:lnTo>
                  <a:pt x="976337" y="1181493"/>
                </a:lnTo>
                <a:lnTo>
                  <a:pt x="970203" y="1168120"/>
                </a:lnTo>
                <a:lnTo>
                  <a:pt x="973404" y="1163535"/>
                </a:lnTo>
                <a:lnTo>
                  <a:pt x="965136" y="1153210"/>
                </a:lnTo>
                <a:lnTo>
                  <a:pt x="961948" y="1179906"/>
                </a:lnTo>
                <a:lnTo>
                  <a:pt x="948461" y="1199172"/>
                </a:lnTo>
                <a:lnTo>
                  <a:pt x="945578" y="1225435"/>
                </a:lnTo>
                <a:lnTo>
                  <a:pt x="924458" y="1255610"/>
                </a:lnTo>
                <a:lnTo>
                  <a:pt x="930541" y="1269060"/>
                </a:lnTo>
                <a:lnTo>
                  <a:pt x="907796" y="1301559"/>
                </a:lnTo>
                <a:lnTo>
                  <a:pt x="921397" y="1304277"/>
                </a:lnTo>
                <a:lnTo>
                  <a:pt x="924598" y="1299705"/>
                </a:lnTo>
                <a:lnTo>
                  <a:pt x="928268" y="1316609"/>
                </a:lnTo>
                <a:lnTo>
                  <a:pt x="918794" y="1330134"/>
                </a:lnTo>
                <a:lnTo>
                  <a:pt x="906462" y="1325613"/>
                </a:lnTo>
                <a:lnTo>
                  <a:pt x="873379" y="1372857"/>
                </a:lnTo>
                <a:lnTo>
                  <a:pt x="868375" y="1357858"/>
                </a:lnTo>
                <a:lnTo>
                  <a:pt x="862977" y="1343431"/>
                </a:lnTo>
                <a:lnTo>
                  <a:pt x="857173" y="1329575"/>
                </a:lnTo>
                <a:lnTo>
                  <a:pt x="850976" y="1316291"/>
                </a:lnTo>
                <a:lnTo>
                  <a:pt x="848550" y="1297609"/>
                </a:lnTo>
                <a:lnTo>
                  <a:pt x="835634" y="1271778"/>
                </a:lnTo>
                <a:lnTo>
                  <a:pt x="832916" y="1253515"/>
                </a:lnTo>
                <a:lnTo>
                  <a:pt x="819492" y="1228394"/>
                </a:lnTo>
                <a:lnTo>
                  <a:pt x="807631" y="1201039"/>
                </a:lnTo>
                <a:lnTo>
                  <a:pt x="795883" y="1173543"/>
                </a:lnTo>
                <a:lnTo>
                  <a:pt x="783920" y="1146327"/>
                </a:lnTo>
                <a:lnTo>
                  <a:pt x="757313" y="1095768"/>
                </a:lnTo>
                <a:lnTo>
                  <a:pt x="726592" y="1051052"/>
                </a:lnTo>
                <a:lnTo>
                  <a:pt x="702106" y="1019606"/>
                </a:lnTo>
                <a:lnTo>
                  <a:pt x="673290" y="994333"/>
                </a:lnTo>
                <a:lnTo>
                  <a:pt x="621271" y="957910"/>
                </a:lnTo>
                <a:lnTo>
                  <a:pt x="620204" y="959434"/>
                </a:lnTo>
                <a:lnTo>
                  <a:pt x="599262" y="945057"/>
                </a:lnTo>
                <a:lnTo>
                  <a:pt x="577519" y="931824"/>
                </a:lnTo>
                <a:lnTo>
                  <a:pt x="564578" y="928166"/>
                </a:lnTo>
                <a:lnTo>
                  <a:pt x="538835" y="920648"/>
                </a:lnTo>
                <a:lnTo>
                  <a:pt x="522998" y="921131"/>
                </a:lnTo>
                <a:lnTo>
                  <a:pt x="491718" y="921512"/>
                </a:lnTo>
                <a:lnTo>
                  <a:pt x="465480" y="914717"/>
                </a:lnTo>
                <a:lnTo>
                  <a:pt x="433298" y="916393"/>
                </a:lnTo>
                <a:lnTo>
                  <a:pt x="347738" y="905738"/>
                </a:lnTo>
                <a:lnTo>
                  <a:pt x="315556" y="907415"/>
                </a:lnTo>
                <a:lnTo>
                  <a:pt x="313423" y="910463"/>
                </a:lnTo>
                <a:lnTo>
                  <a:pt x="301955" y="904709"/>
                </a:lnTo>
                <a:lnTo>
                  <a:pt x="300888" y="906233"/>
                </a:lnTo>
                <a:lnTo>
                  <a:pt x="299821" y="905548"/>
                </a:lnTo>
                <a:lnTo>
                  <a:pt x="299821" y="907757"/>
                </a:lnTo>
                <a:lnTo>
                  <a:pt x="296621" y="912329"/>
                </a:lnTo>
                <a:lnTo>
                  <a:pt x="284086" y="908088"/>
                </a:lnTo>
                <a:lnTo>
                  <a:pt x="287286" y="903516"/>
                </a:lnTo>
                <a:lnTo>
                  <a:pt x="299821" y="907757"/>
                </a:lnTo>
                <a:lnTo>
                  <a:pt x="299821" y="905548"/>
                </a:lnTo>
                <a:lnTo>
                  <a:pt x="290245" y="899287"/>
                </a:lnTo>
                <a:lnTo>
                  <a:pt x="279019" y="893191"/>
                </a:lnTo>
                <a:lnTo>
                  <a:pt x="277380" y="895527"/>
                </a:lnTo>
                <a:lnTo>
                  <a:pt x="264337" y="891997"/>
                </a:lnTo>
                <a:lnTo>
                  <a:pt x="245732" y="896442"/>
                </a:lnTo>
                <a:lnTo>
                  <a:pt x="216319" y="894156"/>
                </a:lnTo>
                <a:lnTo>
                  <a:pt x="196913" y="899731"/>
                </a:lnTo>
                <a:lnTo>
                  <a:pt x="177114" y="905878"/>
                </a:lnTo>
                <a:lnTo>
                  <a:pt x="146672" y="905078"/>
                </a:lnTo>
                <a:lnTo>
                  <a:pt x="126428" y="911847"/>
                </a:lnTo>
                <a:lnTo>
                  <a:pt x="105791" y="919187"/>
                </a:lnTo>
                <a:lnTo>
                  <a:pt x="74142" y="920102"/>
                </a:lnTo>
                <a:lnTo>
                  <a:pt x="4953" y="1018933"/>
                </a:lnTo>
                <a:lnTo>
                  <a:pt x="3644" y="1308696"/>
                </a:lnTo>
                <a:lnTo>
                  <a:pt x="812" y="1932800"/>
                </a:lnTo>
                <a:lnTo>
                  <a:pt x="0" y="2111121"/>
                </a:lnTo>
                <a:lnTo>
                  <a:pt x="29667" y="2068753"/>
                </a:lnTo>
                <a:lnTo>
                  <a:pt x="46443" y="2022627"/>
                </a:lnTo>
                <a:lnTo>
                  <a:pt x="59436" y="1981936"/>
                </a:lnTo>
                <a:lnTo>
                  <a:pt x="107010" y="1913966"/>
                </a:lnTo>
                <a:lnTo>
                  <a:pt x="120599" y="1872411"/>
                </a:lnTo>
                <a:lnTo>
                  <a:pt x="151866" y="1827758"/>
                </a:lnTo>
                <a:lnTo>
                  <a:pt x="193205" y="1724406"/>
                </a:lnTo>
                <a:lnTo>
                  <a:pt x="224320" y="1679968"/>
                </a:lnTo>
                <a:lnTo>
                  <a:pt x="245173" y="1628038"/>
                </a:lnTo>
                <a:lnTo>
                  <a:pt x="287451" y="1567637"/>
                </a:lnTo>
                <a:lnTo>
                  <a:pt x="320128" y="1498828"/>
                </a:lnTo>
                <a:lnTo>
                  <a:pt x="389737" y="1377226"/>
                </a:lnTo>
                <a:lnTo>
                  <a:pt x="391871" y="1374178"/>
                </a:lnTo>
                <a:lnTo>
                  <a:pt x="395249" y="1391513"/>
                </a:lnTo>
                <a:lnTo>
                  <a:pt x="409219" y="1415846"/>
                </a:lnTo>
                <a:lnTo>
                  <a:pt x="412788" y="1432890"/>
                </a:lnTo>
                <a:lnTo>
                  <a:pt x="416153" y="1450225"/>
                </a:lnTo>
                <a:lnTo>
                  <a:pt x="429755" y="1452930"/>
                </a:lnTo>
                <a:lnTo>
                  <a:pt x="421805" y="1442148"/>
                </a:lnTo>
                <a:lnTo>
                  <a:pt x="427913" y="1433436"/>
                </a:lnTo>
                <a:lnTo>
                  <a:pt x="421754" y="1420075"/>
                </a:lnTo>
                <a:lnTo>
                  <a:pt x="429945" y="1430528"/>
                </a:lnTo>
                <a:lnTo>
                  <a:pt x="438429" y="1440548"/>
                </a:lnTo>
                <a:lnTo>
                  <a:pt x="447116" y="1450289"/>
                </a:lnTo>
                <a:lnTo>
                  <a:pt x="440969" y="1459077"/>
                </a:lnTo>
                <a:lnTo>
                  <a:pt x="427888" y="1455597"/>
                </a:lnTo>
                <a:lnTo>
                  <a:pt x="424421" y="1460550"/>
                </a:lnTo>
                <a:lnTo>
                  <a:pt x="426999" y="1479029"/>
                </a:lnTo>
                <a:lnTo>
                  <a:pt x="432536" y="1515414"/>
                </a:lnTo>
                <a:lnTo>
                  <a:pt x="435102" y="1533893"/>
                </a:lnTo>
                <a:lnTo>
                  <a:pt x="449770" y="1535074"/>
                </a:lnTo>
                <a:lnTo>
                  <a:pt x="442747" y="1522958"/>
                </a:lnTo>
                <a:lnTo>
                  <a:pt x="450316" y="1512150"/>
                </a:lnTo>
                <a:lnTo>
                  <a:pt x="443903" y="1499184"/>
                </a:lnTo>
                <a:lnTo>
                  <a:pt x="447103" y="1494599"/>
                </a:lnTo>
                <a:lnTo>
                  <a:pt x="454317" y="1506435"/>
                </a:lnTo>
                <a:lnTo>
                  <a:pt x="451231" y="1510830"/>
                </a:lnTo>
                <a:lnTo>
                  <a:pt x="458762" y="1522234"/>
                </a:lnTo>
                <a:lnTo>
                  <a:pt x="456171" y="1525930"/>
                </a:lnTo>
                <a:lnTo>
                  <a:pt x="463473" y="1537639"/>
                </a:lnTo>
                <a:lnTo>
                  <a:pt x="438835" y="1572844"/>
                </a:lnTo>
                <a:lnTo>
                  <a:pt x="450024" y="1579003"/>
                </a:lnTo>
                <a:lnTo>
                  <a:pt x="448310" y="1581454"/>
                </a:lnTo>
                <a:lnTo>
                  <a:pt x="455587" y="1593189"/>
                </a:lnTo>
                <a:lnTo>
                  <a:pt x="445770" y="1607223"/>
                </a:lnTo>
                <a:lnTo>
                  <a:pt x="454037" y="1617548"/>
                </a:lnTo>
                <a:lnTo>
                  <a:pt x="450837" y="1622120"/>
                </a:lnTo>
                <a:lnTo>
                  <a:pt x="456984" y="1635506"/>
                </a:lnTo>
                <a:lnTo>
                  <a:pt x="460184" y="1630934"/>
                </a:lnTo>
                <a:lnTo>
                  <a:pt x="470420" y="1638452"/>
                </a:lnTo>
                <a:lnTo>
                  <a:pt x="480085" y="1646783"/>
                </a:lnTo>
                <a:lnTo>
                  <a:pt x="490321" y="1654302"/>
                </a:lnTo>
                <a:lnTo>
                  <a:pt x="484987" y="1661934"/>
                </a:lnTo>
                <a:lnTo>
                  <a:pt x="464185" y="1647367"/>
                </a:lnTo>
                <a:lnTo>
                  <a:pt x="458851" y="1654987"/>
                </a:lnTo>
                <a:lnTo>
                  <a:pt x="460451" y="1696986"/>
                </a:lnTo>
                <a:lnTo>
                  <a:pt x="461251" y="1717979"/>
                </a:lnTo>
                <a:lnTo>
                  <a:pt x="470852" y="1704263"/>
                </a:lnTo>
                <a:lnTo>
                  <a:pt x="479120" y="1714601"/>
                </a:lnTo>
                <a:lnTo>
                  <a:pt x="471652" y="1725269"/>
                </a:lnTo>
                <a:lnTo>
                  <a:pt x="477786" y="1738642"/>
                </a:lnTo>
                <a:lnTo>
                  <a:pt x="462114" y="1761032"/>
                </a:lnTo>
                <a:lnTo>
                  <a:pt x="463118" y="1781746"/>
                </a:lnTo>
                <a:lnTo>
                  <a:pt x="464921" y="1801317"/>
                </a:lnTo>
                <a:lnTo>
                  <a:pt x="466318" y="1821459"/>
                </a:lnTo>
                <a:lnTo>
                  <a:pt x="459016" y="1831898"/>
                </a:lnTo>
                <a:lnTo>
                  <a:pt x="463118" y="1848180"/>
                </a:lnTo>
                <a:lnTo>
                  <a:pt x="467626" y="1863890"/>
                </a:lnTo>
                <a:lnTo>
                  <a:pt x="471932" y="1879892"/>
                </a:lnTo>
                <a:lnTo>
                  <a:pt x="464464" y="1890560"/>
                </a:lnTo>
                <a:lnTo>
                  <a:pt x="469912" y="1904923"/>
                </a:lnTo>
                <a:lnTo>
                  <a:pt x="464858" y="1912137"/>
                </a:lnTo>
                <a:lnTo>
                  <a:pt x="470408" y="1926348"/>
                </a:lnTo>
                <a:lnTo>
                  <a:pt x="464997" y="1934083"/>
                </a:lnTo>
                <a:lnTo>
                  <a:pt x="477532" y="1938324"/>
                </a:lnTo>
                <a:lnTo>
                  <a:pt x="487934" y="1945601"/>
                </a:lnTo>
                <a:lnTo>
                  <a:pt x="469798" y="1971522"/>
                </a:lnTo>
                <a:lnTo>
                  <a:pt x="476732" y="1983752"/>
                </a:lnTo>
                <a:lnTo>
                  <a:pt x="471665" y="1990991"/>
                </a:lnTo>
                <a:lnTo>
                  <a:pt x="476199" y="2006663"/>
                </a:lnTo>
                <a:lnTo>
                  <a:pt x="470331" y="2015045"/>
                </a:lnTo>
                <a:lnTo>
                  <a:pt x="473367" y="2032850"/>
                </a:lnTo>
                <a:lnTo>
                  <a:pt x="466598" y="2042515"/>
                </a:lnTo>
                <a:lnTo>
                  <a:pt x="472236" y="2056612"/>
                </a:lnTo>
                <a:lnTo>
                  <a:pt x="491680" y="2073135"/>
                </a:lnTo>
                <a:lnTo>
                  <a:pt x="477812" y="2092947"/>
                </a:lnTo>
                <a:lnTo>
                  <a:pt x="488213" y="2100237"/>
                </a:lnTo>
                <a:lnTo>
                  <a:pt x="489280" y="2098713"/>
                </a:lnTo>
                <a:lnTo>
                  <a:pt x="499681" y="2105990"/>
                </a:lnTo>
                <a:lnTo>
                  <a:pt x="477278" y="2137994"/>
                </a:lnTo>
                <a:lnTo>
                  <a:pt x="487680" y="2145284"/>
                </a:lnTo>
                <a:lnTo>
                  <a:pt x="511149" y="2111743"/>
                </a:lnTo>
                <a:lnTo>
                  <a:pt x="514972" y="2128443"/>
                </a:lnTo>
                <a:lnTo>
                  <a:pt x="508088" y="2138273"/>
                </a:lnTo>
                <a:lnTo>
                  <a:pt x="511403" y="2155685"/>
                </a:lnTo>
                <a:lnTo>
                  <a:pt x="514629" y="2173224"/>
                </a:lnTo>
                <a:lnTo>
                  <a:pt x="550633" y="2188222"/>
                </a:lnTo>
                <a:lnTo>
                  <a:pt x="573049" y="2200503"/>
                </a:lnTo>
                <a:lnTo>
                  <a:pt x="581317" y="2210828"/>
                </a:lnTo>
                <a:lnTo>
                  <a:pt x="579183" y="2213876"/>
                </a:lnTo>
                <a:lnTo>
                  <a:pt x="574281" y="2243023"/>
                </a:lnTo>
                <a:lnTo>
                  <a:pt x="587984" y="2267737"/>
                </a:lnTo>
                <a:lnTo>
                  <a:pt x="605688" y="2286736"/>
                </a:lnTo>
                <a:lnTo>
                  <a:pt x="623201" y="2306015"/>
                </a:lnTo>
                <a:lnTo>
                  <a:pt x="622515" y="2306993"/>
                </a:lnTo>
                <a:lnTo>
                  <a:pt x="634542" y="2311958"/>
                </a:lnTo>
                <a:lnTo>
                  <a:pt x="648271" y="2314486"/>
                </a:lnTo>
                <a:lnTo>
                  <a:pt x="656513" y="2324862"/>
                </a:lnTo>
                <a:lnTo>
                  <a:pt x="678954" y="2337092"/>
                </a:lnTo>
                <a:lnTo>
                  <a:pt x="692594" y="2339759"/>
                </a:lnTo>
                <a:lnTo>
                  <a:pt x="705637" y="2343277"/>
                </a:lnTo>
                <a:lnTo>
                  <a:pt x="729018" y="2354148"/>
                </a:lnTo>
                <a:lnTo>
                  <a:pt x="752716" y="2364600"/>
                </a:lnTo>
                <a:lnTo>
                  <a:pt x="766203" y="2367483"/>
                </a:lnTo>
                <a:lnTo>
                  <a:pt x="790194" y="2377490"/>
                </a:lnTo>
                <a:lnTo>
                  <a:pt x="889431" y="2412898"/>
                </a:lnTo>
                <a:lnTo>
                  <a:pt x="893254" y="2407450"/>
                </a:lnTo>
                <a:lnTo>
                  <a:pt x="907161" y="2409710"/>
                </a:lnTo>
                <a:lnTo>
                  <a:pt x="906233" y="2411044"/>
                </a:lnTo>
                <a:lnTo>
                  <a:pt x="917714" y="2416797"/>
                </a:lnTo>
                <a:lnTo>
                  <a:pt x="924026" y="2407780"/>
                </a:lnTo>
                <a:lnTo>
                  <a:pt x="938923" y="2408644"/>
                </a:lnTo>
                <a:lnTo>
                  <a:pt x="1001737" y="2318918"/>
                </a:lnTo>
                <a:lnTo>
                  <a:pt x="1036967" y="2290737"/>
                </a:lnTo>
                <a:lnTo>
                  <a:pt x="1061885" y="2255139"/>
                </a:lnTo>
                <a:lnTo>
                  <a:pt x="1076591" y="2211984"/>
                </a:lnTo>
                <a:lnTo>
                  <a:pt x="1171384" y="2076577"/>
                </a:lnTo>
                <a:lnTo>
                  <a:pt x="1184973" y="2035022"/>
                </a:lnTo>
                <a:lnTo>
                  <a:pt x="1208862" y="2000897"/>
                </a:lnTo>
                <a:lnTo>
                  <a:pt x="1222133" y="1959787"/>
                </a:lnTo>
                <a:lnTo>
                  <a:pt x="1245539" y="1926361"/>
                </a:lnTo>
                <a:lnTo>
                  <a:pt x="1272209" y="1843963"/>
                </a:lnTo>
                <a:lnTo>
                  <a:pt x="1295857" y="1810194"/>
                </a:lnTo>
                <a:lnTo>
                  <a:pt x="1309293" y="1768856"/>
                </a:lnTo>
                <a:lnTo>
                  <a:pt x="1319695" y="1731848"/>
                </a:lnTo>
                <a:lnTo>
                  <a:pt x="1340497" y="1702130"/>
                </a:lnTo>
                <a:lnTo>
                  <a:pt x="1350899" y="1665135"/>
                </a:lnTo>
                <a:lnTo>
                  <a:pt x="1371701" y="1635404"/>
                </a:lnTo>
                <a:lnTo>
                  <a:pt x="1429321" y="1464525"/>
                </a:lnTo>
                <a:lnTo>
                  <a:pt x="1530134" y="1187627"/>
                </a:lnTo>
                <a:lnTo>
                  <a:pt x="1607223" y="966800"/>
                </a:lnTo>
                <a:lnTo>
                  <a:pt x="1612023" y="915644"/>
                </a:lnTo>
                <a:lnTo>
                  <a:pt x="1641767" y="828878"/>
                </a:lnTo>
                <a:lnTo>
                  <a:pt x="1645881" y="778700"/>
                </a:lnTo>
                <a:lnTo>
                  <a:pt x="1660296" y="735965"/>
                </a:lnTo>
                <a:lnTo>
                  <a:pt x="1681099" y="661949"/>
                </a:lnTo>
                <a:lnTo>
                  <a:pt x="1687868" y="674433"/>
                </a:lnTo>
                <a:lnTo>
                  <a:pt x="1684832" y="678764"/>
                </a:lnTo>
                <a:lnTo>
                  <a:pt x="1692605" y="689813"/>
                </a:lnTo>
                <a:lnTo>
                  <a:pt x="1700580" y="700570"/>
                </a:lnTo>
                <a:lnTo>
                  <a:pt x="1709115" y="688378"/>
                </a:lnTo>
                <a:lnTo>
                  <a:pt x="1713966" y="703592"/>
                </a:lnTo>
                <a:lnTo>
                  <a:pt x="1714322" y="703084"/>
                </a:lnTo>
                <a:lnTo>
                  <a:pt x="1727669" y="706158"/>
                </a:lnTo>
                <a:lnTo>
                  <a:pt x="1740331" y="710222"/>
                </a:lnTo>
                <a:lnTo>
                  <a:pt x="1710740" y="752500"/>
                </a:lnTo>
                <a:lnTo>
                  <a:pt x="1714055" y="769899"/>
                </a:lnTo>
                <a:lnTo>
                  <a:pt x="1717573" y="787019"/>
                </a:lnTo>
                <a:lnTo>
                  <a:pt x="1710982" y="796429"/>
                </a:lnTo>
                <a:lnTo>
                  <a:pt x="1717903" y="808685"/>
                </a:lnTo>
                <a:lnTo>
                  <a:pt x="1715122" y="812660"/>
                </a:lnTo>
                <a:lnTo>
                  <a:pt x="1722945" y="823645"/>
                </a:lnTo>
                <a:lnTo>
                  <a:pt x="1720062" y="827760"/>
                </a:lnTo>
                <a:lnTo>
                  <a:pt x="1720253" y="849617"/>
                </a:lnTo>
                <a:lnTo>
                  <a:pt x="1719262" y="873188"/>
                </a:lnTo>
                <a:lnTo>
                  <a:pt x="1729867" y="902335"/>
                </a:lnTo>
                <a:lnTo>
                  <a:pt x="1733664" y="919048"/>
                </a:lnTo>
                <a:lnTo>
                  <a:pt x="1744065" y="926325"/>
                </a:lnTo>
                <a:lnTo>
                  <a:pt x="1740865" y="930897"/>
                </a:lnTo>
                <a:lnTo>
                  <a:pt x="1739277" y="977480"/>
                </a:lnTo>
                <a:lnTo>
                  <a:pt x="1744078" y="992759"/>
                </a:lnTo>
                <a:lnTo>
                  <a:pt x="1748878" y="1008049"/>
                </a:lnTo>
                <a:lnTo>
                  <a:pt x="1748078" y="1031328"/>
                </a:lnTo>
                <a:lnTo>
                  <a:pt x="1761680" y="1034046"/>
                </a:lnTo>
                <a:lnTo>
                  <a:pt x="1775548" y="1014234"/>
                </a:lnTo>
                <a:lnTo>
                  <a:pt x="1785696" y="1021892"/>
                </a:lnTo>
                <a:lnTo>
                  <a:pt x="1794230" y="1031849"/>
                </a:lnTo>
                <a:lnTo>
                  <a:pt x="1776095" y="1057757"/>
                </a:lnTo>
                <a:lnTo>
                  <a:pt x="1784362" y="1068082"/>
                </a:lnTo>
                <a:lnTo>
                  <a:pt x="1781162" y="1072654"/>
                </a:lnTo>
                <a:lnTo>
                  <a:pt x="1789163" y="1083373"/>
                </a:lnTo>
                <a:lnTo>
                  <a:pt x="1786763" y="1086802"/>
                </a:lnTo>
                <a:lnTo>
                  <a:pt x="1794764" y="1097508"/>
                </a:lnTo>
                <a:lnTo>
                  <a:pt x="1789480" y="1105065"/>
                </a:lnTo>
                <a:lnTo>
                  <a:pt x="1776488" y="1101471"/>
                </a:lnTo>
                <a:lnTo>
                  <a:pt x="1773707" y="1105446"/>
                </a:lnTo>
                <a:lnTo>
                  <a:pt x="1759813" y="1103147"/>
                </a:lnTo>
                <a:lnTo>
                  <a:pt x="1761439" y="1100836"/>
                </a:lnTo>
                <a:lnTo>
                  <a:pt x="1755152" y="1087666"/>
                </a:lnTo>
                <a:lnTo>
                  <a:pt x="1767547" y="1069949"/>
                </a:lnTo>
                <a:lnTo>
                  <a:pt x="1763814" y="1066431"/>
                </a:lnTo>
                <a:lnTo>
                  <a:pt x="1767979" y="1065707"/>
                </a:lnTo>
                <a:lnTo>
                  <a:pt x="1779282" y="1069073"/>
                </a:lnTo>
                <a:lnTo>
                  <a:pt x="1777898" y="1061288"/>
                </a:lnTo>
                <a:lnTo>
                  <a:pt x="1773923" y="1053960"/>
                </a:lnTo>
                <a:lnTo>
                  <a:pt x="1772539" y="1046187"/>
                </a:lnTo>
                <a:lnTo>
                  <a:pt x="1764957" y="1042936"/>
                </a:lnTo>
                <a:lnTo>
                  <a:pt x="1743824" y="1035164"/>
                </a:lnTo>
                <a:lnTo>
                  <a:pt x="1745843" y="1061554"/>
                </a:lnTo>
                <a:lnTo>
                  <a:pt x="1758810" y="1059281"/>
                </a:lnTo>
                <a:lnTo>
                  <a:pt x="1759267" y="1061885"/>
                </a:lnTo>
                <a:lnTo>
                  <a:pt x="1762328" y="1064018"/>
                </a:lnTo>
                <a:lnTo>
                  <a:pt x="1762531" y="1065225"/>
                </a:lnTo>
                <a:lnTo>
                  <a:pt x="1758213" y="1061135"/>
                </a:lnTo>
                <a:lnTo>
                  <a:pt x="1746859" y="1077353"/>
                </a:lnTo>
                <a:lnTo>
                  <a:pt x="1749018" y="1096429"/>
                </a:lnTo>
                <a:lnTo>
                  <a:pt x="1752168" y="1114069"/>
                </a:lnTo>
                <a:lnTo>
                  <a:pt x="1754200" y="1133284"/>
                </a:lnTo>
                <a:lnTo>
                  <a:pt x="1750377" y="1138758"/>
                </a:lnTo>
                <a:lnTo>
                  <a:pt x="1757146" y="1151242"/>
                </a:lnTo>
                <a:lnTo>
                  <a:pt x="1749679" y="1161910"/>
                </a:lnTo>
                <a:lnTo>
                  <a:pt x="1761159" y="1167663"/>
                </a:lnTo>
                <a:lnTo>
                  <a:pt x="1783562" y="1135659"/>
                </a:lnTo>
                <a:lnTo>
                  <a:pt x="1788248" y="1151115"/>
                </a:lnTo>
                <a:lnTo>
                  <a:pt x="1761959" y="1188669"/>
                </a:lnTo>
                <a:lnTo>
                  <a:pt x="1768094" y="1202042"/>
                </a:lnTo>
                <a:lnTo>
                  <a:pt x="1781962" y="1182230"/>
                </a:lnTo>
                <a:lnTo>
                  <a:pt x="1805978" y="1192225"/>
                </a:lnTo>
                <a:lnTo>
                  <a:pt x="1799564" y="1201369"/>
                </a:lnTo>
                <a:lnTo>
                  <a:pt x="1787029" y="1197140"/>
                </a:lnTo>
                <a:lnTo>
                  <a:pt x="1777161" y="1211237"/>
                </a:lnTo>
                <a:lnTo>
                  <a:pt x="1762620" y="1209865"/>
                </a:lnTo>
                <a:lnTo>
                  <a:pt x="1758492" y="1215771"/>
                </a:lnTo>
                <a:lnTo>
                  <a:pt x="1765642" y="1249832"/>
                </a:lnTo>
                <a:lnTo>
                  <a:pt x="1772500" y="1284338"/>
                </a:lnTo>
                <a:lnTo>
                  <a:pt x="1768348" y="1312405"/>
                </a:lnTo>
                <a:lnTo>
                  <a:pt x="1773707" y="1349057"/>
                </a:lnTo>
                <a:lnTo>
                  <a:pt x="1798243" y="1313992"/>
                </a:lnTo>
                <a:lnTo>
                  <a:pt x="1804644" y="1326997"/>
                </a:lnTo>
                <a:lnTo>
                  <a:pt x="1800644" y="1332712"/>
                </a:lnTo>
                <a:lnTo>
                  <a:pt x="1807044" y="1345704"/>
                </a:lnTo>
                <a:lnTo>
                  <a:pt x="1798205" y="1358328"/>
                </a:lnTo>
                <a:lnTo>
                  <a:pt x="1803577" y="1372806"/>
                </a:lnTo>
                <a:lnTo>
                  <a:pt x="1792109" y="1389189"/>
                </a:lnTo>
                <a:lnTo>
                  <a:pt x="1807845" y="1388859"/>
                </a:lnTo>
                <a:lnTo>
                  <a:pt x="1806511" y="1390764"/>
                </a:lnTo>
                <a:lnTo>
                  <a:pt x="1817751" y="1396847"/>
                </a:lnTo>
                <a:lnTo>
                  <a:pt x="1804987" y="1415097"/>
                </a:lnTo>
                <a:lnTo>
                  <a:pt x="1821192" y="1414094"/>
                </a:lnTo>
                <a:lnTo>
                  <a:pt x="1808251" y="1432572"/>
                </a:lnTo>
                <a:lnTo>
                  <a:pt x="1811934" y="1449451"/>
                </a:lnTo>
                <a:lnTo>
                  <a:pt x="1804911" y="1459471"/>
                </a:lnTo>
                <a:lnTo>
                  <a:pt x="1794510" y="1452194"/>
                </a:lnTo>
                <a:lnTo>
                  <a:pt x="1793443" y="1453718"/>
                </a:lnTo>
                <a:lnTo>
                  <a:pt x="1783041" y="1446441"/>
                </a:lnTo>
                <a:lnTo>
                  <a:pt x="1785543" y="1487144"/>
                </a:lnTo>
                <a:lnTo>
                  <a:pt x="1788642" y="1527009"/>
                </a:lnTo>
                <a:lnTo>
                  <a:pt x="1792947" y="1565148"/>
                </a:lnTo>
                <a:lnTo>
                  <a:pt x="1798459" y="1579435"/>
                </a:lnTo>
                <a:lnTo>
                  <a:pt x="1809457" y="1608010"/>
                </a:lnTo>
                <a:lnTo>
                  <a:pt x="1812696" y="1603387"/>
                </a:lnTo>
                <a:lnTo>
                  <a:pt x="1826526" y="1605762"/>
                </a:lnTo>
                <a:lnTo>
                  <a:pt x="1830362" y="1600288"/>
                </a:lnTo>
                <a:lnTo>
                  <a:pt x="1845208" y="1601228"/>
                </a:lnTo>
                <a:lnTo>
                  <a:pt x="1812048" y="1648599"/>
                </a:lnTo>
                <a:lnTo>
                  <a:pt x="1819325" y="1660334"/>
                </a:lnTo>
                <a:lnTo>
                  <a:pt x="1810791" y="1672526"/>
                </a:lnTo>
                <a:lnTo>
                  <a:pt x="1828406" y="1691665"/>
                </a:lnTo>
                <a:lnTo>
                  <a:pt x="1846008" y="1710804"/>
                </a:lnTo>
                <a:lnTo>
                  <a:pt x="1834273" y="1727581"/>
                </a:lnTo>
                <a:lnTo>
                  <a:pt x="1846808" y="1731810"/>
                </a:lnTo>
                <a:lnTo>
                  <a:pt x="1838274" y="1744002"/>
                </a:lnTo>
                <a:lnTo>
                  <a:pt x="1850809" y="1748243"/>
                </a:lnTo>
                <a:lnTo>
                  <a:pt x="1835162" y="1748459"/>
                </a:lnTo>
                <a:lnTo>
                  <a:pt x="1840001" y="1763674"/>
                </a:lnTo>
                <a:lnTo>
                  <a:pt x="1835061" y="1770748"/>
                </a:lnTo>
                <a:lnTo>
                  <a:pt x="1821205" y="1768386"/>
                </a:lnTo>
                <a:lnTo>
                  <a:pt x="1816938" y="1774482"/>
                </a:lnTo>
                <a:lnTo>
                  <a:pt x="1827339" y="1781771"/>
                </a:lnTo>
                <a:lnTo>
                  <a:pt x="1834807" y="1771116"/>
                </a:lnTo>
                <a:lnTo>
                  <a:pt x="1849475" y="1772285"/>
                </a:lnTo>
                <a:lnTo>
                  <a:pt x="1835340" y="1792478"/>
                </a:lnTo>
                <a:lnTo>
                  <a:pt x="1839480" y="1808721"/>
                </a:lnTo>
                <a:lnTo>
                  <a:pt x="1837347" y="1811769"/>
                </a:lnTo>
                <a:lnTo>
                  <a:pt x="1850669" y="1814880"/>
                </a:lnTo>
                <a:lnTo>
                  <a:pt x="1864690" y="1817001"/>
                </a:lnTo>
                <a:lnTo>
                  <a:pt x="1849234" y="1816938"/>
                </a:lnTo>
                <a:lnTo>
                  <a:pt x="1838274" y="1832584"/>
                </a:lnTo>
                <a:lnTo>
                  <a:pt x="1842287" y="1849005"/>
                </a:lnTo>
                <a:lnTo>
                  <a:pt x="1846287" y="1865439"/>
                </a:lnTo>
                <a:lnTo>
                  <a:pt x="1843252" y="1869770"/>
                </a:lnTo>
                <a:lnTo>
                  <a:pt x="1847989" y="1885149"/>
                </a:lnTo>
                <a:lnTo>
                  <a:pt x="1839620" y="1897100"/>
                </a:lnTo>
                <a:lnTo>
                  <a:pt x="1854733" y="1919795"/>
                </a:lnTo>
                <a:lnTo>
                  <a:pt x="1866963" y="1946617"/>
                </a:lnTo>
                <a:lnTo>
                  <a:pt x="1866582" y="1969312"/>
                </a:lnTo>
                <a:lnTo>
                  <a:pt x="1875104" y="2001431"/>
                </a:lnTo>
                <a:lnTo>
                  <a:pt x="1896706" y="2037003"/>
                </a:lnTo>
                <a:lnTo>
                  <a:pt x="1907819" y="2043277"/>
                </a:lnTo>
                <a:lnTo>
                  <a:pt x="1916722" y="2052713"/>
                </a:lnTo>
                <a:lnTo>
                  <a:pt x="1922818" y="2066137"/>
                </a:lnTo>
                <a:lnTo>
                  <a:pt x="1925523" y="2084425"/>
                </a:lnTo>
                <a:lnTo>
                  <a:pt x="1924456" y="2085949"/>
                </a:lnTo>
                <a:lnTo>
                  <a:pt x="1914055" y="2078659"/>
                </a:lnTo>
                <a:lnTo>
                  <a:pt x="1911921" y="2081707"/>
                </a:lnTo>
                <a:lnTo>
                  <a:pt x="1921052" y="2090801"/>
                </a:lnTo>
                <a:lnTo>
                  <a:pt x="1920189" y="2092045"/>
                </a:lnTo>
                <a:lnTo>
                  <a:pt x="1929726" y="2100567"/>
                </a:lnTo>
                <a:lnTo>
                  <a:pt x="1938858" y="2109660"/>
                </a:lnTo>
                <a:lnTo>
                  <a:pt x="1954796" y="2131174"/>
                </a:lnTo>
                <a:lnTo>
                  <a:pt x="1973541" y="2148700"/>
                </a:lnTo>
                <a:lnTo>
                  <a:pt x="1994687" y="2162784"/>
                </a:lnTo>
                <a:lnTo>
                  <a:pt x="2017826" y="2174024"/>
                </a:lnTo>
                <a:lnTo>
                  <a:pt x="2041372" y="2184679"/>
                </a:lnTo>
                <a:lnTo>
                  <a:pt x="2078850" y="2197582"/>
                </a:lnTo>
                <a:lnTo>
                  <a:pt x="2102396" y="2208238"/>
                </a:lnTo>
                <a:lnTo>
                  <a:pt x="2127021" y="2217356"/>
                </a:lnTo>
                <a:lnTo>
                  <a:pt x="2151342" y="2226894"/>
                </a:lnTo>
                <a:lnTo>
                  <a:pt x="2185873" y="2244001"/>
                </a:lnTo>
                <a:lnTo>
                  <a:pt x="2209901" y="2253970"/>
                </a:lnTo>
                <a:lnTo>
                  <a:pt x="2222182" y="2258568"/>
                </a:lnTo>
                <a:lnTo>
                  <a:pt x="2224963" y="2254593"/>
                </a:lnTo>
                <a:lnTo>
                  <a:pt x="2239556" y="2255901"/>
                </a:lnTo>
                <a:lnTo>
                  <a:pt x="2256053" y="2254491"/>
                </a:lnTo>
                <a:lnTo>
                  <a:pt x="2347480" y="2123884"/>
                </a:lnTo>
                <a:lnTo>
                  <a:pt x="2413952" y="1940331"/>
                </a:lnTo>
                <a:lnTo>
                  <a:pt x="2452509" y="1840979"/>
                </a:lnTo>
                <a:lnTo>
                  <a:pt x="2460993" y="1784565"/>
                </a:lnTo>
                <a:lnTo>
                  <a:pt x="2479827" y="1735505"/>
                </a:lnTo>
                <a:lnTo>
                  <a:pt x="2488374" y="1679016"/>
                </a:lnTo>
                <a:lnTo>
                  <a:pt x="2519883" y="1589722"/>
                </a:lnTo>
                <a:lnTo>
                  <a:pt x="2525280" y="1537703"/>
                </a:lnTo>
                <a:lnTo>
                  <a:pt x="2541054" y="1493037"/>
                </a:lnTo>
                <a:lnTo>
                  <a:pt x="2546337" y="1441208"/>
                </a:lnTo>
                <a:lnTo>
                  <a:pt x="2577185" y="1352842"/>
                </a:lnTo>
                <a:lnTo>
                  <a:pt x="2587460" y="1249578"/>
                </a:lnTo>
                <a:lnTo>
                  <a:pt x="2602852" y="1205445"/>
                </a:lnTo>
                <a:lnTo>
                  <a:pt x="2607767" y="1154137"/>
                </a:lnTo>
                <a:lnTo>
                  <a:pt x="2623032" y="1110183"/>
                </a:lnTo>
                <a:lnTo>
                  <a:pt x="2637231" y="957046"/>
                </a:lnTo>
                <a:lnTo>
                  <a:pt x="2651836" y="914019"/>
                </a:lnTo>
                <a:lnTo>
                  <a:pt x="2663863" y="763981"/>
                </a:lnTo>
                <a:lnTo>
                  <a:pt x="2672994" y="728789"/>
                </a:lnTo>
                <a:lnTo>
                  <a:pt x="2672130" y="685736"/>
                </a:lnTo>
                <a:lnTo>
                  <a:pt x="2681655" y="649973"/>
                </a:lnTo>
                <a:lnTo>
                  <a:pt x="2680385" y="607491"/>
                </a:lnTo>
                <a:lnTo>
                  <a:pt x="2701709" y="355587"/>
                </a:lnTo>
                <a:lnTo>
                  <a:pt x="2695371" y="298221"/>
                </a:lnTo>
                <a:lnTo>
                  <a:pt x="2707043" y="148666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87563" y="834499"/>
            <a:ext cx="12113260" cy="1000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59225" algn="l"/>
                <a:tab pos="4719320" algn="l"/>
              </a:tabLst>
            </a:pPr>
            <a:r>
              <a:rPr dirty="0" sz="6400" spc="620"/>
              <a:t>TRIAGE	</a:t>
            </a:r>
            <a:r>
              <a:rPr dirty="0" sz="6400" spc="695"/>
              <a:t>-	</a:t>
            </a:r>
            <a:r>
              <a:rPr dirty="0" sz="6400" spc="655"/>
              <a:t>BREADCRUMBS</a:t>
            </a:r>
            <a:endParaRPr sz="6400"/>
          </a:p>
        </p:txBody>
      </p:sp>
      <p:sp>
        <p:nvSpPr>
          <p:cNvPr id="5" name="object 5"/>
          <p:cNvSpPr/>
          <p:nvPr/>
        </p:nvSpPr>
        <p:spPr>
          <a:xfrm>
            <a:off x="3439159" y="2293689"/>
            <a:ext cx="10913745" cy="7759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78" y="65"/>
            <a:ext cx="18282285" cy="10286365"/>
            <a:chOff x="1078" y="65"/>
            <a:chExt cx="18282285" cy="10286365"/>
          </a:xfrm>
        </p:grpSpPr>
        <p:sp>
          <p:nvSpPr>
            <p:cNvPr id="3" name="object 3"/>
            <p:cNvSpPr/>
            <p:nvPr/>
          </p:nvSpPr>
          <p:spPr>
            <a:xfrm>
              <a:off x="1564817" y="1977186"/>
              <a:ext cx="16230600" cy="48863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66" y="75"/>
              <a:ext cx="2707640" cy="2416810"/>
            </a:xfrm>
            <a:custGeom>
              <a:avLst/>
              <a:gdLst/>
              <a:ahLst/>
              <a:cxnLst/>
              <a:rect l="l" t="t" r="r" b="b"/>
              <a:pathLst>
                <a:path w="2707640" h="2416810">
                  <a:moveTo>
                    <a:pt x="458431" y="1713738"/>
                  </a:moveTo>
                  <a:lnTo>
                    <a:pt x="457962" y="1711147"/>
                  </a:lnTo>
                  <a:lnTo>
                    <a:pt x="456438" y="1710080"/>
                  </a:lnTo>
                  <a:lnTo>
                    <a:pt x="456895" y="1712671"/>
                  </a:lnTo>
                  <a:lnTo>
                    <a:pt x="458431" y="1713738"/>
                  </a:lnTo>
                  <a:close/>
                </a:path>
                <a:path w="2707640" h="2416810">
                  <a:moveTo>
                    <a:pt x="1043952" y="935850"/>
                  </a:moveTo>
                  <a:lnTo>
                    <a:pt x="1031125" y="942809"/>
                  </a:lnTo>
                  <a:lnTo>
                    <a:pt x="1025867" y="953566"/>
                  </a:lnTo>
                  <a:lnTo>
                    <a:pt x="1023099" y="965644"/>
                  </a:lnTo>
                  <a:lnTo>
                    <a:pt x="1017739" y="976553"/>
                  </a:lnTo>
                  <a:lnTo>
                    <a:pt x="1020800" y="978687"/>
                  </a:lnTo>
                  <a:lnTo>
                    <a:pt x="1023391" y="978242"/>
                  </a:lnTo>
                  <a:lnTo>
                    <a:pt x="1026452" y="980376"/>
                  </a:lnTo>
                  <a:lnTo>
                    <a:pt x="1043952" y="935850"/>
                  </a:lnTo>
                  <a:close/>
                </a:path>
                <a:path w="2707640" h="2416810">
                  <a:moveTo>
                    <a:pt x="1060653" y="886802"/>
                  </a:moveTo>
                  <a:lnTo>
                    <a:pt x="1058697" y="880033"/>
                  </a:lnTo>
                  <a:lnTo>
                    <a:pt x="1049997" y="871956"/>
                  </a:lnTo>
                  <a:lnTo>
                    <a:pt x="1042657" y="901623"/>
                  </a:lnTo>
                  <a:lnTo>
                    <a:pt x="1040879" y="910983"/>
                  </a:lnTo>
                  <a:lnTo>
                    <a:pt x="1055001" y="895896"/>
                  </a:lnTo>
                  <a:lnTo>
                    <a:pt x="1060653" y="886802"/>
                  </a:lnTo>
                  <a:close/>
                </a:path>
                <a:path w="2707640" h="2416810">
                  <a:moveTo>
                    <a:pt x="1096340" y="809002"/>
                  </a:moveTo>
                  <a:lnTo>
                    <a:pt x="1094803" y="807935"/>
                  </a:lnTo>
                  <a:lnTo>
                    <a:pt x="1094346" y="805345"/>
                  </a:lnTo>
                  <a:lnTo>
                    <a:pt x="1092822" y="804278"/>
                  </a:lnTo>
                  <a:lnTo>
                    <a:pt x="1089152" y="806246"/>
                  </a:lnTo>
                  <a:lnTo>
                    <a:pt x="1086561" y="806704"/>
                  </a:lnTo>
                  <a:lnTo>
                    <a:pt x="1082903" y="808685"/>
                  </a:lnTo>
                  <a:lnTo>
                    <a:pt x="1087018" y="809294"/>
                  </a:lnTo>
                  <a:lnTo>
                    <a:pt x="1092212" y="808393"/>
                  </a:lnTo>
                  <a:lnTo>
                    <a:pt x="1096340" y="809002"/>
                  </a:lnTo>
                  <a:close/>
                </a:path>
                <a:path w="2707640" h="2416810">
                  <a:moveTo>
                    <a:pt x="1126363" y="618312"/>
                  </a:moveTo>
                  <a:lnTo>
                    <a:pt x="1124051" y="603567"/>
                  </a:lnTo>
                  <a:lnTo>
                    <a:pt x="1119936" y="602957"/>
                  </a:lnTo>
                  <a:lnTo>
                    <a:pt x="1118400" y="601891"/>
                  </a:lnTo>
                  <a:lnTo>
                    <a:pt x="1115809" y="602348"/>
                  </a:lnTo>
                  <a:lnTo>
                    <a:pt x="1113904" y="616699"/>
                  </a:lnTo>
                  <a:lnTo>
                    <a:pt x="1111377" y="631037"/>
                  </a:lnTo>
                  <a:lnTo>
                    <a:pt x="1105789" y="658926"/>
                  </a:lnTo>
                  <a:lnTo>
                    <a:pt x="1107325" y="659993"/>
                  </a:lnTo>
                  <a:lnTo>
                    <a:pt x="1111440" y="660603"/>
                  </a:lnTo>
                  <a:lnTo>
                    <a:pt x="1114044" y="660158"/>
                  </a:lnTo>
                  <a:lnTo>
                    <a:pt x="1115517" y="645502"/>
                  </a:lnTo>
                  <a:lnTo>
                    <a:pt x="1121562" y="631926"/>
                  </a:lnTo>
                  <a:lnTo>
                    <a:pt x="1126363" y="618312"/>
                  </a:lnTo>
                  <a:close/>
                </a:path>
                <a:path w="2707640" h="2416810">
                  <a:moveTo>
                    <a:pt x="1164907" y="491363"/>
                  </a:moveTo>
                  <a:lnTo>
                    <a:pt x="1163739" y="493039"/>
                  </a:lnTo>
                  <a:lnTo>
                    <a:pt x="1163396" y="494741"/>
                  </a:lnTo>
                  <a:lnTo>
                    <a:pt x="1164907" y="491363"/>
                  </a:lnTo>
                  <a:close/>
                </a:path>
                <a:path w="2707640" h="2416810">
                  <a:moveTo>
                    <a:pt x="1718157" y="717410"/>
                  </a:moveTo>
                  <a:lnTo>
                    <a:pt x="1688693" y="717232"/>
                  </a:lnTo>
                  <a:lnTo>
                    <a:pt x="1696351" y="745299"/>
                  </a:lnTo>
                  <a:lnTo>
                    <a:pt x="1698485" y="742251"/>
                  </a:lnTo>
                  <a:lnTo>
                    <a:pt x="1704746" y="739825"/>
                  </a:lnTo>
                  <a:lnTo>
                    <a:pt x="1709470" y="736320"/>
                  </a:lnTo>
                  <a:lnTo>
                    <a:pt x="1712214" y="729157"/>
                  </a:lnTo>
                  <a:lnTo>
                    <a:pt x="1715414" y="724585"/>
                  </a:lnTo>
                  <a:lnTo>
                    <a:pt x="1718157" y="717410"/>
                  </a:lnTo>
                  <a:close/>
                </a:path>
                <a:path w="2707640" h="2416810">
                  <a:moveTo>
                    <a:pt x="1803577" y="1417091"/>
                  </a:moveTo>
                  <a:lnTo>
                    <a:pt x="1784477" y="1422247"/>
                  </a:lnTo>
                  <a:lnTo>
                    <a:pt x="1785175" y="1443380"/>
                  </a:lnTo>
                  <a:lnTo>
                    <a:pt x="1803577" y="1417091"/>
                  </a:lnTo>
                  <a:close/>
                </a:path>
                <a:path w="2707640" h="2416810">
                  <a:moveTo>
                    <a:pt x="2374633" y="3441"/>
                  </a:moveTo>
                  <a:lnTo>
                    <a:pt x="2361539" y="0"/>
                  </a:lnTo>
                  <a:lnTo>
                    <a:pt x="2367229" y="5689"/>
                  </a:lnTo>
                  <a:lnTo>
                    <a:pt x="2373084" y="5664"/>
                  </a:lnTo>
                  <a:lnTo>
                    <a:pt x="2374633" y="3441"/>
                  </a:lnTo>
                  <a:close/>
                </a:path>
                <a:path w="2707640" h="2416810">
                  <a:moveTo>
                    <a:pt x="2707043" y="148666"/>
                  </a:moveTo>
                  <a:lnTo>
                    <a:pt x="2700007" y="92278"/>
                  </a:lnTo>
                  <a:lnTo>
                    <a:pt x="2702776" y="44043"/>
                  </a:lnTo>
                  <a:lnTo>
                    <a:pt x="2699855" y="3924"/>
                  </a:lnTo>
                  <a:lnTo>
                    <a:pt x="2373084" y="5664"/>
                  </a:lnTo>
                  <a:lnTo>
                    <a:pt x="2370658" y="9131"/>
                  </a:lnTo>
                  <a:lnTo>
                    <a:pt x="2367229" y="5689"/>
                  </a:lnTo>
                  <a:lnTo>
                    <a:pt x="2357513" y="5740"/>
                  </a:lnTo>
                  <a:lnTo>
                    <a:pt x="2358491" y="26492"/>
                  </a:lnTo>
                  <a:lnTo>
                    <a:pt x="2346248" y="43992"/>
                  </a:lnTo>
                  <a:lnTo>
                    <a:pt x="2344597" y="68491"/>
                  </a:lnTo>
                  <a:lnTo>
                    <a:pt x="2343442" y="92278"/>
                  </a:lnTo>
                  <a:lnTo>
                    <a:pt x="2352598" y="123494"/>
                  </a:lnTo>
                  <a:lnTo>
                    <a:pt x="2350655" y="192709"/>
                  </a:lnTo>
                  <a:lnTo>
                    <a:pt x="2347455" y="197281"/>
                  </a:lnTo>
                  <a:lnTo>
                    <a:pt x="2349855" y="216001"/>
                  </a:lnTo>
                  <a:lnTo>
                    <a:pt x="2344255" y="246138"/>
                  </a:lnTo>
                  <a:lnTo>
                    <a:pt x="2343721" y="246900"/>
                  </a:lnTo>
                  <a:lnTo>
                    <a:pt x="2362657" y="241998"/>
                  </a:lnTo>
                  <a:lnTo>
                    <a:pt x="2366924" y="235902"/>
                  </a:lnTo>
                  <a:lnTo>
                    <a:pt x="2372969" y="249415"/>
                  </a:lnTo>
                  <a:lnTo>
                    <a:pt x="2357056" y="272135"/>
                  </a:lnTo>
                  <a:lnTo>
                    <a:pt x="2348788" y="261810"/>
                  </a:lnTo>
                  <a:lnTo>
                    <a:pt x="2350922" y="258762"/>
                  </a:lnTo>
                  <a:lnTo>
                    <a:pt x="2343721" y="246900"/>
                  </a:lnTo>
                  <a:lnTo>
                    <a:pt x="2336254" y="257568"/>
                  </a:lnTo>
                  <a:lnTo>
                    <a:pt x="2339632" y="274878"/>
                  </a:lnTo>
                  <a:lnTo>
                    <a:pt x="2332913" y="284480"/>
                  </a:lnTo>
                  <a:lnTo>
                    <a:pt x="2336800" y="301078"/>
                  </a:lnTo>
                  <a:lnTo>
                    <a:pt x="2330386" y="310248"/>
                  </a:lnTo>
                  <a:lnTo>
                    <a:pt x="2332786" y="351104"/>
                  </a:lnTo>
                  <a:lnTo>
                    <a:pt x="2327186" y="425538"/>
                  </a:lnTo>
                  <a:lnTo>
                    <a:pt x="2319185" y="459105"/>
                  </a:lnTo>
                  <a:lnTo>
                    <a:pt x="2323173" y="497700"/>
                  </a:lnTo>
                  <a:lnTo>
                    <a:pt x="2309939" y="560908"/>
                  </a:lnTo>
                  <a:lnTo>
                    <a:pt x="2313330" y="600354"/>
                  </a:lnTo>
                  <a:lnTo>
                    <a:pt x="2287727" y="725512"/>
                  </a:lnTo>
                  <a:lnTo>
                    <a:pt x="2291092" y="764984"/>
                  </a:lnTo>
                  <a:lnTo>
                    <a:pt x="2277427" y="828802"/>
                  </a:lnTo>
                  <a:lnTo>
                    <a:pt x="2280793" y="868286"/>
                  </a:lnTo>
                  <a:lnTo>
                    <a:pt x="2267826" y="886802"/>
                  </a:lnTo>
                  <a:lnTo>
                    <a:pt x="2259723" y="964819"/>
                  </a:lnTo>
                  <a:lnTo>
                    <a:pt x="2242921" y="1055255"/>
                  </a:lnTo>
                  <a:lnTo>
                    <a:pt x="2232520" y="1070114"/>
                  </a:lnTo>
                  <a:lnTo>
                    <a:pt x="2232520" y="1114399"/>
                  </a:lnTo>
                  <a:lnTo>
                    <a:pt x="2222119" y="1129258"/>
                  </a:lnTo>
                  <a:lnTo>
                    <a:pt x="2223579" y="1082878"/>
                  </a:lnTo>
                  <a:lnTo>
                    <a:pt x="2224062" y="1060043"/>
                  </a:lnTo>
                  <a:lnTo>
                    <a:pt x="2213838" y="1030351"/>
                  </a:lnTo>
                  <a:lnTo>
                    <a:pt x="2217445" y="980922"/>
                  </a:lnTo>
                  <a:lnTo>
                    <a:pt x="2208682" y="949134"/>
                  </a:lnTo>
                  <a:lnTo>
                    <a:pt x="2209838" y="925347"/>
                  </a:lnTo>
                  <a:lnTo>
                    <a:pt x="2200846" y="871753"/>
                  </a:lnTo>
                  <a:lnTo>
                    <a:pt x="2172474" y="712965"/>
                  </a:lnTo>
                  <a:lnTo>
                    <a:pt x="2161146" y="640588"/>
                  </a:lnTo>
                  <a:lnTo>
                    <a:pt x="2144814" y="597471"/>
                  </a:lnTo>
                  <a:lnTo>
                    <a:pt x="2138591" y="562063"/>
                  </a:lnTo>
                  <a:lnTo>
                    <a:pt x="2132812" y="526046"/>
                  </a:lnTo>
                  <a:lnTo>
                    <a:pt x="2116315" y="483171"/>
                  </a:lnTo>
                  <a:lnTo>
                    <a:pt x="2099627" y="440575"/>
                  </a:lnTo>
                  <a:lnTo>
                    <a:pt x="2093239" y="405409"/>
                  </a:lnTo>
                  <a:lnTo>
                    <a:pt x="2079612" y="380580"/>
                  </a:lnTo>
                  <a:lnTo>
                    <a:pt x="2068957" y="329361"/>
                  </a:lnTo>
                  <a:lnTo>
                    <a:pt x="2038007" y="262839"/>
                  </a:lnTo>
                  <a:lnTo>
                    <a:pt x="2027047" y="234226"/>
                  </a:lnTo>
                  <a:lnTo>
                    <a:pt x="2015871" y="205892"/>
                  </a:lnTo>
                  <a:lnTo>
                    <a:pt x="2000592" y="183426"/>
                  </a:lnTo>
                  <a:lnTo>
                    <a:pt x="1995322" y="168808"/>
                  </a:lnTo>
                  <a:lnTo>
                    <a:pt x="1978850" y="148043"/>
                  </a:lnTo>
                  <a:lnTo>
                    <a:pt x="1961184" y="129006"/>
                  </a:lnTo>
                  <a:lnTo>
                    <a:pt x="1952472" y="119291"/>
                  </a:lnTo>
                  <a:lnTo>
                    <a:pt x="1932368" y="103720"/>
                  </a:lnTo>
                  <a:lnTo>
                    <a:pt x="1911858" y="88722"/>
                  </a:lnTo>
                  <a:lnTo>
                    <a:pt x="1901952" y="80733"/>
                  </a:lnTo>
                  <a:lnTo>
                    <a:pt x="1891550" y="73444"/>
                  </a:lnTo>
                  <a:lnTo>
                    <a:pt x="1889417" y="76492"/>
                  </a:lnTo>
                  <a:lnTo>
                    <a:pt x="1872640" y="78308"/>
                  </a:lnTo>
                  <a:lnTo>
                    <a:pt x="1856066" y="79832"/>
                  </a:lnTo>
                  <a:lnTo>
                    <a:pt x="1830311" y="73710"/>
                  </a:lnTo>
                  <a:lnTo>
                    <a:pt x="1830311" y="1511782"/>
                  </a:lnTo>
                  <a:lnTo>
                    <a:pt x="1821878" y="1523834"/>
                  </a:lnTo>
                  <a:lnTo>
                    <a:pt x="1827060" y="1538566"/>
                  </a:lnTo>
                  <a:lnTo>
                    <a:pt x="1809991" y="1518666"/>
                  </a:lnTo>
                  <a:lnTo>
                    <a:pt x="1811655" y="1516291"/>
                  </a:lnTo>
                  <a:lnTo>
                    <a:pt x="1803323" y="1506054"/>
                  </a:lnTo>
                  <a:lnTo>
                    <a:pt x="1815058" y="1489290"/>
                  </a:lnTo>
                  <a:lnTo>
                    <a:pt x="1825459" y="1496568"/>
                  </a:lnTo>
                  <a:lnTo>
                    <a:pt x="1823326" y="1499616"/>
                  </a:lnTo>
                  <a:lnTo>
                    <a:pt x="1830311" y="1511782"/>
                  </a:lnTo>
                  <a:lnTo>
                    <a:pt x="1830311" y="73710"/>
                  </a:lnTo>
                  <a:lnTo>
                    <a:pt x="1829498" y="73507"/>
                  </a:lnTo>
                  <a:lnTo>
                    <a:pt x="1813928" y="73609"/>
                  </a:lnTo>
                  <a:lnTo>
                    <a:pt x="1796630" y="72593"/>
                  </a:lnTo>
                  <a:lnTo>
                    <a:pt x="1796630" y="1006271"/>
                  </a:lnTo>
                  <a:lnTo>
                    <a:pt x="1784769" y="1001064"/>
                  </a:lnTo>
                  <a:lnTo>
                    <a:pt x="1773021" y="995705"/>
                  </a:lnTo>
                  <a:lnTo>
                    <a:pt x="1761058" y="990638"/>
                  </a:lnTo>
                  <a:lnTo>
                    <a:pt x="1748612" y="986282"/>
                  </a:lnTo>
                  <a:lnTo>
                    <a:pt x="1763636" y="986967"/>
                  </a:lnTo>
                  <a:lnTo>
                    <a:pt x="1782470" y="982205"/>
                  </a:lnTo>
                  <a:lnTo>
                    <a:pt x="1786483" y="976464"/>
                  </a:lnTo>
                  <a:lnTo>
                    <a:pt x="1792630" y="989838"/>
                  </a:lnTo>
                  <a:lnTo>
                    <a:pt x="1796630" y="1006271"/>
                  </a:lnTo>
                  <a:lnTo>
                    <a:pt x="1796630" y="72593"/>
                  </a:lnTo>
                  <a:lnTo>
                    <a:pt x="1769275" y="70954"/>
                  </a:lnTo>
                  <a:lnTo>
                    <a:pt x="1712023" y="64160"/>
                  </a:lnTo>
                  <a:lnTo>
                    <a:pt x="1663966" y="66357"/>
                  </a:lnTo>
                  <a:lnTo>
                    <a:pt x="1626120" y="76136"/>
                  </a:lnTo>
                  <a:lnTo>
                    <a:pt x="1615236" y="69545"/>
                  </a:lnTo>
                  <a:lnTo>
                    <a:pt x="1604645" y="62522"/>
                  </a:lnTo>
                  <a:lnTo>
                    <a:pt x="1593862" y="55791"/>
                  </a:lnTo>
                  <a:lnTo>
                    <a:pt x="1592783" y="57327"/>
                  </a:lnTo>
                  <a:lnTo>
                    <a:pt x="1579600" y="54000"/>
                  </a:lnTo>
                  <a:lnTo>
                    <a:pt x="1576235" y="58813"/>
                  </a:lnTo>
                  <a:lnTo>
                    <a:pt x="1562061" y="56908"/>
                  </a:lnTo>
                  <a:lnTo>
                    <a:pt x="1547698" y="55295"/>
                  </a:lnTo>
                  <a:lnTo>
                    <a:pt x="1525752" y="64490"/>
                  </a:lnTo>
                  <a:lnTo>
                    <a:pt x="1470672" y="76746"/>
                  </a:lnTo>
                  <a:lnTo>
                    <a:pt x="1448727" y="85940"/>
                  </a:lnTo>
                  <a:lnTo>
                    <a:pt x="1381239" y="93776"/>
                  </a:lnTo>
                  <a:lnTo>
                    <a:pt x="1266799" y="235089"/>
                  </a:lnTo>
                  <a:lnTo>
                    <a:pt x="1265034" y="259765"/>
                  </a:lnTo>
                  <a:lnTo>
                    <a:pt x="1236395" y="300672"/>
                  </a:lnTo>
                  <a:lnTo>
                    <a:pt x="1223860" y="296443"/>
                  </a:lnTo>
                  <a:lnTo>
                    <a:pt x="1233271" y="305142"/>
                  </a:lnTo>
                  <a:lnTo>
                    <a:pt x="1242682" y="313842"/>
                  </a:lnTo>
                  <a:lnTo>
                    <a:pt x="1238402" y="319963"/>
                  </a:lnTo>
                  <a:lnTo>
                    <a:pt x="1242314" y="336511"/>
                  </a:lnTo>
                  <a:lnTo>
                    <a:pt x="1211135" y="381038"/>
                  </a:lnTo>
                  <a:lnTo>
                    <a:pt x="1208252" y="407301"/>
                  </a:lnTo>
                  <a:lnTo>
                    <a:pt x="1201991" y="460552"/>
                  </a:lnTo>
                  <a:lnTo>
                    <a:pt x="1194917" y="470649"/>
                  </a:lnTo>
                  <a:lnTo>
                    <a:pt x="1180630" y="468922"/>
                  </a:lnTo>
                  <a:lnTo>
                    <a:pt x="1186256" y="460883"/>
                  </a:lnTo>
                  <a:lnTo>
                    <a:pt x="1174775" y="455129"/>
                  </a:lnTo>
                  <a:lnTo>
                    <a:pt x="1173708" y="456653"/>
                  </a:lnTo>
                  <a:lnTo>
                    <a:pt x="1164907" y="491363"/>
                  </a:lnTo>
                  <a:lnTo>
                    <a:pt x="1176629" y="474611"/>
                  </a:lnTo>
                  <a:lnTo>
                    <a:pt x="1176477" y="496989"/>
                  </a:lnTo>
                  <a:lnTo>
                    <a:pt x="1165352" y="535038"/>
                  </a:lnTo>
                  <a:lnTo>
                    <a:pt x="1165186" y="557415"/>
                  </a:lnTo>
                  <a:lnTo>
                    <a:pt x="1164120" y="558939"/>
                  </a:lnTo>
                  <a:lnTo>
                    <a:pt x="1153706" y="551662"/>
                  </a:lnTo>
                  <a:lnTo>
                    <a:pt x="1159040" y="544042"/>
                  </a:lnTo>
                  <a:lnTo>
                    <a:pt x="1157274" y="524421"/>
                  </a:lnTo>
                  <a:lnTo>
                    <a:pt x="1163396" y="494741"/>
                  </a:lnTo>
                  <a:lnTo>
                    <a:pt x="1136904" y="553516"/>
                  </a:lnTo>
                  <a:lnTo>
                    <a:pt x="1128102" y="588238"/>
                  </a:lnTo>
                  <a:lnTo>
                    <a:pt x="1129169" y="586714"/>
                  </a:lnTo>
                  <a:lnTo>
                    <a:pt x="1139571" y="594004"/>
                  </a:lnTo>
                  <a:lnTo>
                    <a:pt x="1145971" y="584860"/>
                  </a:lnTo>
                  <a:lnTo>
                    <a:pt x="1152613" y="619658"/>
                  </a:lnTo>
                  <a:lnTo>
                    <a:pt x="1147051" y="649757"/>
                  </a:lnTo>
                  <a:lnTo>
                    <a:pt x="1126769" y="678726"/>
                  </a:lnTo>
                  <a:lnTo>
                    <a:pt x="1126769" y="700862"/>
                  </a:lnTo>
                  <a:lnTo>
                    <a:pt x="1126248" y="701611"/>
                  </a:lnTo>
                  <a:lnTo>
                    <a:pt x="1126248" y="745909"/>
                  </a:lnTo>
                  <a:lnTo>
                    <a:pt x="1123048" y="750481"/>
                  </a:lnTo>
                  <a:lnTo>
                    <a:pt x="1113434" y="742061"/>
                  </a:lnTo>
                  <a:lnTo>
                    <a:pt x="1110437" y="737120"/>
                  </a:lnTo>
                  <a:lnTo>
                    <a:pt x="1114767" y="740156"/>
                  </a:lnTo>
                  <a:lnTo>
                    <a:pt x="1116901" y="737120"/>
                  </a:lnTo>
                  <a:lnTo>
                    <a:pt x="1126248" y="745909"/>
                  </a:lnTo>
                  <a:lnTo>
                    <a:pt x="1126248" y="701611"/>
                  </a:lnTo>
                  <a:lnTo>
                    <a:pt x="1113040" y="720483"/>
                  </a:lnTo>
                  <a:lnTo>
                    <a:pt x="1114234" y="696633"/>
                  </a:lnTo>
                  <a:lnTo>
                    <a:pt x="1126769" y="700862"/>
                  </a:lnTo>
                  <a:lnTo>
                    <a:pt x="1126769" y="678726"/>
                  </a:lnTo>
                  <a:lnTo>
                    <a:pt x="1125969" y="679856"/>
                  </a:lnTo>
                  <a:lnTo>
                    <a:pt x="1119835" y="666483"/>
                  </a:lnTo>
                  <a:lnTo>
                    <a:pt x="1104480" y="688416"/>
                  </a:lnTo>
                  <a:lnTo>
                    <a:pt x="1101026" y="715492"/>
                  </a:lnTo>
                  <a:lnTo>
                    <a:pt x="1101788" y="736561"/>
                  </a:lnTo>
                  <a:lnTo>
                    <a:pt x="1119835" y="755053"/>
                  </a:lnTo>
                  <a:lnTo>
                    <a:pt x="1096365" y="788593"/>
                  </a:lnTo>
                  <a:lnTo>
                    <a:pt x="1103566" y="800442"/>
                  </a:lnTo>
                  <a:lnTo>
                    <a:pt x="1102499" y="801966"/>
                  </a:lnTo>
                  <a:lnTo>
                    <a:pt x="1108138" y="816063"/>
                  </a:lnTo>
                  <a:lnTo>
                    <a:pt x="1103566" y="822591"/>
                  </a:lnTo>
                  <a:lnTo>
                    <a:pt x="1109802" y="835825"/>
                  </a:lnTo>
                  <a:lnTo>
                    <a:pt x="1101966" y="847013"/>
                  </a:lnTo>
                  <a:lnTo>
                    <a:pt x="1090498" y="841260"/>
                  </a:lnTo>
                  <a:lnTo>
                    <a:pt x="1080566" y="855459"/>
                  </a:lnTo>
                  <a:lnTo>
                    <a:pt x="1070495" y="847699"/>
                  </a:lnTo>
                  <a:lnTo>
                    <a:pt x="1076858" y="860742"/>
                  </a:lnTo>
                  <a:lnTo>
                    <a:pt x="1083030" y="874077"/>
                  </a:lnTo>
                  <a:lnTo>
                    <a:pt x="1088809" y="887971"/>
                  </a:lnTo>
                  <a:lnTo>
                    <a:pt x="1093978" y="902741"/>
                  </a:lnTo>
                  <a:lnTo>
                    <a:pt x="1078598" y="902550"/>
                  </a:lnTo>
                  <a:lnTo>
                    <a:pt x="1057859" y="910031"/>
                  </a:lnTo>
                  <a:lnTo>
                    <a:pt x="1046492" y="926274"/>
                  </a:lnTo>
                  <a:lnTo>
                    <a:pt x="1056894" y="933551"/>
                  </a:lnTo>
                  <a:lnTo>
                    <a:pt x="1050226" y="943089"/>
                  </a:lnTo>
                  <a:lnTo>
                    <a:pt x="1057694" y="954557"/>
                  </a:lnTo>
                  <a:lnTo>
                    <a:pt x="1055560" y="957605"/>
                  </a:lnTo>
                  <a:lnTo>
                    <a:pt x="1062964" y="969175"/>
                  </a:lnTo>
                  <a:lnTo>
                    <a:pt x="1035316" y="1008659"/>
                  </a:lnTo>
                  <a:lnTo>
                    <a:pt x="1027823" y="997229"/>
                  </a:lnTo>
                  <a:lnTo>
                    <a:pt x="1030719" y="993089"/>
                  </a:lnTo>
                  <a:lnTo>
                    <a:pt x="1023823" y="980808"/>
                  </a:lnTo>
                  <a:lnTo>
                    <a:pt x="1013345" y="995756"/>
                  </a:lnTo>
                  <a:lnTo>
                    <a:pt x="1014476" y="1016292"/>
                  </a:lnTo>
                  <a:lnTo>
                    <a:pt x="1006017" y="1028382"/>
                  </a:lnTo>
                  <a:lnTo>
                    <a:pt x="1008341" y="1047191"/>
                  </a:lnTo>
                  <a:lnTo>
                    <a:pt x="996340" y="1064336"/>
                  </a:lnTo>
                  <a:lnTo>
                    <a:pt x="994740" y="1088771"/>
                  </a:lnTo>
                  <a:lnTo>
                    <a:pt x="982738" y="1105916"/>
                  </a:lnTo>
                  <a:lnTo>
                    <a:pt x="981138" y="1130350"/>
                  </a:lnTo>
                  <a:lnTo>
                    <a:pt x="999197" y="1104557"/>
                  </a:lnTo>
                  <a:lnTo>
                    <a:pt x="1000607" y="1080389"/>
                  </a:lnTo>
                  <a:lnTo>
                    <a:pt x="1008888" y="1090714"/>
                  </a:lnTo>
                  <a:lnTo>
                    <a:pt x="1007821" y="1092238"/>
                  </a:lnTo>
                  <a:lnTo>
                    <a:pt x="1015022" y="1104099"/>
                  </a:lnTo>
                  <a:lnTo>
                    <a:pt x="1002118" y="1122527"/>
                  </a:lnTo>
                  <a:lnTo>
                    <a:pt x="1007287" y="1137297"/>
                  </a:lnTo>
                  <a:lnTo>
                    <a:pt x="976337" y="1181493"/>
                  </a:lnTo>
                  <a:lnTo>
                    <a:pt x="970203" y="1168120"/>
                  </a:lnTo>
                  <a:lnTo>
                    <a:pt x="973404" y="1163535"/>
                  </a:lnTo>
                  <a:lnTo>
                    <a:pt x="965136" y="1153210"/>
                  </a:lnTo>
                  <a:lnTo>
                    <a:pt x="961948" y="1179906"/>
                  </a:lnTo>
                  <a:lnTo>
                    <a:pt x="948461" y="1199172"/>
                  </a:lnTo>
                  <a:lnTo>
                    <a:pt x="945578" y="1225435"/>
                  </a:lnTo>
                  <a:lnTo>
                    <a:pt x="924458" y="1255610"/>
                  </a:lnTo>
                  <a:lnTo>
                    <a:pt x="930541" y="1269060"/>
                  </a:lnTo>
                  <a:lnTo>
                    <a:pt x="907796" y="1301559"/>
                  </a:lnTo>
                  <a:lnTo>
                    <a:pt x="921397" y="1304277"/>
                  </a:lnTo>
                  <a:lnTo>
                    <a:pt x="924598" y="1299705"/>
                  </a:lnTo>
                  <a:lnTo>
                    <a:pt x="928268" y="1316609"/>
                  </a:lnTo>
                  <a:lnTo>
                    <a:pt x="918794" y="1330134"/>
                  </a:lnTo>
                  <a:lnTo>
                    <a:pt x="906462" y="1325613"/>
                  </a:lnTo>
                  <a:lnTo>
                    <a:pt x="873379" y="1372857"/>
                  </a:lnTo>
                  <a:lnTo>
                    <a:pt x="868375" y="1357858"/>
                  </a:lnTo>
                  <a:lnTo>
                    <a:pt x="862977" y="1343431"/>
                  </a:lnTo>
                  <a:lnTo>
                    <a:pt x="857173" y="1329575"/>
                  </a:lnTo>
                  <a:lnTo>
                    <a:pt x="850976" y="1316291"/>
                  </a:lnTo>
                  <a:lnTo>
                    <a:pt x="848550" y="1297609"/>
                  </a:lnTo>
                  <a:lnTo>
                    <a:pt x="835634" y="1271778"/>
                  </a:lnTo>
                  <a:lnTo>
                    <a:pt x="832916" y="1253515"/>
                  </a:lnTo>
                  <a:lnTo>
                    <a:pt x="819492" y="1228394"/>
                  </a:lnTo>
                  <a:lnTo>
                    <a:pt x="807631" y="1201039"/>
                  </a:lnTo>
                  <a:lnTo>
                    <a:pt x="795883" y="1173543"/>
                  </a:lnTo>
                  <a:lnTo>
                    <a:pt x="783920" y="1146327"/>
                  </a:lnTo>
                  <a:lnTo>
                    <a:pt x="757313" y="1095768"/>
                  </a:lnTo>
                  <a:lnTo>
                    <a:pt x="726592" y="1051052"/>
                  </a:lnTo>
                  <a:lnTo>
                    <a:pt x="702106" y="1019606"/>
                  </a:lnTo>
                  <a:lnTo>
                    <a:pt x="673290" y="994333"/>
                  </a:lnTo>
                  <a:lnTo>
                    <a:pt x="621271" y="957910"/>
                  </a:lnTo>
                  <a:lnTo>
                    <a:pt x="620204" y="959434"/>
                  </a:lnTo>
                  <a:lnTo>
                    <a:pt x="599262" y="945057"/>
                  </a:lnTo>
                  <a:lnTo>
                    <a:pt x="577519" y="931824"/>
                  </a:lnTo>
                  <a:lnTo>
                    <a:pt x="564578" y="928166"/>
                  </a:lnTo>
                  <a:lnTo>
                    <a:pt x="538835" y="920648"/>
                  </a:lnTo>
                  <a:lnTo>
                    <a:pt x="522998" y="921131"/>
                  </a:lnTo>
                  <a:lnTo>
                    <a:pt x="491718" y="921512"/>
                  </a:lnTo>
                  <a:lnTo>
                    <a:pt x="465480" y="914717"/>
                  </a:lnTo>
                  <a:lnTo>
                    <a:pt x="433298" y="916393"/>
                  </a:lnTo>
                  <a:lnTo>
                    <a:pt x="347738" y="905738"/>
                  </a:lnTo>
                  <a:lnTo>
                    <a:pt x="315556" y="907415"/>
                  </a:lnTo>
                  <a:lnTo>
                    <a:pt x="313423" y="910463"/>
                  </a:lnTo>
                  <a:lnTo>
                    <a:pt x="301955" y="904709"/>
                  </a:lnTo>
                  <a:lnTo>
                    <a:pt x="300888" y="906233"/>
                  </a:lnTo>
                  <a:lnTo>
                    <a:pt x="299821" y="905548"/>
                  </a:lnTo>
                  <a:lnTo>
                    <a:pt x="299821" y="907757"/>
                  </a:lnTo>
                  <a:lnTo>
                    <a:pt x="296621" y="912329"/>
                  </a:lnTo>
                  <a:lnTo>
                    <a:pt x="284086" y="908088"/>
                  </a:lnTo>
                  <a:lnTo>
                    <a:pt x="287286" y="903516"/>
                  </a:lnTo>
                  <a:lnTo>
                    <a:pt x="299821" y="907757"/>
                  </a:lnTo>
                  <a:lnTo>
                    <a:pt x="299821" y="905548"/>
                  </a:lnTo>
                  <a:lnTo>
                    <a:pt x="290245" y="899287"/>
                  </a:lnTo>
                  <a:lnTo>
                    <a:pt x="279019" y="893191"/>
                  </a:lnTo>
                  <a:lnTo>
                    <a:pt x="277380" y="895527"/>
                  </a:lnTo>
                  <a:lnTo>
                    <a:pt x="264337" y="891997"/>
                  </a:lnTo>
                  <a:lnTo>
                    <a:pt x="245732" y="896442"/>
                  </a:lnTo>
                  <a:lnTo>
                    <a:pt x="216319" y="894156"/>
                  </a:lnTo>
                  <a:lnTo>
                    <a:pt x="196913" y="899731"/>
                  </a:lnTo>
                  <a:lnTo>
                    <a:pt x="177114" y="905878"/>
                  </a:lnTo>
                  <a:lnTo>
                    <a:pt x="146672" y="905078"/>
                  </a:lnTo>
                  <a:lnTo>
                    <a:pt x="126428" y="911847"/>
                  </a:lnTo>
                  <a:lnTo>
                    <a:pt x="105791" y="919187"/>
                  </a:lnTo>
                  <a:lnTo>
                    <a:pt x="74142" y="920102"/>
                  </a:lnTo>
                  <a:lnTo>
                    <a:pt x="4953" y="1018933"/>
                  </a:lnTo>
                  <a:lnTo>
                    <a:pt x="3644" y="1308696"/>
                  </a:lnTo>
                  <a:lnTo>
                    <a:pt x="812" y="1932800"/>
                  </a:lnTo>
                  <a:lnTo>
                    <a:pt x="0" y="2111121"/>
                  </a:lnTo>
                  <a:lnTo>
                    <a:pt x="29667" y="2068753"/>
                  </a:lnTo>
                  <a:lnTo>
                    <a:pt x="46443" y="2022627"/>
                  </a:lnTo>
                  <a:lnTo>
                    <a:pt x="59436" y="1981936"/>
                  </a:lnTo>
                  <a:lnTo>
                    <a:pt x="107010" y="1913966"/>
                  </a:lnTo>
                  <a:lnTo>
                    <a:pt x="120599" y="1872411"/>
                  </a:lnTo>
                  <a:lnTo>
                    <a:pt x="151866" y="1827758"/>
                  </a:lnTo>
                  <a:lnTo>
                    <a:pt x="193205" y="1724406"/>
                  </a:lnTo>
                  <a:lnTo>
                    <a:pt x="224320" y="1679968"/>
                  </a:lnTo>
                  <a:lnTo>
                    <a:pt x="245173" y="1628038"/>
                  </a:lnTo>
                  <a:lnTo>
                    <a:pt x="287451" y="1567637"/>
                  </a:lnTo>
                  <a:lnTo>
                    <a:pt x="320128" y="1498828"/>
                  </a:lnTo>
                  <a:lnTo>
                    <a:pt x="389737" y="1377226"/>
                  </a:lnTo>
                  <a:lnTo>
                    <a:pt x="391871" y="1374178"/>
                  </a:lnTo>
                  <a:lnTo>
                    <a:pt x="395249" y="1391513"/>
                  </a:lnTo>
                  <a:lnTo>
                    <a:pt x="409219" y="1415846"/>
                  </a:lnTo>
                  <a:lnTo>
                    <a:pt x="412788" y="1432890"/>
                  </a:lnTo>
                  <a:lnTo>
                    <a:pt x="416153" y="1450225"/>
                  </a:lnTo>
                  <a:lnTo>
                    <a:pt x="429755" y="1452930"/>
                  </a:lnTo>
                  <a:lnTo>
                    <a:pt x="421805" y="1442148"/>
                  </a:lnTo>
                  <a:lnTo>
                    <a:pt x="427913" y="1433436"/>
                  </a:lnTo>
                  <a:lnTo>
                    <a:pt x="421754" y="1420075"/>
                  </a:lnTo>
                  <a:lnTo>
                    <a:pt x="429945" y="1430528"/>
                  </a:lnTo>
                  <a:lnTo>
                    <a:pt x="438429" y="1440548"/>
                  </a:lnTo>
                  <a:lnTo>
                    <a:pt x="447116" y="1450289"/>
                  </a:lnTo>
                  <a:lnTo>
                    <a:pt x="440969" y="1459077"/>
                  </a:lnTo>
                  <a:lnTo>
                    <a:pt x="427888" y="1455597"/>
                  </a:lnTo>
                  <a:lnTo>
                    <a:pt x="424421" y="1460550"/>
                  </a:lnTo>
                  <a:lnTo>
                    <a:pt x="426999" y="1479029"/>
                  </a:lnTo>
                  <a:lnTo>
                    <a:pt x="432536" y="1515414"/>
                  </a:lnTo>
                  <a:lnTo>
                    <a:pt x="435102" y="1533893"/>
                  </a:lnTo>
                  <a:lnTo>
                    <a:pt x="449770" y="1535074"/>
                  </a:lnTo>
                  <a:lnTo>
                    <a:pt x="442747" y="1522958"/>
                  </a:lnTo>
                  <a:lnTo>
                    <a:pt x="450316" y="1512150"/>
                  </a:lnTo>
                  <a:lnTo>
                    <a:pt x="443903" y="1499184"/>
                  </a:lnTo>
                  <a:lnTo>
                    <a:pt x="447103" y="1494599"/>
                  </a:lnTo>
                  <a:lnTo>
                    <a:pt x="454317" y="1506435"/>
                  </a:lnTo>
                  <a:lnTo>
                    <a:pt x="451231" y="1510830"/>
                  </a:lnTo>
                  <a:lnTo>
                    <a:pt x="458762" y="1522234"/>
                  </a:lnTo>
                  <a:lnTo>
                    <a:pt x="456171" y="1525930"/>
                  </a:lnTo>
                  <a:lnTo>
                    <a:pt x="463473" y="1537639"/>
                  </a:lnTo>
                  <a:lnTo>
                    <a:pt x="438835" y="1572844"/>
                  </a:lnTo>
                  <a:lnTo>
                    <a:pt x="450024" y="1579003"/>
                  </a:lnTo>
                  <a:lnTo>
                    <a:pt x="448310" y="1581454"/>
                  </a:lnTo>
                  <a:lnTo>
                    <a:pt x="455587" y="1593189"/>
                  </a:lnTo>
                  <a:lnTo>
                    <a:pt x="445770" y="1607223"/>
                  </a:lnTo>
                  <a:lnTo>
                    <a:pt x="454037" y="1617548"/>
                  </a:lnTo>
                  <a:lnTo>
                    <a:pt x="450837" y="1622120"/>
                  </a:lnTo>
                  <a:lnTo>
                    <a:pt x="456984" y="1635506"/>
                  </a:lnTo>
                  <a:lnTo>
                    <a:pt x="460184" y="1630934"/>
                  </a:lnTo>
                  <a:lnTo>
                    <a:pt x="470420" y="1638452"/>
                  </a:lnTo>
                  <a:lnTo>
                    <a:pt x="480085" y="1646783"/>
                  </a:lnTo>
                  <a:lnTo>
                    <a:pt x="490321" y="1654302"/>
                  </a:lnTo>
                  <a:lnTo>
                    <a:pt x="484987" y="1661934"/>
                  </a:lnTo>
                  <a:lnTo>
                    <a:pt x="464185" y="1647367"/>
                  </a:lnTo>
                  <a:lnTo>
                    <a:pt x="458851" y="1654987"/>
                  </a:lnTo>
                  <a:lnTo>
                    <a:pt x="460451" y="1696986"/>
                  </a:lnTo>
                  <a:lnTo>
                    <a:pt x="461251" y="1717979"/>
                  </a:lnTo>
                  <a:lnTo>
                    <a:pt x="470852" y="1704263"/>
                  </a:lnTo>
                  <a:lnTo>
                    <a:pt x="479120" y="1714601"/>
                  </a:lnTo>
                  <a:lnTo>
                    <a:pt x="471652" y="1725269"/>
                  </a:lnTo>
                  <a:lnTo>
                    <a:pt x="477786" y="1738642"/>
                  </a:lnTo>
                  <a:lnTo>
                    <a:pt x="462114" y="1761032"/>
                  </a:lnTo>
                  <a:lnTo>
                    <a:pt x="463118" y="1781746"/>
                  </a:lnTo>
                  <a:lnTo>
                    <a:pt x="464921" y="1801317"/>
                  </a:lnTo>
                  <a:lnTo>
                    <a:pt x="466318" y="1821459"/>
                  </a:lnTo>
                  <a:lnTo>
                    <a:pt x="459016" y="1831898"/>
                  </a:lnTo>
                  <a:lnTo>
                    <a:pt x="463118" y="1848180"/>
                  </a:lnTo>
                  <a:lnTo>
                    <a:pt x="467626" y="1863890"/>
                  </a:lnTo>
                  <a:lnTo>
                    <a:pt x="471932" y="1879892"/>
                  </a:lnTo>
                  <a:lnTo>
                    <a:pt x="464464" y="1890560"/>
                  </a:lnTo>
                  <a:lnTo>
                    <a:pt x="469912" y="1904923"/>
                  </a:lnTo>
                  <a:lnTo>
                    <a:pt x="464858" y="1912137"/>
                  </a:lnTo>
                  <a:lnTo>
                    <a:pt x="470408" y="1926348"/>
                  </a:lnTo>
                  <a:lnTo>
                    <a:pt x="464997" y="1934083"/>
                  </a:lnTo>
                  <a:lnTo>
                    <a:pt x="477532" y="1938324"/>
                  </a:lnTo>
                  <a:lnTo>
                    <a:pt x="487934" y="1945601"/>
                  </a:lnTo>
                  <a:lnTo>
                    <a:pt x="469798" y="1971522"/>
                  </a:lnTo>
                  <a:lnTo>
                    <a:pt x="476732" y="1983752"/>
                  </a:lnTo>
                  <a:lnTo>
                    <a:pt x="471665" y="1990991"/>
                  </a:lnTo>
                  <a:lnTo>
                    <a:pt x="476199" y="2006663"/>
                  </a:lnTo>
                  <a:lnTo>
                    <a:pt x="470331" y="2015045"/>
                  </a:lnTo>
                  <a:lnTo>
                    <a:pt x="473367" y="2032850"/>
                  </a:lnTo>
                  <a:lnTo>
                    <a:pt x="466598" y="2042515"/>
                  </a:lnTo>
                  <a:lnTo>
                    <a:pt x="472236" y="2056612"/>
                  </a:lnTo>
                  <a:lnTo>
                    <a:pt x="491680" y="2073135"/>
                  </a:lnTo>
                  <a:lnTo>
                    <a:pt x="477812" y="2092947"/>
                  </a:lnTo>
                  <a:lnTo>
                    <a:pt x="488213" y="2100237"/>
                  </a:lnTo>
                  <a:lnTo>
                    <a:pt x="489280" y="2098713"/>
                  </a:lnTo>
                  <a:lnTo>
                    <a:pt x="499681" y="2105990"/>
                  </a:lnTo>
                  <a:lnTo>
                    <a:pt x="477278" y="2137994"/>
                  </a:lnTo>
                  <a:lnTo>
                    <a:pt x="487680" y="2145284"/>
                  </a:lnTo>
                  <a:lnTo>
                    <a:pt x="511149" y="2111743"/>
                  </a:lnTo>
                  <a:lnTo>
                    <a:pt x="514972" y="2128443"/>
                  </a:lnTo>
                  <a:lnTo>
                    <a:pt x="508088" y="2138273"/>
                  </a:lnTo>
                  <a:lnTo>
                    <a:pt x="511403" y="2155685"/>
                  </a:lnTo>
                  <a:lnTo>
                    <a:pt x="514629" y="2173224"/>
                  </a:lnTo>
                  <a:lnTo>
                    <a:pt x="550633" y="2188222"/>
                  </a:lnTo>
                  <a:lnTo>
                    <a:pt x="573049" y="2200503"/>
                  </a:lnTo>
                  <a:lnTo>
                    <a:pt x="581317" y="2210828"/>
                  </a:lnTo>
                  <a:lnTo>
                    <a:pt x="579183" y="2213876"/>
                  </a:lnTo>
                  <a:lnTo>
                    <a:pt x="574281" y="2243023"/>
                  </a:lnTo>
                  <a:lnTo>
                    <a:pt x="587984" y="2267737"/>
                  </a:lnTo>
                  <a:lnTo>
                    <a:pt x="605688" y="2286736"/>
                  </a:lnTo>
                  <a:lnTo>
                    <a:pt x="623201" y="2306015"/>
                  </a:lnTo>
                  <a:lnTo>
                    <a:pt x="622515" y="2306993"/>
                  </a:lnTo>
                  <a:lnTo>
                    <a:pt x="634542" y="2311958"/>
                  </a:lnTo>
                  <a:lnTo>
                    <a:pt x="648271" y="2314486"/>
                  </a:lnTo>
                  <a:lnTo>
                    <a:pt x="656513" y="2324862"/>
                  </a:lnTo>
                  <a:lnTo>
                    <a:pt x="678954" y="2337092"/>
                  </a:lnTo>
                  <a:lnTo>
                    <a:pt x="692594" y="2339759"/>
                  </a:lnTo>
                  <a:lnTo>
                    <a:pt x="705637" y="2343277"/>
                  </a:lnTo>
                  <a:lnTo>
                    <a:pt x="729018" y="2354148"/>
                  </a:lnTo>
                  <a:lnTo>
                    <a:pt x="752716" y="2364600"/>
                  </a:lnTo>
                  <a:lnTo>
                    <a:pt x="766203" y="2367483"/>
                  </a:lnTo>
                  <a:lnTo>
                    <a:pt x="790194" y="2377490"/>
                  </a:lnTo>
                  <a:lnTo>
                    <a:pt x="889431" y="2412898"/>
                  </a:lnTo>
                  <a:lnTo>
                    <a:pt x="893254" y="2407450"/>
                  </a:lnTo>
                  <a:lnTo>
                    <a:pt x="907161" y="2409710"/>
                  </a:lnTo>
                  <a:lnTo>
                    <a:pt x="906233" y="2411044"/>
                  </a:lnTo>
                  <a:lnTo>
                    <a:pt x="917714" y="2416797"/>
                  </a:lnTo>
                  <a:lnTo>
                    <a:pt x="924026" y="2407780"/>
                  </a:lnTo>
                  <a:lnTo>
                    <a:pt x="938923" y="2408644"/>
                  </a:lnTo>
                  <a:lnTo>
                    <a:pt x="1001737" y="2318918"/>
                  </a:lnTo>
                  <a:lnTo>
                    <a:pt x="1036967" y="2290737"/>
                  </a:lnTo>
                  <a:lnTo>
                    <a:pt x="1061885" y="2255139"/>
                  </a:lnTo>
                  <a:lnTo>
                    <a:pt x="1076591" y="2211984"/>
                  </a:lnTo>
                  <a:lnTo>
                    <a:pt x="1171384" y="2076577"/>
                  </a:lnTo>
                  <a:lnTo>
                    <a:pt x="1184973" y="2035022"/>
                  </a:lnTo>
                  <a:lnTo>
                    <a:pt x="1208862" y="2000897"/>
                  </a:lnTo>
                  <a:lnTo>
                    <a:pt x="1222133" y="1959787"/>
                  </a:lnTo>
                  <a:lnTo>
                    <a:pt x="1245539" y="1926361"/>
                  </a:lnTo>
                  <a:lnTo>
                    <a:pt x="1272209" y="1843963"/>
                  </a:lnTo>
                  <a:lnTo>
                    <a:pt x="1295857" y="1810194"/>
                  </a:lnTo>
                  <a:lnTo>
                    <a:pt x="1309293" y="1768856"/>
                  </a:lnTo>
                  <a:lnTo>
                    <a:pt x="1319695" y="1731848"/>
                  </a:lnTo>
                  <a:lnTo>
                    <a:pt x="1340497" y="1702130"/>
                  </a:lnTo>
                  <a:lnTo>
                    <a:pt x="1350899" y="1665135"/>
                  </a:lnTo>
                  <a:lnTo>
                    <a:pt x="1371701" y="1635404"/>
                  </a:lnTo>
                  <a:lnTo>
                    <a:pt x="1429321" y="1464525"/>
                  </a:lnTo>
                  <a:lnTo>
                    <a:pt x="1530134" y="1187627"/>
                  </a:lnTo>
                  <a:lnTo>
                    <a:pt x="1607223" y="966800"/>
                  </a:lnTo>
                  <a:lnTo>
                    <a:pt x="1612023" y="915644"/>
                  </a:lnTo>
                  <a:lnTo>
                    <a:pt x="1641767" y="828878"/>
                  </a:lnTo>
                  <a:lnTo>
                    <a:pt x="1645881" y="778700"/>
                  </a:lnTo>
                  <a:lnTo>
                    <a:pt x="1660296" y="735965"/>
                  </a:lnTo>
                  <a:lnTo>
                    <a:pt x="1681099" y="661949"/>
                  </a:lnTo>
                  <a:lnTo>
                    <a:pt x="1687868" y="674433"/>
                  </a:lnTo>
                  <a:lnTo>
                    <a:pt x="1684832" y="678764"/>
                  </a:lnTo>
                  <a:lnTo>
                    <a:pt x="1692605" y="689813"/>
                  </a:lnTo>
                  <a:lnTo>
                    <a:pt x="1700580" y="700570"/>
                  </a:lnTo>
                  <a:lnTo>
                    <a:pt x="1709115" y="688378"/>
                  </a:lnTo>
                  <a:lnTo>
                    <a:pt x="1713966" y="703592"/>
                  </a:lnTo>
                  <a:lnTo>
                    <a:pt x="1714322" y="703084"/>
                  </a:lnTo>
                  <a:lnTo>
                    <a:pt x="1727669" y="706158"/>
                  </a:lnTo>
                  <a:lnTo>
                    <a:pt x="1740331" y="710222"/>
                  </a:lnTo>
                  <a:lnTo>
                    <a:pt x="1710740" y="752500"/>
                  </a:lnTo>
                  <a:lnTo>
                    <a:pt x="1714055" y="769899"/>
                  </a:lnTo>
                  <a:lnTo>
                    <a:pt x="1717573" y="787019"/>
                  </a:lnTo>
                  <a:lnTo>
                    <a:pt x="1710982" y="796429"/>
                  </a:lnTo>
                  <a:lnTo>
                    <a:pt x="1717903" y="808685"/>
                  </a:lnTo>
                  <a:lnTo>
                    <a:pt x="1715122" y="812660"/>
                  </a:lnTo>
                  <a:lnTo>
                    <a:pt x="1722945" y="823645"/>
                  </a:lnTo>
                  <a:lnTo>
                    <a:pt x="1720062" y="827760"/>
                  </a:lnTo>
                  <a:lnTo>
                    <a:pt x="1720253" y="849617"/>
                  </a:lnTo>
                  <a:lnTo>
                    <a:pt x="1719262" y="873188"/>
                  </a:lnTo>
                  <a:lnTo>
                    <a:pt x="1729867" y="902335"/>
                  </a:lnTo>
                  <a:lnTo>
                    <a:pt x="1733664" y="919048"/>
                  </a:lnTo>
                  <a:lnTo>
                    <a:pt x="1744065" y="926325"/>
                  </a:lnTo>
                  <a:lnTo>
                    <a:pt x="1740865" y="930897"/>
                  </a:lnTo>
                  <a:lnTo>
                    <a:pt x="1739277" y="977480"/>
                  </a:lnTo>
                  <a:lnTo>
                    <a:pt x="1744078" y="992759"/>
                  </a:lnTo>
                  <a:lnTo>
                    <a:pt x="1748878" y="1008049"/>
                  </a:lnTo>
                  <a:lnTo>
                    <a:pt x="1748078" y="1031328"/>
                  </a:lnTo>
                  <a:lnTo>
                    <a:pt x="1761680" y="1034046"/>
                  </a:lnTo>
                  <a:lnTo>
                    <a:pt x="1775548" y="1014234"/>
                  </a:lnTo>
                  <a:lnTo>
                    <a:pt x="1785696" y="1021892"/>
                  </a:lnTo>
                  <a:lnTo>
                    <a:pt x="1794230" y="1031849"/>
                  </a:lnTo>
                  <a:lnTo>
                    <a:pt x="1776095" y="1057757"/>
                  </a:lnTo>
                  <a:lnTo>
                    <a:pt x="1784362" y="1068082"/>
                  </a:lnTo>
                  <a:lnTo>
                    <a:pt x="1781162" y="1072654"/>
                  </a:lnTo>
                  <a:lnTo>
                    <a:pt x="1789163" y="1083373"/>
                  </a:lnTo>
                  <a:lnTo>
                    <a:pt x="1786763" y="1086802"/>
                  </a:lnTo>
                  <a:lnTo>
                    <a:pt x="1794764" y="1097508"/>
                  </a:lnTo>
                  <a:lnTo>
                    <a:pt x="1789480" y="1105065"/>
                  </a:lnTo>
                  <a:lnTo>
                    <a:pt x="1776488" y="1101471"/>
                  </a:lnTo>
                  <a:lnTo>
                    <a:pt x="1773707" y="1105446"/>
                  </a:lnTo>
                  <a:lnTo>
                    <a:pt x="1759813" y="1103147"/>
                  </a:lnTo>
                  <a:lnTo>
                    <a:pt x="1761439" y="1100836"/>
                  </a:lnTo>
                  <a:lnTo>
                    <a:pt x="1755152" y="1087666"/>
                  </a:lnTo>
                  <a:lnTo>
                    <a:pt x="1767547" y="1069949"/>
                  </a:lnTo>
                  <a:lnTo>
                    <a:pt x="1763814" y="1066431"/>
                  </a:lnTo>
                  <a:lnTo>
                    <a:pt x="1767979" y="1065707"/>
                  </a:lnTo>
                  <a:lnTo>
                    <a:pt x="1779282" y="1069073"/>
                  </a:lnTo>
                  <a:lnTo>
                    <a:pt x="1777898" y="1061288"/>
                  </a:lnTo>
                  <a:lnTo>
                    <a:pt x="1773923" y="1053960"/>
                  </a:lnTo>
                  <a:lnTo>
                    <a:pt x="1772539" y="1046187"/>
                  </a:lnTo>
                  <a:lnTo>
                    <a:pt x="1764957" y="1042936"/>
                  </a:lnTo>
                  <a:lnTo>
                    <a:pt x="1743824" y="1035164"/>
                  </a:lnTo>
                  <a:lnTo>
                    <a:pt x="1745843" y="1061554"/>
                  </a:lnTo>
                  <a:lnTo>
                    <a:pt x="1758810" y="1059281"/>
                  </a:lnTo>
                  <a:lnTo>
                    <a:pt x="1759267" y="1061885"/>
                  </a:lnTo>
                  <a:lnTo>
                    <a:pt x="1762328" y="1064018"/>
                  </a:lnTo>
                  <a:lnTo>
                    <a:pt x="1762531" y="1065225"/>
                  </a:lnTo>
                  <a:lnTo>
                    <a:pt x="1758213" y="1061135"/>
                  </a:lnTo>
                  <a:lnTo>
                    <a:pt x="1746859" y="1077353"/>
                  </a:lnTo>
                  <a:lnTo>
                    <a:pt x="1749018" y="1096429"/>
                  </a:lnTo>
                  <a:lnTo>
                    <a:pt x="1752168" y="1114069"/>
                  </a:lnTo>
                  <a:lnTo>
                    <a:pt x="1754200" y="1133284"/>
                  </a:lnTo>
                  <a:lnTo>
                    <a:pt x="1750377" y="1138758"/>
                  </a:lnTo>
                  <a:lnTo>
                    <a:pt x="1757146" y="1151242"/>
                  </a:lnTo>
                  <a:lnTo>
                    <a:pt x="1749679" y="1161910"/>
                  </a:lnTo>
                  <a:lnTo>
                    <a:pt x="1761159" y="1167663"/>
                  </a:lnTo>
                  <a:lnTo>
                    <a:pt x="1783562" y="1135659"/>
                  </a:lnTo>
                  <a:lnTo>
                    <a:pt x="1788248" y="1151115"/>
                  </a:lnTo>
                  <a:lnTo>
                    <a:pt x="1761959" y="1188669"/>
                  </a:lnTo>
                  <a:lnTo>
                    <a:pt x="1768094" y="1202042"/>
                  </a:lnTo>
                  <a:lnTo>
                    <a:pt x="1781962" y="1182230"/>
                  </a:lnTo>
                  <a:lnTo>
                    <a:pt x="1805978" y="1192225"/>
                  </a:lnTo>
                  <a:lnTo>
                    <a:pt x="1799564" y="1201369"/>
                  </a:lnTo>
                  <a:lnTo>
                    <a:pt x="1787029" y="1197140"/>
                  </a:lnTo>
                  <a:lnTo>
                    <a:pt x="1777161" y="1211237"/>
                  </a:lnTo>
                  <a:lnTo>
                    <a:pt x="1762620" y="1209865"/>
                  </a:lnTo>
                  <a:lnTo>
                    <a:pt x="1758492" y="1215771"/>
                  </a:lnTo>
                  <a:lnTo>
                    <a:pt x="1765642" y="1249832"/>
                  </a:lnTo>
                  <a:lnTo>
                    <a:pt x="1772500" y="1284338"/>
                  </a:lnTo>
                  <a:lnTo>
                    <a:pt x="1768348" y="1312405"/>
                  </a:lnTo>
                  <a:lnTo>
                    <a:pt x="1773707" y="1349057"/>
                  </a:lnTo>
                  <a:lnTo>
                    <a:pt x="1798243" y="1313992"/>
                  </a:lnTo>
                  <a:lnTo>
                    <a:pt x="1804644" y="1326997"/>
                  </a:lnTo>
                  <a:lnTo>
                    <a:pt x="1800644" y="1332712"/>
                  </a:lnTo>
                  <a:lnTo>
                    <a:pt x="1807044" y="1345704"/>
                  </a:lnTo>
                  <a:lnTo>
                    <a:pt x="1798205" y="1358328"/>
                  </a:lnTo>
                  <a:lnTo>
                    <a:pt x="1803577" y="1372806"/>
                  </a:lnTo>
                  <a:lnTo>
                    <a:pt x="1792109" y="1389189"/>
                  </a:lnTo>
                  <a:lnTo>
                    <a:pt x="1807845" y="1388859"/>
                  </a:lnTo>
                  <a:lnTo>
                    <a:pt x="1806511" y="1390764"/>
                  </a:lnTo>
                  <a:lnTo>
                    <a:pt x="1817751" y="1396847"/>
                  </a:lnTo>
                  <a:lnTo>
                    <a:pt x="1804987" y="1415097"/>
                  </a:lnTo>
                  <a:lnTo>
                    <a:pt x="1821192" y="1414094"/>
                  </a:lnTo>
                  <a:lnTo>
                    <a:pt x="1808251" y="1432572"/>
                  </a:lnTo>
                  <a:lnTo>
                    <a:pt x="1811934" y="1449451"/>
                  </a:lnTo>
                  <a:lnTo>
                    <a:pt x="1804911" y="1459471"/>
                  </a:lnTo>
                  <a:lnTo>
                    <a:pt x="1794510" y="1452194"/>
                  </a:lnTo>
                  <a:lnTo>
                    <a:pt x="1793443" y="1453718"/>
                  </a:lnTo>
                  <a:lnTo>
                    <a:pt x="1783041" y="1446441"/>
                  </a:lnTo>
                  <a:lnTo>
                    <a:pt x="1785543" y="1487144"/>
                  </a:lnTo>
                  <a:lnTo>
                    <a:pt x="1788642" y="1527009"/>
                  </a:lnTo>
                  <a:lnTo>
                    <a:pt x="1792947" y="1565148"/>
                  </a:lnTo>
                  <a:lnTo>
                    <a:pt x="1798459" y="1579435"/>
                  </a:lnTo>
                  <a:lnTo>
                    <a:pt x="1809457" y="1608010"/>
                  </a:lnTo>
                  <a:lnTo>
                    <a:pt x="1812696" y="1603387"/>
                  </a:lnTo>
                  <a:lnTo>
                    <a:pt x="1826526" y="1605762"/>
                  </a:lnTo>
                  <a:lnTo>
                    <a:pt x="1830362" y="1600288"/>
                  </a:lnTo>
                  <a:lnTo>
                    <a:pt x="1845208" y="1601228"/>
                  </a:lnTo>
                  <a:lnTo>
                    <a:pt x="1812048" y="1648599"/>
                  </a:lnTo>
                  <a:lnTo>
                    <a:pt x="1819325" y="1660334"/>
                  </a:lnTo>
                  <a:lnTo>
                    <a:pt x="1810791" y="1672526"/>
                  </a:lnTo>
                  <a:lnTo>
                    <a:pt x="1828406" y="1691665"/>
                  </a:lnTo>
                  <a:lnTo>
                    <a:pt x="1846008" y="1710804"/>
                  </a:lnTo>
                  <a:lnTo>
                    <a:pt x="1834273" y="1727581"/>
                  </a:lnTo>
                  <a:lnTo>
                    <a:pt x="1846808" y="1731810"/>
                  </a:lnTo>
                  <a:lnTo>
                    <a:pt x="1838274" y="1744002"/>
                  </a:lnTo>
                  <a:lnTo>
                    <a:pt x="1850809" y="1748243"/>
                  </a:lnTo>
                  <a:lnTo>
                    <a:pt x="1835162" y="1748459"/>
                  </a:lnTo>
                  <a:lnTo>
                    <a:pt x="1840001" y="1763674"/>
                  </a:lnTo>
                  <a:lnTo>
                    <a:pt x="1835061" y="1770748"/>
                  </a:lnTo>
                  <a:lnTo>
                    <a:pt x="1821205" y="1768386"/>
                  </a:lnTo>
                  <a:lnTo>
                    <a:pt x="1816938" y="1774482"/>
                  </a:lnTo>
                  <a:lnTo>
                    <a:pt x="1827339" y="1781771"/>
                  </a:lnTo>
                  <a:lnTo>
                    <a:pt x="1834807" y="1771116"/>
                  </a:lnTo>
                  <a:lnTo>
                    <a:pt x="1849475" y="1772285"/>
                  </a:lnTo>
                  <a:lnTo>
                    <a:pt x="1835340" y="1792478"/>
                  </a:lnTo>
                  <a:lnTo>
                    <a:pt x="1839480" y="1808721"/>
                  </a:lnTo>
                  <a:lnTo>
                    <a:pt x="1837347" y="1811769"/>
                  </a:lnTo>
                  <a:lnTo>
                    <a:pt x="1850669" y="1814880"/>
                  </a:lnTo>
                  <a:lnTo>
                    <a:pt x="1864690" y="1817001"/>
                  </a:lnTo>
                  <a:lnTo>
                    <a:pt x="1849234" y="1816938"/>
                  </a:lnTo>
                  <a:lnTo>
                    <a:pt x="1838274" y="1832584"/>
                  </a:lnTo>
                  <a:lnTo>
                    <a:pt x="1842287" y="1849005"/>
                  </a:lnTo>
                  <a:lnTo>
                    <a:pt x="1846287" y="1865439"/>
                  </a:lnTo>
                  <a:lnTo>
                    <a:pt x="1843252" y="1869770"/>
                  </a:lnTo>
                  <a:lnTo>
                    <a:pt x="1847989" y="1885149"/>
                  </a:lnTo>
                  <a:lnTo>
                    <a:pt x="1839620" y="1897100"/>
                  </a:lnTo>
                  <a:lnTo>
                    <a:pt x="1854733" y="1919795"/>
                  </a:lnTo>
                  <a:lnTo>
                    <a:pt x="1866963" y="1946617"/>
                  </a:lnTo>
                  <a:lnTo>
                    <a:pt x="1866582" y="1969312"/>
                  </a:lnTo>
                  <a:lnTo>
                    <a:pt x="1875104" y="2001431"/>
                  </a:lnTo>
                  <a:lnTo>
                    <a:pt x="1896706" y="2037003"/>
                  </a:lnTo>
                  <a:lnTo>
                    <a:pt x="1907819" y="2043277"/>
                  </a:lnTo>
                  <a:lnTo>
                    <a:pt x="1916722" y="2052713"/>
                  </a:lnTo>
                  <a:lnTo>
                    <a:pt x="1922818" y="2066137"/>
                  </a:lnTo>
                  <a:lnTo>
                    <a:pt x="1925523" y="2084425"/>
                  </a:lnTo>
                  <a:lnTo>
                    <a:pt x="1924456" y="2085949"/>
                  </a:lnTo>
                  <a:lnTo>
                    <a:pt x="1914055" y="2078659"/>
                  </a:lnTo>
                  <a:lnTo>
                    <a:pt x="1911921" y="2081707"/>
                  </a:lnTo>
                  <a:lnTo>
                    <a:pt x="1921052" y="2090801"/>
                  </a:lnTo>
                  <a:lnTo>
                    <a:pt x="1920189" y="2092045"/>
                  </a:lnTo>
                  <a:lnTo>
                    <a:pt x="1929726" y="2100567"/>
                  </a:lnTo>
                  <a:lnTo>
                    <a:pt x="1938858" y="2109660"/>
                  </a:lnTo>
                  <a:lnTo>
                    <a:pt x="1954796" y="2131174"/>
                  </a:lnTo>
                  <a:lnTo>
                    <a:pt x="1973541" y="2148700"/>
                  </a:lnTo>
                  <a:lnTo>
                    <a:pt x="1994687" y="2162784"/>
                  </a:lnTo>
                  <a:lnTo>
                    <a:pt x="2017826" y="2174024"/>
                  </a:lnTo>
                  <a:lnTo>
                    <a:pt x="2041372" y="2184679"/>
                  </a:lnTo>
                  <a:lnTo>
                    <a:pt x="2078850" y="2197582"/>
                  </a:lnTo>
                  <a:lnTo>
                    <a:pt x="2102396" y="2208238"/>
                  </a:lnTo>
                  <a:lnTo>
                    <a:pt x="2127021" y="2217356"/>
                  </a:lnTo>
                  <a:lnTo>
                    <a:pt x="2151342" y="2226894"/>
                  </a:lnTo>
                  <a:lnTo>
                    <a:pt x="2185873" y="2244001"/>
                  </a:lnTo>
                  <a:lnTo>
                    <a:pt x="2209901" y="2253970"/>
                  </a:lnTo>
                  <a:lnTo>
                    <a:pt x="2222182" y="2258568"/>
                  </a:lnTo>
                  <a:lnTo>
                    <a:pt x="2224963" y="2254593"/>
                  </a:lnTo>
                  <a:lnTo>
                    <a:pt x="2239556" y="2255901"/>
                  </a:lnTo>
                  <a:lnTo>
                    <a:pt x="2256053" y="2254491"/>
                  </a:lnTo>
                  <a:lnTo>
                    <a:pt x="2347480" y="2123884"/>
                  </a:lnTo>
                  <a:lnTo>
                    <a:pt x="2413952" y="1940331"/>
                  </a:lnTo>
                  <a:lnTo>
                    <a:pt x="2452509" y="1840979"/>
                  </a:lnTo>
                  <a:lnTo>
                    <a:pt x="2460993" y="1784565"/>
                  </a:lnTo>
                  <a:lnTo>
                    <a:pt x="2479827" y="1735505"/>
                  </a:lnTo>
                  <a:lnTo>
                    <a:pt x="2488374" y="1679016"/>
                  </a:lnTo>
                  <a:lnTo>
                    <a:pt x="2519883" y="1589722"/>
                  </a:lnTo>
                  <a:lnTo>
                    <a:pt x="2525280" y="1537703"/>
                  </a:lnTo>
                  <a:lnTo>
                    <a:pt x="2541054" y="1493037"/>
                  </a:lnTo>
                  <a:lnTo>
                    <a:pt x="2546337" y="1441208"/>
                  </a:lnTo>
                  <a:lnTo>
                    <a:pt x="2577185" y="1352842"/>
                  </a:lnTo>
                  <a:lnTo>
                    <a:pt x="2587460" y="1249578"/>
                  </a:lnTo>
                  <a:lnTo>
                    <a:pt x="2602852" y="1205445"/>
                  </a:lnTo>
                  <a:lnTo>
                    <a:pt x="2607767" y="1154137"/>
                  </a:lnTo>
                  <a:lnTo>
                    <a:pt x="2623032" y="1110183"/>
                  </a:lnTo>
                  <a:lnTo>
                    <a:pt x="2637231" y="957046"/>
                  </a:lnTo>
                  <a:lnTo>
                    <a:pt x="2651836" y="914019"/>
                  </a:lnTo>
                  <a:lnTo>
                    <a:pt x="2663863" y="763981"/>
                  </a:lnTo>
                  <a:lnTo>
                    <a:pt x="2672994" y="728789"/>
                  </a:lnTo>
                  <a:lnTo>
                    <a:pt x="2672130" y="685736"/>
                  </a:lnTo>
                  <a:lnTo>
                    <a:pt x="2681655" y="649973"/>
                  </a:lnTo>
                  <a:lnTo>
                    <a:pt x="2680385" y="607491"/>
                  </a:lnTo>
                  <a:lnTo>
                    <a:pt x="2701709" y="355587"/>
                  </a:lnTo>
                  <a:lnTo>
                    <a:pt x="2695371" y="298221"/>
                  </a:lnTo>
                  <a:lnTo>
                    <a:pt x="2707043" y="148666"/>
                  </a:lnTo>
                  <a:close/>
                </a:path>
              </a:pathLst>
            </a:custGeom>
            <a:solidFill>
              <a:srgbClr val="2B12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64817" y="6899986"/>
              <a:ext cx="16230600" cy="2085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163989" y="7840014"/>
              <a:ext cx="2118995" cy="2446655"/>
            </a:xfrm>
            <a:custGeom>
              <a:avLst/>
              <a:gdLst/>
              <a:ahLst/>
              <a:cxnLst/>
              <a:rect l="l" t="t" r="r" b="b"/>
              <a:pathLst>
                <a:path w="2118994" h="2446654">
                  <a:moveTo>
                    <a:pt x="708888" y="1121486"/>
                  </a:moveTo>
                  <a:lnTo>
                    <a:pt x="701497" y="1103185"/>
                  </a:lnTo>
                  <a:lnTo>
                    <a:pt x="696810" y="1117549"/>
                  </a:lnTo>
                  <a:lnTo>
                    <a:pt x="708888" y="1121486"/>
                  </a:lnTo>
                  <a:close/>
                </a:path>
                <a:path w="2118994" h="2446654">
                  <a:moveTo>
                    <a:pt x="860196" y="1483829"/>
                  </a:moveTo>
                  <a:lnTo>
                    <a:pt x="856234" y="1473276"/>
                  </a:lnTo>
                  <a:lnTo>
                    <a:pt x="852855" y="1466608"/>
                  </a:lnTo>
                  <a:lnTo>
                    <a:pt x="851141" y="1460500"/>
                  </a:lnTo>
                  <a:lnTo>
                    <a:pt x="840041" y="1466138"/>
                  </a:lnTo>
                  <a:lnTo>
                    <a:pt x="838911" y="1463916"/>
                  </a:lnTo>
                  <a:lnTo>
                    <a:pt x="835571" y="1462824"/>
                  </a:lnTo>
                  <a:lnTo>
                    <a:pt x="834440" y="1460601"/>
                  </a:lnTo>
                  <a:lnTo>
                    <a:pt x="829995" y="1462849"/>
                  </a:lnTo>
                  <a:lnTo>
                    <a:pt x="818870" y="1462913"/>
                  </a:lnTo>
                  <a:lnTo>
                    <a:pt x="822248" y="1469580"/>
                  </a:lnTo>
                  <a:lnTo>
                    <a:pt x="827849" y="1475105"/>
                  </a:lnTo>
                  <a:lnTo>
                    <a:pt x="831227" y="1481772"/>
                  </a:lnTo>
                  <a:lnTo>
                    <a:pt x="838974" y="1482623"/>
                  </a:lnTo>
                  <a:lnTo>
                    <a:pt x="860196" y="1483829"/>
                  </a:lnTo>
                  <a:close/>
                </a:path>
                <a:path w="2118994" h="2446654">
                  <a:moveTo>
                    <a:pt x="869543" y="1529461"/>
                  </a:moveTo>
                  <a:lnTo>
                    <a:pt x="868476" y="1529397"/>
                  </a:lnTo>
                  <a:lnTo>
                    <a:pt x="868565" y="1529689"/>
                  </a:lnTo>
                  <a:lnTo>
                    <a:pt x="869543" y="1529461"/>
                  </a:lnTo>
                  <a:close/>
                </a:path>
                <a:path w="2118994" h="2446654">
                  <a:moveTo>
                    <a:pt x="997165" y="1756308"/>
                  </a:moveTo>
                  <a:lnTo>
                    <a:pt x="982548" y="1733016"/>
                  </a:lnTo>
                  <a:lnTo>
                    <a:pt x="981456" y="1736369"/>
                  </a:lnTo>
                  <a:lnTo>
                    <a:pt x="976477" y="1740293"/>
                  </a:lnTo>
                  <a:lnTo>
                    <a:pt x="973162" y="1744764"/>
                  </a:lnTo>
                  <a:lnTo>
                    <a:pt x="972642" y="1752003"/>
                  </a:lnTo>
                  <a:lnTo>
                    <a:pt x="971003" y="1757019"/>
                  </a:lnTo>
                  <a:lnTo>
                    <a:pt x="970495" y="1764258"/>
                  </a:lnTo>
                  <a:lnTo>
                    <a:pt x="997165" y="1756308"/>
                  </a:lnTo>
                  <a:close/>
                </a:path>
                <a:path w="2118994" h="2446654">
                  <a:moveTo>
                    <a:pt x="1519593" y="1506677"/>
                  </a:moveTo>
                  <a:lnTo>
                    <a:pt x="1515694" y="1507261"/>
                  </a:lnTo>
                  <a:lnTo>
                    <a:pt x="1511249" y="1509509"/>
                  </a:lnTo>
                  <a:lnTo>
                    <a:pt x="1507363" y="1510093"/>
                  </a:lnTo>
                  <a:lnTo>
                    <a:pt x="1509039" y="1510639"/>
                  </a:lnTo>
                  <a:lnTo>
                    <a:pt x="1510157" y="1512862"/>
                  </a:lnTo>
                  <a:lnTo>
                    <a:pt x="1511833" y="1513408"/>
                  </a:lnTo>
                  <a:lnTo>
                    <a:pt x="1514602" y="1510601"/>
                  </a:lnTo>
                  <a:lnTo>
                    <a:pt x="1516824" y="1509483"/>
                  </a:lnTo>
                  <a:lnTo>
                    <a:pt x="1519593" y="1506677"/>
                  </a:lnTo>
                  <a:close/>
                </a:path>
                <a:path w="2118994" h="2446654">
                  <a:moveTo>
                    <a:pt x="1524698" y="1168704"/>
                  </a:moveTo>
                  <a:lnTo>
                    <a:pt x="1524584" y="1160221"/>
                  </a:lnTo>
                  <a:lnTo>
                    <a:pt x="1522526" y="1166495"/>
                  </a:lnTo>
                  <a:lnTo>
                    <a:pt x="1524698" y="1168704"/>
                  </a:lnTo>
                  <a:close/>
                </a:path>
                <a:path w="2118994" h="2446654">
                  <a:moveTo>
                    <a:pt x="1531607" y="1302308"/>
                  </a:moveTo>
                  <a:lnTo>
                    <a:pt x="1523873" y="1285087"/>
                  </a:lnTo>
                  <a:lnTo>
                    <a:pt x="1514182" y="1314729"/>
                  </a:lnTo>
                  <a:lnTo>
                    <a:pt x="1512697" y="1319276"/>
                  </a:lnTo>
                  <a:lnTo>
                    <a:pt x="1523288" y="1327772"/>
                  </a:lnTo>
                  <a:lnTo>
                    <a:pt x="1531607" y="1302308"/>
                  </a:lnTo>
                  <a:close/>
                </a:path>
                <a:path w="2118994" h="2446654">
                  <a:moveTo>
                    <a:pt x="1531988" y="1440370"/>
                  </a:moveTo>
                  <a:lnTo>
                    <a:pt x="1530477" y="1411503"/>
                  </a:lnTo>
                  <a:lnTo>
                    <a:pt x="1529524" y="1402537"/>
                  </a:lnTo>
                  <a:lnTo>
                    <a:pt x="1520901" y="1420088"/>
                  </a:lnTo>
                  <a:lnTo>
                    <a:pt x="1518285" y="1429880"/>
                  </a:lnTo>
                  <a:lnTo>
                    <a:pt x="1521904" y="1435455"/>
                  </a:lnTo>
                  <a:lnTo>
                    <a:pt x="1531988" y="1440370"/>
                  </a:lnTo>
                  <a:close/>
                </a:path>
                <a:path w="2118994" h="2446654">
                  <a:moveTo>
                    <a:pt x="1532470" y="1336840"/>
                  </a:moveTo>
                  <a:lnTo>
                    <a:pt x="1529118" y="1335747"/>
                  </a:lnTo>
                  <a:lnTo>
                    <a:pt x="1526895" y="1336878"/>
                  </a:lnTo>
                  <a:lnTo>
                    <a:pt x="1523555" y="1335786"/>
                  </a:lnTo>
                  <a:lnTo>
                    <a:pt x="1519936" y="1380883"/>
                  </a:lnTo>
                  <a:lnTo>
                    <a:pt x="1529626" y="1371066"/>
                  </a:lnTo>
                  <a:lnTo>
                    <a:pt x="1531429" y="1359877"/>
                  </a:lnTo>
                  <a:lnTo>
                    <a:pt x="1530616" y="1348181"/>
                  </a:lnTo>
                  <a:lnTo>
                    <a:pt x="1532470" y="1336840"/>
                  </a:lnTo>
                  <a:close/>
                </a:path>
                <a:path w="2118994" h="2446654">
                  <a:moveTo>
                    <a:pt x="1532559" y="1176718"/>
                  </a:moveTo>
                  <a:lnTo>
                    <a:pt x="1524698" y="1168704"/>
                  </a:lnTo>
                  <a:lnTo>
                    <a:pt x="1525104" y="1199502"/>
                  </a:lnTo>
                  <a:lnTo>
                    <a:pt x="1532559" y="1176718"/>
                  </a:lnTo>
                  <a:close/>
                </a:path>
                <a:path w="2118994" h="2446654">
                  <a:moveTo>
                    <a:pt x="1546402" y="1702447"/>
                  </a:moveTo>
                  <a:lnTo>
                    <a:pt x="1544193" y="1688934"/>
                  </a:lnTo>
                  <a:lnTo>
                    <a:pt x="1542554" y="1675257"/>
                  </a:lnTo>
                  <a:lnTo>
                    <a:pt x="1539951" y="1648485"/>
                  </a:lnTo>
                  <a:lnTo>
                    <a:pt x="1538274" y="1647939"/>
                  </a:lnTo>
                  <a:lnTo>
                    <a:pt x="1534375" y="1648523"/>
                  </a:lnTo>
                  <a:lnTo>
                    <a:pt x="1532166" y="1649653"/>
                  </a:lnTo>
                  <a:lnTo>
                    <a:pt x="1534845" y="1663319"/>
                  </a:lnTo>
                  <a:lnTo>
                    <a:pt x="1533093" y="1677263"/>
                  </a:lnTo>
                  <a:lnTo>
                    <a:pt x="1532496" y="1690903"/>
                  </a:lnTo>
                  <a:lnTo>
                    <a:pt x="1538617" y="1703603"/>
                  </a:lnTo>
                  <a:lnTo>
                    <a:pt x="1542503" y="1703019"/>
                  </a:lnTo>
                  <a:lnTo>
                    <a:pt x="1544180" y="1703565"/>
                  </a:lnTo>
                  <a:lnTo>
                    <a:pt x="1546402" y="1702447"/>
                  </a:lnTo>
                  <a:close/>
                </a:path>
                <a:path w="2118994" h="2446654">
                  <a:moveTo>
                    <a:pt x="1756664" y="286207"/>
                  </a:moveTo>
                  <a:lnTo>
                    <a:pt x="1746364" y="276821"/>
                  </a:lnTo>
                  <a:lnTo>
                    <a:pt x="1748967" y="268884"/>
                  </a:lnTo>
                  <a:lnTo>
                    <a:pt x="1739900" y="255739"/>
                  </a:lnTo>
                  <a:lnTo>
                    <a:pt x="1742909" y="246532"/>
                  </a:lnTo>
                  <a:lnTo>
                    <a:pt x="1734604" y="231038"/>
                  </a:lnTo>
                  <a:lnTo>
                    <a:pt x="1738071" y="220421"/>
                  </a:lnTo>
                  <a:lnTo>
                    <a:pt x="1728444" y="209003"/>
                  </a:lnTo>
                  <a:lnTo>
                    <a:pt x="1705000" y="198970"/>
                  </a:lnTo>
                  <a:lnTo>
                    <a:pt x="1712099" y="177228"/>
                  </a:lnTo>
                  <a:lnTo>
                    <a:pt x="1700034" y="173278"/>
                  </a:lnTo>
                  <a:lnTo>
                    <a:pt x="1699488" y="174955"/>
                  </a:lnTo>
                  <a:lnTo>
                    <a:pt x="1690509" y="161518"/>
                  </a:lnTo>
                  <a:lnTo>
                    <a:pt x="1698891" y="135877"/>
                  </a:lnTo>
                  <a:lnTo>
                    <a:pt x="1686814" y="131927"/>
                  </a:lnTo>
                  <a:lnTo>
                    <a:pt x="1678165" y="158407"/>
                  </a:lnTo>
                  <a:lnTo>
                    <a:pt x="1669618" y="143675"/>
                  </a:lnTo>
                  <a:lnTo>
                    <a:pt x="1661185" y="128612"/>
                  </a:lnTo>
                  <a:lnTo>
                    <a:pt x="1664855" y="117348"/>
                  </a:lnTo>
                  <a:lnTo>
                    <a:pt x="1639074" y="114477"/>
                  </a:lnTo>
                  <a:lnTo>
                    <a:pt x="1614119" y="109105"/>
                  </a:lnTo>
                  <a:lnTo>
                    <a:pt x="1601216" y="107670"/>
                  </a:lnTo>
                  <a:lnTo>
                    <a:pt x="1590243" y="100380"/>
                  </a:lnTo>
                  <a:lnTo>
                    <a:pt x="1591335" y="97040"/>
                  </a:lnTo>
                  <a:lnTo>
                    <a:pt x="1587106" y="69100"/>
                  </a:lnTo>
                  <a:lnTo>
                    <a:pt x="1566595" y="50076"/>
                  </a:lnTo>
                  <a:lnTo>
                    <a:pt x="1544040" y="37325"/>
                  </a:lnTo>
                  <a:lnTo>
                    <a:pt x="1533664" y="28206"/>
                  </a:lnTo>
                  <a:lnTo>
                    <a:pt x="1521942" y="23190"/>
                  </a:lnTo>
                  <a:lnTo>
                    <a:pt x="1509039" y="21780"/>
                  </a:lnTo>
                  <a:lnTo>
                    <a:pt x="1495259" y="23063"/>
                  </a:lnTo>
                  <a:lnTo>
                    <a:pt x="1484299" y="15722"/>
                  </a:lnTo>
                  <a:lnTo>
                    <a:pt x="1471383" y="14338"/>
                  </a:lnTo>
                  <a:lnTo>
                    <a:pt x="1457655" y="15468"/>
                  </a:lnTo>
                  <a:lnTo>
                    <a:pt x="1432166" y="11709"/>
                  </a:lnTo>
                  <a:lnTo>
                    <a:pt x="1418767" y="11811"/>
                  </a:lnTo>
                  <a:lnTo>
                    <a:pt x="1393151" y="8445"/>
                  </a:lnTo>
                  <a:lnTo>
                    <a:pt x="1379499" y="9347"/>
                  </a:lnTo>
                  <a:lnTo>
                    <a:pt x="1353718" y="6451"/>
                  </a:lnTo>
                  <a:lnTo>
                    <a:pt x="1248943" y="0"/>
                  </a:lnTo>
                  <a:lnTo>
                    <a:pt x="1243482" y="16700"/>
                  </a:lnTo>
                  <a:lnTo>
                    <a:pt x="1229766" y="17792"/>
                  </a:lnTo>
                  <a:lnTo>
                    <a:pt x="1232496" y="9436"/>
                  </a:lnTo>
                  <a:lnTo>
                    <a:pt x="1219885" y="7162"/>
                  </a:lnTo>
                  <a:lnTo>
                    <a:pt x="1190218" y="97955"/>
                  </a:lnTo>
                  <a:lnTo>
                    <a:pt x="1171194" y="115303"/>
                  </a:lnTo>
                  <a:lnTo>
                    <a:pt x="1132840" y="232702"/>
                  </a:lnTo>
                  <a:lnTo>
                    <a:pt x="1131887" y="276517"/>
                  </a:lnTo>
                  <a:lnTo>
                    <a:pt x="1084072" y="422871"/>
                  </a:lnTo>
                  <a:lnTo>
                    <a:pt x="1083906" y="464273"/>
                  </a:lnTo>
                  <a:lnTo>
                    <a:pt x="1071778" y="501421"/>
                  </a:lnTo>
                  <a:lnTo>
                    <a:pt x="1071854" y="542036"/>
                  </a:lnTo>
                  <a:lnTo>
                    <a:pt x="1059649" y="579424"/>
                  </a:lnTo>
                  <a:lnTo>
                    <a:pt x="1059586" y="661441"/>
                  </a:lnTo>
                  <a:lnTo>
                    <a:pt x="1047369" y="698817"/>
                  </a:lnTo>
                  <a:lnTo>
                    <a:pt x="1048778" y="735393"/>
                  </a:lnTo>
                  <a:lnTo>
                    <a:pt x="1038123" y="768019"/>
                  </a:lnTo>
                  <a:lnTo>
                    <a:pt x="1039545" y="804583"/>
                  </a:lnTo>
                  <a:lnTo>
                    <a:pt x="1028877" y="837209"/>
                  </a:lnTo>
                  <a:lnTo>
                    <a:pt x="1026350" y="1008570"/>
                  </a:lnTo>
                  <a:lnTo>
                    <a:pt x="1003084" y="1284249"/>
                  </a:lnTo>
                  <a:lnTo>
                    <a:pt x="1011224" y="1341132"/>
                  </a:lnTo>
                  <a:lnTo>
                    <a:pt x="1003642" y="1446136"/>
                  </a:lnTo>
                  <a:lnTo>
                    <a:pt x="1012012" y="1502295"/>
                  </a:lnTo>
                  <a:lnTo>
                    <a:pt x="1008341" y="1554441"/>
                  </a:lnTo>
                  <a:lnTo>
                    <a:pt x="1007389" y="1598244"/>
                  </a:lnTo>
                  <a:lnTo>
                    <a:pt x="1018667" y="1645526"/>
                  </a:lnTo>
                  <a:lnTo>
                    <a:pt x="1017333" y="1731416"/>
                  </a:lnTo>
                  <a:lnTo>
                    <a:pt x="1020152" y="1804555"/>
                  </a:lnTo>
                  <a:lnTo>
                    <a:pt x="1009942" y="1794916"/>
                  </a:lnTo>
                  <a:lnTo>
                    <a:pt x="1011504" y="1790153"/>
                  </a:lnTo>
                  <a:lnTo>
                    <a:pt x="1000785" y="1782076"/>
                  </a:lnTo>
                  <a:lnTo>
                    <a:pt x="989952" y="1774317"/>
                  </a:lnTo>
                  <a:lnTo>
                    <a:pt x="985583" y="1787702"/>
                  </a:lnTo>
                  <a:lnTo>
                    <a:pt x="976350" y="1775053"/>
                  </a:lnTo>
                  <a:lnTo>
                    <a:pt x="976172" y="1775599"/>
                  </a:lnTo>
                  <a:lnTo>
                    <a:pt x="962596" y="1776285"/>
                  </a:lnTo>
                  <a:lnTo>
                    <a:pt x="970724" y="1751380"/>
                  </a:lnTo>
                  <a:lnTo>
                    <a:pt x="960843" y="1740738"/>
                  </a:lnTo>
                  <a:lnTo>
                    <a:pt x="964526" y="1729473"/>
                  </a:lnTo>
                  <a:lnTo>
                    <a:pt x="956081" y="1714423"/>
                  </a:lnTo>
                  <a:lnTo>
                    <a:pt x="959612" y="1703628"/>
                  </a:lnTo>
                  <a:lnTo>
                    <a:pt x="950912" y="1689354"/>
                  </a:lnTo>
                  <a:lnTo>
                    <a:pt x="952690" y="1683893"/>
                  </a:lnTo>
                  <a:lnTo>
                    <a:pt x="942047" y="1675587"/>
                  </a:lnTo>
                  <a:lnTo>
                    <a:pt x="943368" y="1671535"/>
                  </a:lnTo>
                  <a:lnTo>
                    <a:pt x="932776" y="1663065"/>
                  </a:lnTo>
                  <a:lnTo>
                    <a:pt x="925931" y="1643126"/>
                  </a:lnTo>
                  <a:lnTo>
                    <a:pt x="919695" y="1621294"/>
                  </a:lnTo>
                  <a:lnTo>
                    <a:pt x="912850" y="1601355"/>
                  </a:lnTo>
                  <a:lnTo>
                    <a:pt x="892086" y="1583118"/>
                  </a:lnTo>
                  <a:lnTo>
                    <a:pt x="893724" y="1578102"/>
                  </a:lnTo>
                  <a:lnTo>
                    <a:pt x="887399" y="1556588"/>
                  </a:lnTo>
                  <a:lnTo>
                    <a:pt x="868984" y="1531137"/>
                  </a:lnTo>
                  <a:lnTo>
                    <a:pt x="868565" y="1529689"/>
                  </a:lnTo>
                  <a:lnTo>
                    <a:pt x="855103" y="1532763"/>
                  </a:lnTo>
                  <a:lnTo>
                    <a:pt x="838708" y="1542046"/>
                  </a:lnTo>
                  <a:lnTo>
                    <a:pt x="836650" y="1548345"/>
                  </a:lnTo>
                  <a:lnTo>
                    <a:pt x="826757" y="1537703"/>
                  </a:lnTo>
                  <a:lnTo>
                    <a:pt x="817968" y="1523720"/>
                  </a:lnTo>
                  <a:lnTo>
                    <a:pt x="830783" y="1525397"/>
                  </a:lnTo>
                  <a:lnTo>
                    <a:pt x="843546" y="1527225"/>
                  </a:lnTo>
                  <a:lnTo>
                    <a:pt x="856411" y="1528737"/>
                  </a:lnTo>
                  <a:lnTo>
                    <a:pt x="868476" y="1529397"/>
                  </a:lnTo>
                  <a:lnTo>
                    <a:pt x="856322" y="1488109"/>
                  </a:lnTo>
                  <a:lnTo>
                    <a:pt x="842606" y="1489189"/>
                  </a:lnTo>
                  <a:lnTo>
                    <a:pt x="835507" y="1510944"/>
                  </a:lnTo>
                  <a:lnTo>
                    <a:pt x="823569" y="1506575"/>
                  </a:lnTo>
                  <a:lnTo>
                    <a:pt x="824522" y="1503654"/>
                  </a:lnTo>
                  <a:lnTo>
                    <a:pt x="815047" y="1491754"/>
                  </a:lnTo>
                  <a:lnTo>
                    <a:pt x="821740" y="1471269"/>
                  </a:lnTo>
                  <a:lnTo>
                    <a:pt x="810768" y="1463979"/>
                  </a:lnTo>
                  <a:lnTo>
                    <a:pt x="813638" y="1455191"/>
                  </a:lnTo>
                  <a:lnTo>
                    <a:pt x="802792" y="1447482"/>
                  </a:lnTo>
                  <a:lnTo>
                    <a:pt x="804024" y="1443723"/>
                  </a:lnTo>
                  <a:lnTo>
                    <a:pt x="793178" y="1436014"/>
                  </a:lnTo>
                  <a:lnTo>
                    <a:pt x="806729" y="1435430"/>
                  </a:lnTo>
                  <a:lnTo>
                    <a:pt x="808050" y="1431378"/>
                  </a:lnTo>
                  <a:lnTo>
                    <a:pt x="821550" y="1430959"/>
                  </a:lnTo>
                  <a:lnTo>
                    <a:pt x="823341" y="1425498"/>
                  </a:lnTo>
                  <a:lnTo>
                    <a:pt x="834580" y="1431975"/>
                  </a:lnTo>
                  <a:lnTo>
                    <a:pt x="826122" y="1457883"/>
                  </a:lnTo>
                  <a:lnTo>
                    <a:pt x="834440" y="1460601"/>
                  </a:lnTo>
                  <a:lnTo>
                    <a:pt x="838187" y="1461820"/>
                  </a:lnTo>
                  <a:lnTo>
                    <a:pt x="843457" y="1445691"/>
                  </a:lnTo>
                  <a:lnTo>
                    <a:pt x="835609" y="1428813"/>
                  </a:lnTo>
                  <a:lnTo>
                    <a:pt x="827252" y="1413497"/>
                  </a:lnTo>
                  <a:lnTo>
                    <a:pt x="819467" y="1396453"/>
                  </a:lnTo>
                  <a:lnTo>
                    <a:pt x="823290" y="1384744"/>
                  </a:lnTo>
                  <a:lnTo>
                    <a:pt x="813079" y="1375117"/>
                  </a:lnTo>
                  <a:lnTo>
                    <a:pt x="813955" y="1372438"/>
                  </a:lnTo>
                  <a:lnTo>
                    <a:pt x="801331" y="1370164"/>
                  </a:lnTo>
                  <a:lnTo>
                    <a:pt x="790943" y="1401953"/>
                  </a:lnTo>
                  <a:lnTo>
                    <a:pt x="781799" y="1389049"/>
                  </a:lnTo>
                  <a:lnTo>
                    <a:pt x="789711" y="1364843"/>
                  </a:lnTo>
                  <a:lnTo>
                    <a:pt x="806246" y="1355115"/>
                  </a:lnTo>
                  <a:lnTo>
                    <a:pt x="807339" y="1351762"/>
                  </a:lnTo>
                  <a:lnTo>
                    <a:pt x="797458" y="1341132"/>
                  </a:lnTo>
                  <a:lnTo>
                    <a:pt x="794727" y="1349489"/>
                  </a:lnTo>
                  <a:lnTo>
                    <a:pt x="778281" y="1358938"/>
                  </a:lnTo>
                  <a:lnTo>
                    <a:pt x="764565" y="1360004"/>
                  </a:lnTo>
                  <a:lnTo>
                    <a:pt x="765657" y="1356664"/>
                  </a:lnTo>
                  <a:lnTo>
                    <a:pt x="754138" y="1351051"/>
                  </a:lnTo>
                  <a:lnTo>
                    <a:pt x="767842" y="1349971"/>
                  </a:lnTo>
                  <a:lnTo>
                    <a:pt x="768946" y="1346631"/>
                  </a:lnTo>
                  <a:lnTo>
                    <a:pt x="782650" y="1345552"/>
                  </a:lnTo>
                  <a:lnTo>
                    <a:pt x="790308" y="1322133"/>
                  </a:lnTo>
                  <a:lnTo>
                    <a:pt x="785228" y="1296771"/>
                  </a:lnTo>
                  <a:lnTo>
                    <a:pt x="776732" y="1281887"/>
                  </a:lnTo>
                  <a:lnTo>
                    <a:pt x="768223" y="1267002"/>
                  </a:lnTo>
                  <a:lnTo>
                    <a:pt x="763612" y="1240243"/>
                  </a:lnTo>
                  <a:lnTo>
                    <a:pt x="747382" y="1208125"/>
                  </a:lnTo>
                  <a:lnTo>
                    <a:pt x="734809" y="1246606"/>
                  </a:lnTo>
                  <a:lnTo>
                    <a:pt x="724789" y="1236383"/>
                  </a:lnTo>
                  <a:lnTo>
                    <a:pt x="726846" y="1230109"/>
                  </a:lnTo>
                  <a:lnTo>
                    <a:pt x="716813" y="1219898"/>
                  </a:lnTo>
                  <a:lnTo>
                    <a:pt x="721347" y="1206042"/>
                  </a:lnTo>
                  <a:lnTo>
                    <a:pt x="711847" y="1194206"/>
                  </a:lnTo>
                  <a:lnTo>
                    <a:pt x="717727" y="1176223"/>
                  </a:lnTo>
                  <a:lnTo>
                    <a:pt x="702919" y="1180642"/>
                  </a:lnTo>
                  <a:lnTo>
                    <a:pt x="703605" y="1178547"/>
                  </a:lnTo>
                  <a:lnTo>
                    <a:pt x="691108" y="1175905"/>
                  </a:lnTo>
                  <a:lnTo>
                    <a:pt x="694105" y="1166710"/>
                  </a:lnTo>
                  <a:lnTo>
                    <a:pt x="710438" y="1157630"/>
                  </a:lnTo>
                  <a:lnTo>
                    <a:pt x="714895" y="1143990"/>
                  </a:lnTo>
                  <a:lnTo>
                    <a:pt x="707796" y="1124826"/>
                  </a:lnTo>
                  <a:lnTo>
                    <a:pt x="694664" y="1164983"/>
                  </a:lnTo>
                  <a:lnTo>
                    <a:pt x="682599" y="1161046"/>
                  </a:lnTo>
                  <a:lnTo>
                    <a:pt x="701497" y="1103185"/>
                  </a:lnTo>
                  <a:lnTo>
                    <a:pt x="694118" y="1084897"/>
                  </a:lnTo>
                  <a:lnTo>
                    <a:pt x="686574" y="1067066"/>
                  </a:lnTo>
                  <a:lnTo>
                    <a:pt x="681405" y="1054849"/>
                  </a:lnTo>
                  <a:lnTo>
                    <a:pt x="681405" y="1082890"/>
                  </a:lnTo>
                  <a:lnTo>
                    <a:pt x="679221" y="1089583"/>
                  </a:lnTo>
                  <a:lnTo>
                    <a:pt x="665518" y="1090650"/>
                  </a:lnTo>
                  <a:lnTo>
                    <a:pt x="653440" y="1086713"/>
                  </a:lnTo>
                  <a:lnTo>
                    <a:pt x="658291" y="1071867"/>
                  </a:lnTo>
                  <a:lnTo>
                    <a:pt x="648538" y="1060831"/>
                  </a:lnTo>
                  <a:lnTo>
                    <a:pt x="651205" y="1052664"/>
                  </a:lnTo>
                  <a:lnTo>
                    <a:pt x="661365" y="1062456"/>
                  </a:lnTo>
                  <a:lnTo>
                    <a:pt x="672592" y="1069009"/>
                  </a:lnTo>
                  <a:lnTo>
                    <a:pt x="670979" y="1073924"/>
                  </a:lnTo>
                  <a:lnTo>
                    <a:pt x="681405" y="1082890"/>
                  </a:lnTo>
                  <a:lnTo>
                    <a:pt x="681405" y="1054849"/>
                  </a:lnTo>
                  <a:lnTo>
                    <a:pt x="679043" y="1049248"/>
                  </a:lnTo>
                  <a:lnTo>
                    <a:pt x="663346" y="1015479"/>
                  </a:lnTo>
                  <a:lnTo>
                    <a:pt x="646734" y="984542"/>
                  </a:lnTo>
                  <a:lnTo>
                    <a:pt x="645083" y="989609"/>
                  </a:lnTo>
                  <a:lnTo>
                    <a:pt x="631253" y="991057"/>
                  </a:lnTo>
                  <a:lnTo>
                    <a:pt x="629285" y="997064"/>
                  </a:lnTo>
                  <a:lnTo>
                    <a:pt x="614946" y="1000074"/>
                  </a:lnTo>
                  <a:lnTo>
                    <a:pt x="631926" y="948080"/>
                  </a:lnTo>
                  <a:lnTo>
                    <a:pt x="631037" y="947343"/>
                  </a:lnTo>
                  <a:lnTo>
                    <a:pt x="621449" y="939253"/>
                  </a:lnTo>
                  <a:lnTo>
                    <a:pt x="625830" y="925868"/>
                  </a:lnTo>
                  <a:lnTo>
                    <a:pt x="603326" y="912952"/>
                  </a:lnTo>
                  <a:lnTo>
                    <a:pt x="592074" y="906500"/>
                  </a:lnTo>
                  <a:lnTo>
                    <a:pt x="595617" y="895629"/>
                  </a:lnTo>
                  <a:lnTo>
                    <a:pt x="585736" y="884999"/>
                  </a:lnTo>
                  <a:lnTo>
                    <a:pt x="586828" y="881646"/>
                  </a:lnTo>
                  <a:lnTo>
                    <a:pt x="573659" y="881049"/>
                  </a:lnTo>
                  <a:lnTo>
                    <a:pt x="579628" y="862774"/>
                  </a:lnTo>
                  <a:lnTo>
                    <a:pt x="570407" y="850125"/>
                  </a:lnTo>
                  <a:lnTo>
                    <a:pt x="572935" y="842365"/>
                  </a:lnTo>
                  <a:lnTo>
                    <a:pt x="586778" y="840892"/>
                  </a:lnTo>
                  <a:lnTo>
                    <a:pt x="588962" y="834212"/>
                  </a:lnTo>
                  <a:lnTo>
                    <a:pt x="574713" y="836955"/>
                  </a:lnTo>
                  <a:lnTo>
                    <a:pt x="573062" y="841971"/>
                  </a:lnTo>
                  <a:lnTo>
                    <a:pt x="558812" y="844727"/>
                  </a:lnTo>
                  <a:lnTo>
                    <a:pt x="572477" y="802894"/>
                  </a:lnTo>
                  <a:lnTo>
                    <a:pt x="559473" y="801801"/>
                  </a:lnTo>
                  <a:lnTo>
                    <a:pt x="558279" y="805434"/>
                  </a:lnTo>
                  <a:lnTo>
                    <a:pt x="544715" y="806069"/>
                  </a:lnTo>
                  <a:lnTo>
                    <a:pt x="551065" y="786650"/>
                  </a:lnTo>
                  <a:lnTo>
                    <a:pt x="545553" y="762622"/>
                  </a:lnTo>
                  <a:lnTo>
                    <a:pt x="535025" y="753922"/>
                  </a:lnTo>
                  <a:lnTo>
                    <a:pt x="537933" y="745032"/>
                  </a:lnTo>
                  <a:lnTo>
                    <a:pt x="527418" y="736333"/>
                  </a:lnTo>
                  <a:lnTo>
                    <a:pt x="529056" y="731329"/>
                  </a:lnTo>
                  <a:lnTo>
                    <a:pt x="542226" y="731913"/>
                  </a:lnTo>
                  <a:lnTo>
                    <a:pt x="531609" y="723519"/>
                  </a:lnTo>
                  <a:lnTo>
                    <a:pt x="520992" y="715111"/>
                  </a:lnTo>
                  <a:lnTo>
                    <a:pt x="501243" y="693762"/>
                  </a:lnTo>
                  <a:lnTo>
                    <a:pt x="482625" y="668959"/>
                  </a:lnTo>
                  <a:lnTo>
                    <a:pt x="476846" y="645756"/>
                  </a:lnTo>
                  <a:lnTo>
                    <a:pt x="480225" y="635406"/>
                  </a:lnTo>
                  <a:lnTo>
                    <a:pt x="469696" y="626757"/>
                  </a:lnTo>
                  <a:lnTo>
                    <a:pt x="457923" y="621868"/>
                  </a:lnTo>
                  <a:lnTo>
                    <a:pt x="445541" y="618871"/>
                  </a:lnTo>
                  <a:lnTo>
                    <a:pt x="433120" y="616013"/>
                  </a:lnTo>
                  <a:lnTo>
                    <a:pt x="421817" y="609727"/>
                  </a:lnTo>
                  <a:lnTo>
                    <a:pt x="411937" y="599033"/>
                  </a:lnTo>
                  <a:lnTo>
                    <a:pt x="416433" y="585292"/>
                  </a:lnTo>
                  <a:lnTo>
                    <a:pt x="429602" y="585876"/>
                  </a:lnTo>
                  <a:lnTo>
                    <a:pt x="418172" y="579958"/>
                  </a:lnTo>
                  <a:lnTo>
                    <a:pt x="394919" y="569341"/>
                  </a:lnTo>
                  <a:lnTo>
                    <a:pt x="395566" y="567359"/>
                  </a:lnTo>
                  <a:lnTo>
                    <a:pt x="373913" y="551840"/>
                  </a:lnTo>
                  <a:lnTo>
                    <a:pt x="326517" y="533349"/>
                  </a:lnTo>
                  <a:lnTo>
                    <a:pt x="275628" y="525513"/>
                  </a:lnTo>
                  <a:lnTo>
                    <a:pt x="236207" y="523519"/>
                  </a:lnTo>
                  <a:lnTo>
                    <a:pt x="222732" y="523862"/>
                  </a:lnTo>
                  <a:lnTo>
                    <a:pt x="184556" y="518007"/>
                  </a:lnTo>
                  <a:lnTo>
                    <a:pt x="158610" y="515645"/>
                  </a:lnTo>
                  <a:lnTo>
                    <a:pt x="132765" y="512953"/>
                  </a:lnTo>
                  <a:lnTo>
                    <a:pt x="106984" y="510108"/>
                  </a:lnTo>
                  <a:lnTo>
                    <a:pt x="93941" y="509117"/>
                  </a:lnTo>
                  <a:lnTo>
                    <a:pt x="80441" y="509549"/>
                  </a:lnTo>
                  <a:lnTo>
                    <a:pt x="78295" y="516102"/>
                  </a:lnTo>
                  <a:lnTo>
                    <a:pt x="63106" y="521703"/>
                  </a:lnTo>
                  <a:lnTo>
                    <a:pt x="16281" y="665060"/>
                  </a:lnTo>
                  <a:lnTo>
                    <a:pt x="9194" y="850328"/>
                  </a:lnTo>
                  <a:lnTo>
                    <a:pt x="0" y="1001166"/>
                  </a:lnTo>
                  <a:lnTo>
                    <a:pt x="9169" y="1054900"/>
                  </a:lnTo>
                  <a:lnTo>
                    <a:pt x="6210" y="1104861"/>
                  </a:lnTo>
                  <a:lnTo>
                    <a:pt x="14744" y="1160538"/>
                  </a:lnTo>
                  <a:lnTo>
                    <a:pt x="11150" y="1212418"/>
                  </a:lnTo>
                  <a:lnTo>
                    <a:pt x="19634" y="1268247"/>
                  </a:lnTo>
                  <a:lnTo>
                    <a:pt x="16090" y="1319987"/>
                  </a:lnTo>
                  <a:lnTo>
                    <a:pt x="24714" y="1375397"/>
                  </a:lnTo>
                  <a:lnTo>
                    <a:pt x="21399" y="1426438"/>
                  </a:lnTo>
                  <a:lnTo>
                    <a:pt x="47447" y="1592097"/>
                  </a:lnTo>
                  <a:lnTo>
                    <a:pt x="44170" y="1643024"/>
                  </a:lnTo>
                  <a:lnTo>
                    <a:pt x="61836" y="1752549"/>
                  </a:lnTo>
                  <a:lnTo>
                    <a:pt x="72974" y="1800225"/>
                  </a:lnTo>
                  <a:lnTo>
                    <a:pt x="72237" y="1843405"/>
                  </a:lnTo>
                  <a:lnTo>
                    <a:pt x="106540" y="1983778"/>
                  </a:lnTo>
                  <a:lnTo>
                    <a:pt x="110451" y="2053564"/>
                  </a:lnTo>
                  <a:lnTo>
                    <a:pt x="124383" y="2092718"/>
                  </a:lnTo>
                  <a:lnTo>
                    <a:pt x="126453" y="2127300"/>
                  </a:lnTo>
                  <a:lnTo>
                    <a:pt x="194360" y="2410180"/>
                  </a:lnTo>
                  <a:lnTo>
                    <a:pt x="209334" y="2446159"/>
                  </a:lnTo>
                  <a:lnTo>
                    <a:pt x="556717" y="2446147"/>
                  </a:lnTo>
                  <a:lnTo>
                    <a:pt x="547331" y="2433955"/>
                  </a:lnTo>
                  <a:lnTo>
                    <a:pt x="540931" y="2412682"/>
                  </a:lnTo>
                  <a:lnTo>
                    <a:pt x="542569" y="2407653"/>
                  </a:lnTo>
                  <a:lnTo>
                    <a:pt x="534593" y="2391168"/>
                  </a:lnTo>
                  <a:lnTo>
                    <a:pt x="542785" y="2366073"/>
                  </a:lnTo>
                  <a:lnTo>
                    <a:pt x="534822" y="2349576"/>
                  </a:lnTo>
                  <a:lnTo>
                    <a:pt x="538416" y="2338578"/>
                  </a:lnTo>
                  <a:lnTo>
                    <a:pt x="530987" y="2326144"/>
                  </a:lnTo>
                  <a:lnTo>
                    <a:pt x="530987" y="2361298"/>
                  </a:lnTo>
                  <a:lnTo>
                    <a:pt x="514540" y="2370734"/>
                  </a:lnTo>
                  <a:lnTo>
                    <a:pt x="512356" y="2377427"/>
                  </a:lnTo>
                  <a:lnTo>
                    <a:pt x="502526" y="2366632"/>
                  </a:lnTo>
                  <a:lnTo>
                    <a:pt x="507822" y="2350427"/>
                  </a:lnTo>
                  <a:lnTo>
                    <a:pt x="522744" y="2345639"/>
                  </a:lnTo>
                  <a:lnTo>
                    <a:pt x="520560" y="2352332"/>
                  </a:lnTo>
                  <a:lnTo>
                    <a:pt x="530987" y="2361298"/>
                  </a:lnTo>
                  <a:lnTo>
                    <a:pt x="530987" y="2326144"/>
                  </a:lnTo>
                  <a:lnTo>
                    <a:pt x="529780" y="2324112"/>
                  </a:lnTo>
                  <a:lnTo>
                    <a:pt x="533120" y="2313876"/>
                  </a:lnTo>
                  <a:lnTo>
                    <a:pt x="524332" y="2299868"/>
                  </a:lnTo>
                  <a:lnTo>
                    <a:pt x="521690" y="2267064"/>
                  </a:lnTo>
                  <a:lnTo>
                    <a:pt x="504329" y="2197519"/>
                  </a:lnTo>
                  <a:lnTo>
                    <a:pt x="489610" y="2160765"/>
                  </a:lnTo>
                  <a:lnTo>
                    <a:pt x="479450" y="2069185"/>
                  </a:lnTo>
                  <a:lnTo>
                    <a:pt x="464235" y="2033981"/>
                  </a:lnTo>
                  <a:lnTo>
                    <a:pt x="450380" y="1912810"/>
                  </a:lnTo>
                  <a:lnTo>
                    <a:pt x="447230" y="1881517"/>
                  </a:lnTo>
                  <a:lnTo>
                    <a:pt x="428675" y="1815630"/>
                  </a:lnTo>
                  <a:lnTo>
                    <a:pt x="425538" y="1784350"/>
                  </a:lnTo>
                  <a:lnTo>
                    <a:pt x="414782" y="1735467"/>
                  </a:lnTo>
                  <a:lnTo>
                    <a:pt x="416102" y="1690535"/>
                  </a:lnTo>
                  <a:lnTo>
                    <a:pt x="404482" y="1603425"/>
                  </a:lnTo>
                  <a:lnTo>
                    <a:pt x="397738" y="1583169"/>
                  </a:lnTo>
                  <a:lnTo>
                    <a:pt x="396316" y="1546606"/>
                  </a:lnTo>
                  <a:lnTo>
                    <a:pt x="401650" y="1530286"/>
                  </a:lnTo>
                  <a:lnTo>
                    <a:pt x="414388" y="1573098"/>
                  </a:lnTo>
                  <a:lnTo>
                    <a:pt x="420878" y="1594116"/>
                  </a:lnTo>
                  <a:lnTo>
                    <a:pt x="427532" y="1614652"/>
                  </a:lnTo>
                  <a:lnTo>
                    <a:pt x="445452" y="1641602"/>
                  </a:lnTo>
                  <a:lnTo>
                    <a:pt x="451243" y="1664754"/>
                  </a:lnTo>
                  <a:lnTo>
                    <a:pt x="457149" y="1687601"/>
                  </a:lnTo>
                  <a:lnTo>
                    <a:pt x="475373" y="1713598"/>
                  </a:lnTo>
                  <a:lnTo>
                    <a:pt x="488124" y="1756333"/>
                  </a:lnTo>
                  <a:lnTo>
                    <a:pt x="563346" y="1894166"/>
                  </a:lnTo>
                  <a:lnTo>
                    <a:pt x="596125" y="1957412"/>
                  </a:lnTo>
                  <a:lnTo>
                    <a:pt x="612648" y="1988642"/>
                  </a:lnTo>
                  <a:lnTo>
                    <a:pt x="629323" y="2019401"/>
                  </a:lnTo>
                  <a:lnTo>
                    <a:pt x="657834" y="2054783"/>
                  </a:lnTo>
                  <a:lnTo>
                    <a:pt x="674446" y="2085759"/>
                  </a:lnTo>
                  <a:lnTo>
                    <a:pt x="703224" y="2120354"/>
                  </a:lnTo>
                  <a:lnTo>
                    <a:pt x="728370" y="2166074"/>
                  </a:lnTo>
                  <a:lnTo>
                    <a:pt x="736815" y="2181123"/>
                  </a:lnTo>
                  <a:lnTo>
                    <a:pt x="745363" y="2195855"/>
                  </a:lnTo>
                  <a:lnTo>
                    <a:pt x="754062" y="2210130"/>
                  </a:lnTo>
                  <a:lnTo>
                    <a:pt x="784720" y="2238946"/>
                  </a:lnTo>
                  <a:lnTo>
                    <a:pt x="803630" y="2262886"/>
                  </a:lnTo>
                  <a:lnTo>
                    <a:pt x="822731" y="2286203"/>
                  </a:lnTo>
                  <a:lnTo>
                    <a:pt x="841946" y="2309203"/>
                  </a:lnTo>
                  <a:lnTo>
                    <a:pt x="863244" y="2325763"/>
                  </a:lnTo>
                  <a:lnTo>
                    <a:pt x="872693" y="2337752"/>
                  </a:lnTo>
                  <a:lnTo>
                    <a:pt x="894613" y="2352446"/>
                  </a:lnTo>
                  <a:lnTo>
                    <a:pt x="905078" y="2361298"/>
                  </a:lnTo>
                  <a:lnTo>
                    <a:pt x="928357" y="2371852"/>
                  </a:lnTo>
                  <a:lnTo>
                    <a:pt x="940066" y="2376894"/>
                  </a:lnTo>
                  <a:lnTo>
                    <a:pt x="964057" y="2385250"/>
                  </a:lnTo>
                  <a:lnTo>
                    <a:pt x="975880" y="2389987"/>
                  </a:lnTo>
                  <a:lnTo>
                    <a:pt x="987945" y="2393924"/>
                  </a:lnTo>
                  <a:lnTo>
                    <a:pt x="989037" y="2390584"/>
                  </a:lnTo>
                  <a:lnTo>
                    <a:pt x="1004379" y="2384539"/>
                  </a:lnTo>
                  <a:lnTo>
                    <a:pt x="1019606" y="2378811"/>
                  </a:lnTo>
                  <a:lnTo>
                    <a:pt x="1046708" y="2377656"/>
                  </a:lnTo>
                  <a:lnTo>
                    <a:pt x="1061427" y="2373490"/>
                  </a:lnTo>
                  <a:lnTo>
                    <a:pt x="1104519" y="2364257"/>
                  </a:lnTo>
                  <a:lnTo>
                    <a:pt x="1148753" y="2351570"/>
                  </a:lnTo>
                  <a:lnTo>
                    <a:pt x="1193596" y="2336990"/>
                  </a:lnTo>
                  <a:lnTo>
                    <a:pt x="1238542" y="2322106"/>
                  </a:lnTo>
                  <a:lnTo>
                    <a:pt x="1238783" y="2321369"/>
                  </a:lnTo>
                  <a:lnTo>
                    <a:pt x="1250950" y="2325014"/>
                  </a:lnTo>
                  <a:lnTo>
                    <a:pt x="1263218" y="2328354"/>
                  </a:lnTo>
                  <a:lnTo>
                    <a:pt x="1263777" y="2326652"/>
                  </a:lnTo>
                  <a:lnTo>
                    <a:pt x="1277264" y="2326259"/>
                  </a:lnTo>
                  <a:lnTo>
                    <a:pt x="1278991" y="2320975"/>
                  </a:lnTo>
                  <a:lnTo>
                    <a:pt x="1292987" y="2319020"/>
                  </a:lnTo>
                  <a:lnTo>
                    <a:pt x="1295019" y="2312797"/>
                  </a:lnTo>
                  <a:lnTo>
                    <a:pt x="1325079" y="2302586"/>
                  </a:lnTo>
                  <a:lnTo>
                    <a:pt x="1373517" y="2276995"/>
                  </a:lnTo>
                  <a:lnTo>
                    <a:pt x="1391500" y="2262848"/>
                  </a:lnTo>
                  <a:lnTo>
                    <a:pt x="1422120" y="2250922"/>
                  </a:lnTo>
                  <a:lnTo>
                    <a:pt x="1440967" y="2234107"/>
                  </a:lnTo>
                  <a:lnTo>
                    <a:pt x="1460855" y="2214156"/>
                  </a:lnTo>
                  <a:lnTo>
                    <a:pt x="1512570" y="2055850"/>
                  </a:lnTo>
                  <a:lnTo>
                    <a:pt x="1506423" y="2033765"/>
                  </a:lnTo>
                  <a:lnTo>
                    <a:pt x="1515160" y="2007006"/>
                  </a:lnTo>
                  <a:lnTo>
                    <a:pt x="1528330" y="2007590"/>
                  </a:lnTo>
                  <a:lnTo>
                    <a:pt x="1517269" y="2000542"/>
                  </a:lnTo>
                  <a:lnTo>
                    <a:pt x="1507401" y="1989874"/>
                  </a:lnTo>
                  <a:lnTo>
                    <a:pt x="1520037" y="1951189"/>
                  </a:lnTo>
                  <a:lnTo>
                    <a:pt x="1514614" y="1926882"/>
                  </a:lnTo>
                  <a:lnTo>
                    <a:pt x="1509344" y="1902104"/>
                  </a:lnTo>
                  <a:lnTo>
                    <a:pt x="1516253" y="1880958"/>
                  </a:lnTo>
                  <a:lnTo>
                    <a:pt x="1511147" y="1855711"/>
                  </a:lnTo>
                  <a:lnTo>
                    <a:pt x="1517154" y="1837321"/>
                  </a:lnTo>
                  <a:lnTo>
                    <a:pt x="1525955" y="1851291"/>
                  </a:lnTo>
                  <a:lnTo>
                    <a:pt x="1526501" y="1849628"/>
                  </a:lnTo>
                  <a:lnTo>
                    <a:pt x="1539113" y="1851888"/>
                  </a:lnTo>
                  <a:lnTo>
                    <a:pt x="1533055" y="1759597"/>
                  </a:lnTo>
                  <a:lnTo>
                    <a:pt x="1533055" y="1829536"/>
                  </a:lnTo>
                  <a:lnTo>
                    <a:pt x="1532509" y="1831213"/>
                  </a:lnTo>
                  <a:lnTo>
                    <a:pt x="1519885" y="1828952"/>
                  </a:lnTo>
                  <a:lnTo>
                    <a:pt x="1524215" y="1815719"/>
                  </a:lnTo>
                  <a:lnTo>
                    <a:pt x="1523695" y="1796859"/>
                  </a:lnTo>
                  <a:lnTo>
                    <a:pt x="1525409" y="1812061"/>
                  </a:lnTo>
                  <a:lnTo>
                    <a:pt x="1533055" y="1829536"/>
                  </a:lnTo>
                  <a:lnTo>
                    <a:pt x="1533055" y="1759597"/>
                  </a:lnTo>
                  <a:lnTo>
                    <a:pt x="1532407" y="1749729"/>
                  </a:lnTo>
                  <a:lnTo>
                    <a:pt x="1542249" y="1719605"/>
                  </a:lnTo>
                  <a:lnTo>
                    <a:pt x="1530172" y="1715655"/>
                  </a:lnTo>
                  <a:lnTo>
                    <a:pt x="1527492" y="1723872"/>
                  </a:lnTo>
                  <a:lnTo>
                    <a:pt x="1527492" y="1764766"/>
                  </a:lnTo>
                  <a:lnTo>
                    <a:pt x="1523174" y="1778000"/>
                  </a:lnTo>
                  <a:lnTo>
                    <a:pt x="1516519" y="1757476"/>
                  </a:lnTo>
                  <a:lnTo>
                    <a:pt x="1517611" y="1754136"/>
                  </a:lnTo>
                  <a:lnTo>
                    <a:pt x="1527492" y="1764766"/>
                  </a:lnTo>
                  <a:lnTo>
                    <a:pt x="1527492" y="1723872"/>
                  </a:lnTo>
                  <a:lnTo>
                    <a:pt x="1526349" y="1727365"/>
                  </a:lnTo>
                  <a:lnTo>
                    <a:pt x="1509471" y="1697266"/>
                  </a:lnTo>
                  <a:lnTo>
                    <a:pt x="1505572" y="1668297"/>
                  </a:lnTo>
                  <a:lnTo>
                    <a:pt x="1516367" y="1635252"/>
                  </a:lnTo>
                  <a:lnTo>
                    <a:pt x="1526260" y="1645869"/>
                  </a:lnTo>
                  <a:lnTo>
                    <a:pt x="1534121" y="1621790"/>
                  </a:lnTo>
                  <a:lnTo>
                    <a:pt x="1529143" y="1596123"/>
                  </a:lnTo>
                  <a:lnTo>
                    <a:pt x="1522387" y="1578038"/>
                  </a:lnTo>
                  <a:lnTo>
                    <a:pt x="1522387" y="1616837"/>
                  </a:lnTo>
                  <a:lnTo>
                    <a:pt x="1509217" y="1616227"/>
                  </a:lnTo>
                  <a:lnTo>
                    <a:pt x="1516253" y="1594688"/>
                  </a:lnTo>
                  <a:lnTo>
                    <a:pt x="1522387" y="1616837"/>
                  </a:lnTo>
                  <a:lnTo>
                    <a:pt x="1522387" y="1578038"/>
                  </a:lnTo>
                  <a:lnTo>
                    <a:pt x="1522018" y="1577047"/>
                  </a:lnTo>
                  <a:lnTo>
                    <a:pt x="1513649" y="1570583"/>
                  </a:lnTo>
                  <a:lnTo>
                    <a:pt x="1513649" y="1578800"/>
                  </a:lnTo>
                  <a:lnTo>
                    <a:pt x="1508620" y="1577162"/>
                  </a:lnTo>
                  <a:lnTo>
                    <a:pt x="1508074" y="1578825"/>
                  </a:lnTo>
                  <a:lnTo>
                    <a:pt x="1497101" y="1571536"/>
                  </a:lnTo>
                  <a:lnTo>
                    <a:pt x="1497647" y="1569872"/>
                  </a:lnTo>
                  <a:lnTo>
                    <a:pt x="1509306" y="1575066"/>
                  </a:lnTo>
                  <a:lnTo>
                    <a:pt x="1513649" y="1578800"/>
                  </a:lnTo>
                  <a:lnTo>
                    <a:pt x="1513649" y="1570583"/>
                  </a:lnTo>
                  <a:lnTo>
                    <a:pt x="1511350" y="1568792"/>
                  </a:lnTo>
                  <a:lnTo>
                    <a:pt x="1502232" y="1555813"/>
                  </a:lnTo>
                  <a:lnTo>
                    <a:pt x="1511300" y="1528038"/>
                  </a:lnTo>
                  <a:lnTo>
                    <a:pt x="1500873" y="1519085"/>
                  </a:lnTo>
                  <a:lnTo>
                    <a:pt x="1501419" y="1517408"/>
                  </a:lnTo>
                  <a:lnTo>
                    <a:pt x="1491792" y="1505991"/>
                  </a:lnTo>
                  <a:lnTo>
                    <a:pt x="1496263" y="1492288"/>
                  </a:lnTo>
                  <a:lnTo>
                    <a:pt x="1486014" y="1482750"/>
                  </a:lnTo>
                  <a:lnTo>
                    <a:pt x="1500276" y="1480007"/>
                  </a:lnTo>
                  <a:lnTo>
                    <a:pt x="1505915" y="1462747"/>
                  </a:lnTo>
                  <a:lnTo>
                    <a:pt x="1517815" y="1467218"/>
                  </a:lnTo>
                  <a:lnTo>
                    <a:pt x="1507807" y="1456944"/>
                  </a:lnTo>
                  <a:lnTo>
                    <a:pt x="1497901" y="1446377"/>
                  </a:lnTo>
                  <a:lnTo>
                    <a:pt x="1500276" y="1439100"/>
                  </a:lnTo>
                  <a:lnTo>
                    <a:pt x="1490891" y="1426946"/>
                  </a:lnTo>
                  <a:lnTo>
                    <a:pt x="1493431" y="1419161"/>
                  </a:lnTo>
                  <a:lnTo>
                    <a:pt x="1510804" y="1406893"/>
                  </a:lnTo>
                  <a:lnTo>
                    <a:pt x="1516621" y="1389062"/>
                  </a:lnTo>
                  <a:lnTo>
                    <a:pt x="1506258" y="1379905"/>
                  </a:lnTo>
                  <a:lnTo>
                    <a:pt x="1509471" y="1370063"/>
                  </a:lnTo>
                  <a:lnTo>
                    <a:pt x="1498498" y="1362773"/>
                  </a:lnTo>
                  <a:lnTo>
                    <a:pt x="1487957" y="1354124"/>
                  </a:lnTo>
                  <a:lnTo>
                    <a:pt x="1503908" y="1305306"/>
                  </a:lnTo>
                  <a:lnTo>
                    <a:pt x="1514182" y="1314729"/>
                  </a:lnTo>
                  <a:lnTo>
                    <a:pt x="1528000" y="1272438"/>
                  </a:lnTo>
                  <a:lnTo>
                    <a:pt x="1522082" y="1249667"/>
                  </a:lnTo>
                  <a:lnTo>
                    <a:pt x="1528229" y="1230845"/>
                  </a:lnTo>
                  <a:lnTo>
                    <a:pt x="1522310" y="1208087"/>
                  </a:lnTo>
                  <a:lnTo>
                    <a:pt x="1514246" y="1232763"/>
                  </a:lnTo>
                  <a:lnTo>
                    <a:pt x="1502714" y="1227137"/>
                  </a:lnTo>
                  <a:lnTo>
                    <a:pt x="1506423" y="1215796"/>
                  </a:lnTo>
                  <a:lnTo>
                    <a:pt x="1496517" y="1205217"/>
                  </a:lnTo>
                  <a:lnTo>
                    <a:pt x="1525511" y="1116469"/>
                  </a:lnTo>
                  <a:lnTo>
                    <a:pt x="1517434" y="1141222"/>
                  </a:lnTo>
                  <a:lnTo>
                    <a:pt x="1527314" y="1151851"/>
                  </a:lnTo>
                  <a:lnTo>
                    <a:pt x="1531543" y="1138923"/>
                  </a:lnTo>
                  <a:lnTo>
                    <a:pt x="1526374" y="1113840"/>
                  </a:lnTo>
                  <a:lnTo>
                    <a:pt x="1541894" y="1066330"/>
                  </a:lnTo>
                  <a:lnTo>
                    <a:pt x="1531937" y="1055928"/>
                  </a:lnTo>
                  <a:lnTo>
                    <a:pt x="1545805" y="1013472"/>
                  </a:lnTo>
                  <a:lnTo>
                    <a:pt x="1532089" y="1014552"/>
                  </a:lnTo>
                  <a:lnTo>
                    <a:pt x="1531543" y="1016228"/>
                  </a:lnTo>
                  <a:lnTo>
                    <a:pt x="1518373" y="1015631"/>
                  </a:lnTo>
                  <a:lnTo>
                    <a:pt x="1526679" y="990219"/>
                  </a:lnTo>
                  <a:lnTo>
                    <a:pt x="1756664" y="286207"/>
                  </a:lnTo>
                  <a:close/>
                </a:path>
                <a:path w="2118994" h="2446654">
                  <a:moveTo>
                    <a:pt x="1838693" y="518528"/>
                  </a:moveTo>
                  <a:lnTo>
                    <a:pt x="1837575" y="516305"/>
                  </a:lnTo>
                  <a:lnTo>
                    <a:pt x="1835899" y="515759"/>
                  </a:lnTo>
                  <a:lnTo>
                    <a:pt x="1837029" y="517982"/>
                  </a:lnTo>
                  <a:lnTo>
                    <a:pt x="1838693" y="518528"/>
                  </a:lnTo>
                  <a:close/>
                </a:path>
                <a:path w="2118994" h="2446654">
                  <a:moveTo>
                    <a:pt x="2118753" y="1222692"/>
                  </a:moveTo>
                  <a:lnTo>
                    <a:pt x="2118182" y="406501"/>
                  </a:lnTo>
                  <a:lnTo>
                    <a:pt x="2118017" y="161632"/>
                  </a:lnTo>
                  <a:lnTo>
                    <a:pt x="2105901" y="198716"/>
                  </a:lnTo>
                  <a:lnTo>
                    <a:pt x="2105736" y="240118"/>
                  </a:lnTo>
                  <a:lnTo>
                    <a:pt x="2093442" y="277736"/>
                  </a:lnTo>
                  <a:lnTo>
                    <a:pt x="2089505" y="330682"/>
                  </a:lnTo>
                  <a:lnTo>
                    <a:pt x="2073579" y="379450"/>
                  </a:lnTo>
                  <a:lnTo>
                    <a:pt x="2069744" y="432092"/>
                  </a:lnTo>
                  <a:lnTo>
                    <a:pt x="2053805" y="480860"/>
                  </a:lnTo>
                  <a:lnTo>
                    <a:pt x="2049868" y="533819"/>
                  </a:lnTo>
                  <a:lnTo>
                    <a:pt x="2028215" y="600113"/>
                  </a:lnTo>
                  <a:lnTo>
                    <a:pt x="2018220" y="671601"/>
                  </a:lnTo>
                  <a:lnTo>
                    <a:pt x="1989302" y="801014"/>
                  </a:lnTo>
                  <a:lnTo>
                    <a:pt x="1988210" y="804367"/>
                  </a:lnTo>
                  <a:lnTo>
                    <a:pt x="1979739" y="789393"/>
                  </a:lnTo>
                  <a:lnTo>
                    <a:pt x="1971167" y="774725"/>
                  </a:lnTo>
                  <a:lnTo>
                    <a:pt x="1950529" y="756119"/>
                  </a:lnTo>
                  <a:lnTo>
                    <a:pt x="1942058" y="741146"/>
                  </a:lnTo>
                  <a:lnTo>
                    <a:pt x="1937753" y="754316"/>
                  </a:lnTo>
                  <a:lnTo>
                    <a:pt x="1948103" y="763524"/>
                  </a:lnTo>
                  <a:lnTo>
                    <a:pt x="1945932" y="770191"/>
                  </a:lnTo>
                  <a:lnTo>
                    <a:pt x="1934997" y="762762"/>
                  </a:lnTo>
                  <a:lnTo>
                    <a:pt x="1935975" y="759764"/>
                  </a:lnTo>
                  <a:lnTo>
                    <a:pt x="1924786" y="753122"/>
                  </a:lnTo>
                  <a:lnTo>
                    <a:pt x="1913534" y="746645"/>
                  </a:lnTo>
                  <a:lnTo>
                    <a:pt x="1926767" y="747026"/>
                  </a:lnTo>
                  <a:lnTo>
                    <a:pt x="1929307" y="739292"/>
                  </a:lnTo>
                  <a:lnTo>
                    <a:pt x="1943150" y="737806"/>
                  </a:lnTo>
                  <a:lnTo>
                    <a:pt x="1935086" y="721575"/>
                  </a:lnTo>
                  <a:lnTo>
                    <a:pt x="1926932" y="705650"/>
                  </a:lnTo>
                  <a:lnTo>
                    <a:pt x="1918766" y="689737"/>
                  </a:lnTo>
                  <a:lnTo>
                    <a:pt x="1908708" y="679653"/>
                  </a:lnTo>
                  <a:lnTo>
                    <a:pt x="1898637" y="669569"/>
                  </a:lnTo>
                  <a:lnTo>
                    <a:pt x="1894713" y="681558"/>
                  </a:lnTo>
                  <a:lnTo>
                    <a:pt x="1904898" y="691286"/>
                  </a:lnTo>
                  <a:lnTo>
                    <a:pt x="1900859" y="703643"/>
                  </a:lnTo>
                  <a:lnTo>
                    <a:pt x="1890369" y="694867"/>
                  </a:lnTo>
                  <a:lnTo>
                    <a:pt x="1893176" y="686295"/>
                  </a:lnTo>
                  <a:lnTo>
                    <a:pt x="1882686" y="677494"/>
                  </a:lnTo>
                  <a:lnTo>
                    <a:pt x="1889848" y="655586"/>
                  </a:lnTo>
                  <a:lnTo>
                    <a:pt x="1883244" y="634911"/>
                  </a:lnTo>
                  <a:lnTo>
                    <a:pt x="1882838" y="636143"/>
                  </a:lnTo>
                  <a:lnTo>
                    <a:pt x="1871649" y="629500"/>
                  </a:lnTo>
                  <a:lnTo>
                    <a:pt x="1876628" y="614235"/>
                  </a:lnTo>
                  <a:lnTo>
                    <a:pt x="1866201" y="605269"/>
                  </a:lnTo>
                  <a:lnTo>
                    <a:pt x="1868932" y="596912"/>
                  </a:lnTo>
                  <a:lnTo>
                    <a:pt x="1859051" y="586270"/>
                  </a:lnTo>
                  <a:lnTo>
                    <a:pt x="1857413" y="591286"/>
                  </a:lnTo>
                  <a:lnTo>
                    <a:pt x="1845424" y="587082"/>
                  </a:lnTo>
                  <a:lnTo>
                    <a:pt x="1833727" y="581990"/>
                  </a:lnTo>
                  <a:lnTo>
                    <a:pt x="1821738" y="577786"/>
                  </a:lnTo>
                  <a:lnTo>
                    <a:pt x="1824469" y="569429"/>
                  </a:lnTo>
                  <a:lnTo>
                    <a:pt x="1848612" y="577316"/>
                  </a:lnTo>
                  <a:lnTo>
                    <a:pt x="1851342" y="568947"/>
                  </a:lnTo>
                  <a:lnTo>
                    <a:pt x="1837042" y="530948"/>
                  </a:lnTo>
                  <a:lnTo>
                    <a:pt x="1829892" y="511949"/>
                  </a:lnTo>
                  <a:lnTo>
                    <a:pt x="1826602" y="521982"/>
                  </a:lnTo>
                  <a:lnTo>
                    <a:pt x="1817814" y="508000"/>
                  </a:lnTo>
                  <a:lnTo>
                    <a:pt x="1822183" y="494614"/>
                  </a:lnTo>
                  <a:lnTo>
                    <a:pt x="1815960" y="472795"/>
                  </a:lnTo>
                  <a:lnTo>
                    <a:pt x="1820773" y="458050"/>
                  </a:lnTo>
                  <a:lnTo>
                    <a:pt x="1813102" y="440613"/>
                  </a:lnTo>
                  <a:lnTo>
                    <a:pt x="1805647" y="422554"/>
                  </a:lnTo>
                  <a:lnTo>
                    <a:pt x="1797316" y="407162"/>
                  </a:lnTo>
                  <a:lnTo>
                    <a:pt x="1788464" y="393344"/>
                  </a:lnTo>
                  <a:lnTo>
                    <a:pt x="1779422" y="380136"/>
                  </a:lnTo>
                  <a:lnTo>
                    <a:pt x="1770468" y="366636"/>
                  </a:lnTo>
                  <a:lnTo>
                    <a:pt x="1776831" y="347154"/>
                  </a:lnTo>
                  <a:lnTo>
                    <a:pt x="1767344" y="335292"/>
                  </a:lnTo>
                  <a:lnTo>
                    <a:pt x="1772069" y="320865"/>
                  </a:lnTo>
                  <a:lnTo>
                    <a:pt x="1760537" y="315252"/>
                  </a:lnTo>
                  <a:lnTo>
                    <a:pt x="1759445" y="318592"/>
                  </a:lnTo>
                  <a:lnTo>
                    <a:pt x="1747380" y="314642"/>
                  </a:lnTo>
                  <a:lnTo>
                    <a:pt x="1526679" y="990219"/>
                  </a:lnTo>
                  <a:lnTo>
                    <a:pt x="1539735" y="991133"/>
                  </a:lnTo>
                  <a:lnTo>
                    <a:pt x="1556677" y="939279"/>
                  </a:lnTo>
                  <a:lnTo>
                    <a:pt x="1565986" y="951687"/>
                  </a:lnTo>
                  <a:lnTo>
                    <a:pt x="1575485" y="963472"/>
                  </a:lnTo>
                  <a:lnTo>
                    <a:pt x="1573136" y="970686"/>
                  </a:lnTo>
                  <a:lnTo>
                    <a:pt x="1583055" y="981214"/>
                  </a:lnTo>
                  <a:lnTo>
                    <a:pt x="1603108" y="1001623"/>
                  </a:lnTo>
                  <a:lnTo>
                    <a:pt x="1611147" y="1017930"/>
                  </a:lnTo>
                  <a:lnTo>
                    <a:pt x="1619288" y="1033919"/>
                  </a:lnTo>
                  <a:lnTo>
                    <a:pt x="1639646" y="1053388"/>
                  </a:lnTo>
                  <a:lnTo>
                    <a:pt x="1659204" y="1075321"/>
                  </a:lnTo>
                  <a:lnTo>
                    <a:pt x="1678711" y="1097394"/>
                  </a:lnTo>
                  <a:lnTo>
                    <a:pt x="1698320" y="1119162"/>
                  </a:lnTo>
                  <a:lnTo>
                    <a:pt x="1718183" y="1140155"/>
                  </a:lnTo>
                  <a:lnTo>
                    <a:pt x="1738922" y="1158468"/>
                  </a:lnTo>
                  <a:lnTo>
                    <a:pt x="1760118" y="1175372"/>
                  </a:lnTo>
                  <a:lnTo>
                    <a:pt x="1769554" y="1187399"/>
                  </a:lnTo>
                  <a:lnTo>
                    <a:pt x="1802333" y="1209763"/>
                  </a:lnTo>
                  <a:lnTo>
                    <a:pt x="1837321" y="1225359"/>
                  </a:lnTo>
                  <a:lnTo>
                    <a:pt x="1885607" y="1241132"/>
                  </a:lnTo>
                  <a:lnTo>
                    <a:pt x="1898218" y="1243406"/>
                  </a:lnTo>
                  <a:lnTo>
                    <a:pt x="1922437" y="1251077"/>
                  </a:lnTo>
                  <a:lnTo>
                    <a:pt x="1934984" y="1253566"/>
                  </a:lnTo>
                  <a:lnTo>
                    <a:pt x="1960422" y="1257477"/>
                  </a:lnTo>
                  <a:lnTo>
                    <a:pt x="1975027" y="1253680"/>
                  </a:lnTo>
                  <a:lnTo>
                    <a:pt x="1989886" y="1249108"/>
                  </a:lnTo>
                  <a:lnTo>
                    <a:pt x="2031466" y="1244523"/>
                  </a:lnTo>
                  <a:lnTo>
                    <a:pt x="2046325" y="1239939"/>
                  </a:lnTo>
                  <a:lnTo>
                    <a:pt x="2076284" y="1229995"/>
                  </a:lnTo>
                  <a:lnTo>
                    <a:pt x="2118753" y="1222692"/>
                  </a:lnTo>
                  <a:close/>
                </a:path>
              </a:pathLst>
            </a:custGeom>
            <a:solidFill>
              <a:srgbClr val="2B12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34948" y="756680"/>
            <a:ext cx="1001839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2620" algn="l"/>
                <a:tab pos="5307330" algn="l"/>
              </a:tabLst>
            </a:pPr>
            <a:r>
              <a:rPr dirty="0" sz="7200" spc="700"/>
              <a:t>TRIAGE	</a:t>
            </a:r>
            <a:r>
              <a:rPr dirty="0" sz="7200" spc="780"/>
              <a:t>-	</a:t>
            </a:r>
            <a:r>
              <a:rPr dirty="0" sz="7200" spc="420"/>
              <a:t>RELEASE</a:t>
            </a:r>
            <a:endParaRPr sz="7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7493" y="2663329"/>
            <a:ext cx="13830300" cy="59150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4141068" y="2836786"/>
            <a:ext cx="4029075" cy="43898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163988" y="7840014"/>
            <a:ext cx="2118995" cy="2446655"/>
          </a:xfrm>
          <a:custGeom>
            <a:avLst/>
            <a:gdLst/>
            <a:ahLst/>
            <a:cxnLst/>
            <a:rect l="l" t="t" r="r" b="b"/>
            <a:pathLst>
              <a:path w="2118994" h="2446654">
                <a:moveTo>
                  <a:pt x="708888" y="1121486"/>
                </a:moveTo>
                <a:lnTo>
                  <a:pt x="701497" y="1103185"/>
                </a:lnTo>
                <a:lnTo>
                  <a:pt x="696810" y="1117549"/>
                </a:lnTo>
                <a:lnTo>
                  <a:pt x="708888" y="1121486"/>
                </a:lnTo>
                <a:close/>
              </a:path>
              <a:path w="2118994" h="2446654">
                <a:moveTo>
                  <a:pt x="860196" y="1483829"/>
                </a:moveTo>
                <a:lnTo>
                  <a:pt x="856234" y="1473276"/>
                </a:lnTo>
                <a:lnTo>
                  <a:pt x="852855" y="1466608"/>
                </a:lnTo>
                <a:lnTo>
                  <a:pt x="851141" y="1460500"/>
                </a:lnTo>
                <a:lnTo>
                  <a:pt x="840041" y="1466138"/>
                </a:lnTo>
                <a:lnTo>
                  <a:pt x="838911" y="1463916"/>
                </a:lnTo>
                <a:lnTo>
                  <a:pt x="835571" y="1462824"/>
                </a:lnTo>
                <a:lnTo>
                  <a:pt x="834440" y="1460601"/>
                </a:lnTo>
                <a:lnTo>
                  <a:pt x="829995" y="1462849"/>
                </a:lnTo>
                <a:lnTo>
                  <a:pt x="818870" y="1462913"/>
                </a:lnTo>
                <a:lnTo>
                  <a:pt x="822248" y="1469580"/>
                </a:lnTo>
                <a:lnTo>
                  <a:pt x="827849" y="1475105"/>
                </a:lnTo>
                <a:lnTo>
                  <a:pt x="831227" y="1481772"/>
                </a:lnTo>
                <a:lnTo>
                  <a:pt x="838974" y="1482623"/>
                </a:lnTo>
                <a:lnTo>
                  <a:pt x="860196" y="1483829"/>
                </a:lnTo>
                <a:close/>
              </a:path>
              <a:path w="2118994" h="2446654">
                <a:moveTo>
                  <a:pt x="869543" y="1529461"/>
                </a:moveTo>
                <a:lnTo>
                  <a:pt x="868476" y="1529397"/>
                </a:lnTo>
                <a:lnTo>
                  <a:pt x="868565" y="1529689"/>
                </a:lnTo>
                <a:lnTo>
                  <a:pt x="869543" y="1529461"/>
                </a:lnTo>
                <a:close/>
              </a:path>
              <a:path w="2118994" h="2446654">
                <a:moveTo>
                  <a:pt x="997165" y="1756308"/>
                </a:moveTo>
                <a:lnTo>
                  <a:pt x="982548" y="1733016"/>
                </a:lnTo>
                <a:lnTo>
                  <a:pt x="981456" y="1736369"/>
                </a:lnTo>
                <a:lnTo>
                  <a:pt x="976477" y="1740293"/>
                </a:lnTo>
                <a:lnTo>
                  <a:pt x="973162" y="1744764"/>
                </a:lnTo>
                <a:lnTo>
                  <a:pt x="972642" y="1752003"/>
                </a:lnTo>
                <a:lnTo>
                  <a:pt x="971003" y="1757019"/>
                </a:lnTo>
                <a:lnTo>
                  <a:pt x="970495" y="1764258"/>
                </a:lnTo>
                <a:lnTo>
                  <a:pt x="997165" y="1756308"/>
                </a:lnTo>
                <a:close/>
              </a:path>
              <a:path w="2118994" h="2446654">
                <a:moveTo>
                  <a:pt x="1519593" y="1506677"/>
                </a:moveTo>
                <a:lnTo>
                  <a:pt x="1515694" y="1507261"/>
                </a:lnTo>
                <a:lnTo>
                  <a:pt x="1511249" y="1509509"/>
                </a:lnTo>
                <a:lnTo>
                  <a:pt x="1507363" y="1510093"/>
                </a:lnTo>
                <a:lnTo>
                  <a:pt x="1509039" y="1510639"/>
                </a:lnTo>
                <a:lnTo>
                  <a:pt x="1510157" y="1512862"/>
                </a:lnTo>
                <a:lnTo>
                  <a:pt x="1511833" y="1513408"/>
                </a:lnTo>
                <a:lnTo>
                  <a:pt x="1514602" y="1510601"/>
                </a:lnTo>
                <a:lnTo>
                  <a:pt x="1516824" y="1509483"/>
                </a:lnTo>
                <a:lnTo>
                  <a:pt x="1519593" y="1506677"/>
                </a:lnTo>
                <a:close/>
              </a:path>
              <a:path w="2118994" h="2446654">
                <a:moveTo>
                  <a:pt x="1524698" y="1168704"/>
                </a:moveTo>
                <a:lnTo>
                  <a:pt x="1524584" y="1160221"/>
                </a:lnTo>
                <a:lnTo>
                  <a:pt x="1522526" y="1166495"/>
                </a:lnTo>
                <a:lnTo>
                  <a:pt x="1524698" y="1168704"/>
                </a:lnTo>
                <a:close/>
              </a:path>
              <a:path w="2118994" h="2446654">
                <a:moveTo>
                  <a:pt x="1531607" y="1302308"/>
                </a:moveTo>
                <a:lnTo>
                  <a:pt x="1523873" y="1285087"/>
                </a:lnTo>
                <a:lnTo>
                  <a:pt x="1514182" y="1314729"/>
                </a:lnTo>
                <a:lnTo>
                  <a:pt x="1512697" y="1319276"/>
                </a:lnTo>
                <a:lnTo>
                  <a:pt x="1523288" y="1327772"/>
                </a:lnTo>
                <a:lnTo>
                  <a:pt x="1531607" y="1302308"/>
                </a:lnTo>
                <a:close/>
              </a:path>
              <a:path w="2118994" h="2446654">
                <a:moveTo>
                  <a:pt x="1531988" y="1440370"/>
                </a:moveTo>
                <a:lnTo>
                  <a:pt x="1530477" y="1411503"/>
                </a:lnTo>
                <a:lnTo>
                  <a:pt x="1529524" y="1402537"/>
                </a:lnTo>
                <a:lnTo>
                  <a:pt x="1520901" y="1420088"/>
                </a:lnTo>
                <a:lnTo>
                  <a:pt x="1518285" y="1429880"/>
                </a:lnTo>
                <a:lnTo>
                  <a:pt x="1521904" y="1435455"/>
                </a:lnTo>
                <a:lnTo>
                  <a:pt x="1531988" y="1440370"/>
                </a:lnTo>
                <a:close/>
              </a:path>
              <a:path w="2118994" h="2446654">
                <a:moveTo>
                  <a:pt x="1532470" y="1336840"/>
                </a:moveTo>
                <a:lnTo>
                  <a:pt x="1529118" y="1335747"/>
                </a:lnTo>
                <a:lnTo>
                  <a:pt x="1526895" y="1336878"/>
                </a:lnTo>
                <a:lnTo>
                  <a:pt x="1523555" y="1335786"/>
                </a:lnTo>
                <a:lnTo>
                  <a:pt x="1519936" y="1380883"/>
                </a:lnTo>
                <a:lnTo>
                  <a:pt x="1529626" y="1371066"/>
                </a:lnTo>
                <a:lnTo>
                  <a:pt x="1531429" y="1359877"/>
                </a:lnTo>
                <a:lnTo>
                  <a:pt x="1530616" y="1348181"/>
                </a:lnTo>
                <a:lnTo>
                  <a:pt x="1532470" y="1336840"/>
                </a:lnTo>
                <a:close/>
              </a:path>
              <a:path w="2118994" h="2446654">
                <a:moveTo>
                  <a:pt x="1532559" y="1176718"/>
                </a:moveTo>
                <a:lnTo>
                  <a:pt x="1524698" y="1168704"/>
                </a:lnTo>
                <a:lnTo>
                  <a:pt x="1525104" y="1199502"/>
                </a:lnTo>
                <a:lnTo>
                  <a:pt x="1532559" y="1176718"/>
                </a:lnTo>
                <a:close/>
              </a:path>
              <a:path w="2118994" h="2446654">
                <a:moveTo>
                  <a:pt x="1546402" y="1702447"/>
                </a:moveTo>
                <a:lnTo>
                  <a:pt x="1544193" y="1688934"/>
                </a:lnTo>
                <a:lnTo>
                  <a:pt x="1542554" y="1675257"/>
                </a:lnTo>
                <a:lnTo>
                  <a:pt x="1539951" y="1648485"/>
                </a:lnTo>
                <a:lnTo>
                  <a:pt x="1538274" y="1647939"/>
                </a:lnTo>
                <a:lnTo>
                  <a:pt x="1534375" y="1648523"/>
                </a:lnTo>
                <a:lnTo>
                  <a:pt x="1532166" y="1649653"/>
                </a:lnTo>
                <a:lnTo>
                  <a:pt x="1534845" y="1663319"/>
                </a:lnTo>
                <a:lnTo>
                  <a:pt x="1533093" y="1677263"/>
                </a:lnTo>
                <a:lnTo>
                  <a:pt x="1532496" y="1690903"/>
                </a:lnTo>
                <a:lnTo>
                  <a:pt x="1538617" y="1703603"/>
                </a:lnTo>
                <a:lnTo>
                  <a:pt x="1542503" y="1703019"/>
                </a:lnTo>
                <a:lnTo>
                  <a:pt x="1544180" y="1703565"/>
                </a:lnTo>
                <a:lnTo>
                  <a:pt x="1546402" y="1702447"/>
                </a:lnTo>
                <a:close/>
              </a:path>
              <a:path w="2118994" h="2446654">
                <a:moveTo>
                  <a:pt x="1756664" y="286207"/>
                </a:moveTo>
                <a:lnTo>
                  <a:pt x="1746364" y="276821"/>
                </a:lnTo>
                <a:lnTo>
                  <a:pt x="1748967" y="268884"/>
                </a:lnTo>
                <a:lnTo>
                  <a:pt x="1739900" y="255739"/>
                </a:lnTo>
                <a:lnTo>
                  <a:pt x="1742909" y="246532"/>
                </a:lnTo>
                <a:lnTo>
                  <a:pt x="1734604" y="231038"/>
                </a:lnTo>
                <a:lnTo>
                  <a:pt x="1738071" y="220421"/>
                </a:lnTo>
                <a:lnTo>
                  <a:pt x="1728444" y="209003"/>
                </a:lnTo>
                <a:lnTo>
                  <a:pt x="1705000" y="198970"/>
                </a:lnTo>
                <a:lnTo>
                  <a:pt x="1712099" y="177228"/>
                </a:lnTo>
                <a:lnTo>
                  <a:pt x="1700034" y="173278"/>
                </a:lnTo>
                <a:lnTo>
                  <a:pt x="1699488" y="174955"/>
                </a:lnTo>
                <a:lnTo>
                  <a:pt x="1690509" y="161518"/>
                </a:lnTo>
                <a:lnTo>
                  <a:pt x="1698891" y="135877"/>
                </a:lnTo>
                <a:lnTo>
                  <a:pt x="1686814" y="131927"/>
                </a:lnTo>
                <a:lnTo>
                  <a:pt x="1678165" y="158407"/>
                </a:lnTo>
                <a:lnTo>
                  <a:pt x="1669618" y="143675"/>
                </a:lnTo>
                <a:lnTo>
                  <a:pt x="1661185" y="128612"/>
                </a:lnTo>
                <a:lnTo>
                  <a:pt x="1664855" y="117348"/>
                </a:lnTo>
                <a:lnTo>
                  <a:pt x="1639074" y="114477"/>
                </a:lnTo>
                <a:lnTo>
                  <a:pt x="1614119" y="109105"/>
                </a:lnTo>
                <a:lnTo>
                  <a:pt x="1601216" y="107670"/>
                </a:lnTo>
                <a:lnTo>
                  <a:pt x="1590243" y="100380"/>
                </a:lnTo>
                <a:lnTo>
                  <a:pt x="1591335" y="97040"/>
                </a:lnTo>
                <a:lnTo>
                  <a:pt x="1587106" y="69100"/>
                </a:lnTo>
                <a:lnTo>
                  <a:pt x="1566595" y="50076"/>
                </a:lnTo>
                <a:lnTo>
                  <a:pt x="1544040" y="37325"/>
                </a:lnTo>
                <a:lnTo>
                  <a:pt x="1533664" y="28206"/>
                </a:lnTo>
                <a:lnTo>
                  <a:pt x="1521942" y="23190"/>
                </a:lnTo>
                <a:lnTo>
                  <a:pt x="1509039" y="21780"/>
                </a:lnTo>
                <a:lnTo>
                  <a:pt x="1495259" y="23063"/>
                </a:lnTo>
                <a:lnTo>
                  <a:pt x="1484299" y="15722"/>
                </a:lnTo>
                <a:lnTo>
                  <a:pt x="1471383" y="14338"/>
                </a:lnTo>
                <a:lnTo>
                  <a:pt x="1457655" y="15468"/>
                </a:lnTo>
                <a:lnTo>
                  <a:pt x="1432166" y="11709"/>
                </a:lnTo>
                <a:lnTo>
                  <a:pt x="1418767" y="11811"/>
                </a:lnTo>
                <a:lnTo>
                  <a:pt x="1393151" y="8445"/>
                </a:lnTo>
                <a:lnTo>
                  <a:pt x="1379499" y="9347"/>
                </a:lnTo>
                <a:lnTo>
                  <a:pt x="1353718" y="6451"/>
                </a:lnTo>
                <a:lnTo>
                  <a:pt x="1248943" y="0"/>
                </a:lnTo>
                <a:lnTo>
                  <a:pt x="1243482" y="16700"/>
                </a:lnTo>
                <a:lnTo>
                  <a:pt x="1229766" y="17792"/>
                </a:lnTo>
                <a:lnTo>
                  <a:pt x="1232496" y="9436"/>
                </a:lnTo>
                <a:lnTo>
                  <a:pt x="1219885" y="7162"/>
                </a:lnTo>
                <a:lnTo>
                  <a:pt x="1190218" y="97955"/>
                </a:lnTo>
                <a:lnTo>
                  <a:pt x="1171194" y="115303"/>
                </a:lnTo>
                <a:lnTo>
                  <a:pt x="1132840" y="232702"/>
                </a:lnTo>
                <a:lnTo>
                  <a:pt x="1131887" y="276517"/>
                </a:lnTo>
                <a:lnTo>
                  <a:pt x="1084072" y="422871"/>
                </a:lnTo>
                <a:lnTo>
                  <a:pt x="1083906" y="464273"/>
                </a:lnTo>
                <a:lnTo>
                  <a:pt x="1071778" y="501421"/>
                </a:lnTo>
                <a:lnTo>
                  <a:pt x="1071854" y="542036"/>
                </a:lnTo>
                <a:lnTo>
                  <a:pt x="1059649" y="579424"/>
                </a:lnTo>
                <a:lnTo>
                  <a:pt x="1059586" y="661441"/>
                </a:lnTo>
                <a:lnTo>
                  <a:pt x="1047369" y="698817"/>
                </a:lnTo>
                <a:lnTo>
                  <a:pt x="1048778" y="735393"/>
                </a:lnTo>
                <a:lnTo>
                  <a:pt x="1038123" y="768019"/>
                </a:lnTo>
                <a:lnTo>
                  <a:pt x="1039545" y="804583"/>
                </a:lnTo>
                <a:lnTo>
                  <a:pt x="1028877" y="837209"/>
                </a:lnTo>
                <a:lnTo>
                  <a:pt x="1026350" y="1008570"/>
                </a:lnTo>
                <a:lnTo>
                  <a:pt x="1003084" y="1284249"/>
                </a:lnTo>
                <a:lnTo>
                  <a:pt x="1011224" y="1341132"/>
                </a:lnTo>
                <a:lnTo>
                  <a:pt x="1003642" y="1446136"/>
                </a:lnTo>
                <a:lnTo>
                  <a:pt x="1012012" y="1502295"/>
                </a:lnTo>
                <a:lnTo>
                  <a:pt x="1008341" y="1554441"/>
                </a:lnTo>
                <a:lnTo>
                  <a:pt x="1007389" y="1598244"/>
                </a:lnTo>
                <a:lnTo>
                  <a:pt x="1018667" y="1645526"/>
                </a:lnTo>
                <a:lnTo>
                  <a:pt x="1017333" y="1731416"/>
                </a:lnTo>
                <a:lnTo>
                  <a:pt x="1020152" y="1804555"/>
                </a:lnTo>
                <a:lnTo>
                  <a:pt x="1009942" y="1794916"/>
                </a:lnTo>
                <a:lnTo>
                  <a:pt x="1011504" y="1790153"/>
                </a:lnTo>
                <a:lnTo>
                  <a:pt x="1000785" y="1782076"/>
                </a:lnTo>
                <a:lnTo>
                  <a:pt x="989952" y="1774317"/>
                </a:lnTo>
                <a:lnTo>
                  <a:pt x="985583" y="1787702"/>
                </a:lnTo>
                <a:lnTo>
                  <a:pt x="976350" y="1775053"/>
                </a:lnTo>
                <a:lnTo>
                  <a:pt x="976172" y="1775599"/>
                </a:lnTo>
                <a:lnTo>
                  <a:pt x="962596" y="1776285"/>
                </a:lnTo>
                <a:lnTo>
                  <a:pt x="970724" y="1751380"/>
                </a:lnTo>
                <a:lnTo>
                  <a:pt x="960843" y="1740738"/>
                </a:lnTo>
                <a:lnTo>
                  <a:pt x="964526" y="1729473"/>
                </a:lnTo>
                <a:lnTo>
                  <a:pt x="956081" y="1714423"/>
                </a:lnTo>
                <a:lnTo>
                  <a:pt x="959612" y="1703628"/>
                </a:lnTo>
                <a:lnTo>
                  <a:pt x="950912" y="1689354"/>
                </a:lnTo>
                <a:lnTo>
                  <a:pt x="952690" y="1683893"/>
                </a:lnTo>
                <a:lnTo>
                  <a:pt x="942047" y="1675587"/>
                </a:lnTo>
                <a:lnTo>
                  <a:pt x="943368" y="1671535"/>
                </a:lnTo>
                <a:lnTo>
                  <a:pt x="932776" y="1663065"/>
                </a:lnTo>
                <a:lnTo>
                  <a:pt x="925931" y="1643126"/>
                </a:lnTo>
                <a:lnTo>
                  <a:pt x="919695" y="1621294"/>
                </a:lnTo>
                <a:lnTo>
                  <a:pt x="912850" y="1601355"/>
                </a:lnTo>
                <a:lnTo>
                  <a:pt x="892086" y="1583118"/>
                </a:lnTo>
                <a:lnTo>
                  <a:pt x="893724" y="1578102"/>
                </a:lnTo>
                <a:lnTo>
                  <a:pt x="887399" y="1556588"/>
                </a:lnTo>
                <a:lnTo>
                  <a:pt x="868984" y="1531137"/>
                </a:lnTo>
                <a:lnTo>
                  <a:pt x="868565" y="1529689"/>
                </a:lnTo>
                <a:lnTo>
                  <a:pt x="855103" y="1532763"/>
                </a:lnTo>
                <a:lnTo>
                  <a:pt x="838708" y="1542046"/>
                </a:lnTo>
                <a:lnTo>
                  <a:pt x="836650" y="1548345"/>
                </a:lnTo>
                <a:lnTo>
                  <a:pt x="826757" y="1537703"/>
                </a:lnTo>
                <a:lnTo>
                  <a:pt x="817968" y="1523720"/>
                </a:lnTo>
                <a:lnTo>
                  <a:pt x="830783" y="1525397"/>
                </a:lnTo>
                <a:lnTo>
                  <a:pt x="843546" y="1527225"/>
                </a:lnTo>
                <a:lnTo>
                  <a:pt x="856411" y="1528737"/>
                </a:lnTo>
                <a:lnTo>
                  <a:pt x="868476" y="1529397"/>
                </a:lnTo>
                <a:lnTo>
                  <a:pt x="856322" y="1488109"/>
                </a:lnTo>
                <a:lnTo>
                  <a:pt x="842606" y="1489189"/>
                </a:lnTo>
                <a:lnTo>
                  <a:pt x="835507" y="1510944"/>
                </a:lnTo>
                <a:lnTo>
                  <a:pt x="823569" y="1506575"/>
                </a:lnTo>
                <a:lnTo>
                  <a:pt x="824522" y="1503654"/>
                </a:lnTo>
                <a:lnTo>
                  <a:pt x="815047" y="1491754"/>
                </a:lnTo>
                <a:lnTo>
                  <a:pt x="821740" y="1471269"/>
                </a:lnTo>
                <a:lnTo>
                  <a:pt x="810768" y="1463979"/>
                </a:lnTo>
                <a:lnTo>
                  <a:pt x="813638" y="1455191"/>
                </a:lnTo>
                <a:lnTo>
                  <a:pt x="802792" y="1447482"/>
                </a:lnTo>
                <a:lnTo>
                  <a:pt x="804024" y="1443723"/>
                </a:lnTo>
                <a:lnTo>
                  <a:pt x="793178" y="1436014"/>
                </a:lnTo>
                <a:lnTo>
                  <a:pt x="806729" y="1435430"/>
                </a:lnTo>
                <a:lnTo>
                  <a:pt x="808050" y="1431378"/>
                </a:lnTo>
                <a:lnTo>
                  <a:pt x="821550" y="1430959"/>
                </a:lnTo>
                <a:lnTo>
                  <a:pt x="823341" y="1425498"/>
                </a:lnTo>
                <a:lnTo>
                  <a:pt x="834580" y="1431975"/>
                </a:lnTo>
                <a:lnTo>
                  <a:pt x="826122" y="1457883"/>
                </a:lnTo>
                <a:lnTo>
                  <a:pt x="834440" y="1460601"/>
                </a:lnTo>
                <a:lnTo>
                  <a:pt x="838187" y="1461820"/>
                </a:lnTo>
                <a:lnTo>
                  <a:pt x="843457" y="1445691"/>
                </a:lnTo>
                <a:lnTo>
                  <a:pt x="835609" y="1428813"/>
                </a:lnTo>
                <a:lnTo>
                  <a:pt x="827252" y="1413497"/>
                </a:lnTo>
                <a:lnTo>
                  <a:pt x="819467" y="1396453"/>
                </a:lnTo>
                <a:lnTo>
                  <a:pt x="823290" y="1384744"/>
                </a:lnTo>
                <a:lnTo>
                  <a:pt x="813079" y="1375117"/>
                </a:lnTo>
                <a:lnTo>
                  <a:pt x="813955" y="1372438"/>
                </a:lnTo>
                <a:lnTo>
                  <a:pt x="801331" y="1370164"/>
                </a:lnTo>
                <a:lnTo>
                  <a:pt x="790943" y="1401953"/>
                </a:lnTo>
                <a:lnTo>
                  <a:pt x="781799" y="1389049"/>
                </a:lnTo>
                <a:lnTo>
                  <a:pt x="789711" y="1364843"/>
                </a:lnTo>
                <a:lnTo>
                  <a:pt x="806246" y="1355115"/>
                </a:lnTo>
                <a:lnTo>
                  <a:pt x="807339" y="1351762"/>
                </a:lnTo>
                <a:lnTo>
                  <a:pt x="797458" y="1341132"/>
                </a:lnTo>
                <a:lnTo>
                  <a:pt x="794727" y="1349489"/>
                </a:lnTo>
                <a:lnTo>
                  <a:pt x="778281" y="1358938"/>
                </a:lnTo>
                <a:lnTo>
                  <a:pt x="764565" y="1360004"/>
                </a:lnTo>
                <a:lnTo>
                  <a:pt x="765657" y="1356664"/>
                </a:lnTo>
                <a:lnTo>
                  <a:pt x="754138" y="1351051"/>
                </a:lnTo>
                <a:lnTo>
                  <a:pt x="767842" y="1349971"/>
                </a:lnTo>
                <a:lnTo>
                  <a:pt x="768946" y="1346631"/>
                </a:lnTo>
                <a:lnTo>
                  <a:pt x="782650" y="1345552"/>
                </a:lnTo>
                <a:lnTo>
                  <a:pt x="790308" y="1322133"/>
                </a:lnTo>
                <a:lnTo>
                  <a:pt x="785228" y="1296771"/>
                </a:lnTo>
                <a:lnTo>
                  <a:pt x="776732" y="1281887"/>
                </a:lnTo>
                <a:lnTo>
                  <a:pt x="768223" y="1267002"/>
                </a:lnTo>
                <a:lnTo>
                  <a:pt x="763612" y="1240243"/>
                </a:lnTo>
                <a:lnTo>
                  <a:pt x="747382" y="1208125"/>
                </a:lnTo>
                <a:lnTo>
                  <a:pt x="734809" y="1246606"/>
                </a:lnTo>
                <a:lnTo>
                  <a:pt x="724789" y="1236383"/>
                </a:lnTo>
                <a:lnTo>
                  <a:pt x="726846" y="1230109"/>
                </a:lnTo>
                <a:lnTo>
                  <a:pt x="716813" y="1219898"/>
                </a:lnTo>
                <a:lnTo>
                  <a:pt x="721347" y="1206042"/>
                </a:lnTo>
                <a:lnTo>
                  <a:pt x="711847" y="1194206"/>
                </a:lnTo>
                <a:lnTo>
                  <a:pt x="717727" y="1176223"/>
                </a:lnTo>
                <a:lnTo>
                  <a:pt x="702919" y="1180642"/>
                </a:lnTo>
                <a:lnTo>
                  <a:pt x="703605" y="1178547"/>
                </a:lnTo>
                <a:lnTo>
                  <a:pt x="691108" y="1175905"/>
                </a:lnTo>
                <a:lnTo>
                  <a:pt x="694105" y="1166710"/>
                </a:lnTo>
                <a:lnTo>
                  <a:pt x="710438" y="1157630"/>
                </a:lnTo>
                <a:lnTo>
                  <a:pt x="714895" y="1143990"/>
                </a:lnTo>
                <a:lnTo>
                  <a:pt x="707796" y="1124826"/>
                </a:lnTo>
                <a:lnTo>
                  <a:pt x="694664" y="1164983"/>
                </a:lnTo>
                <a:lnTo>
                  <a:pt x="682599" y="1161046"/>
                </a:lnTo>
                <a:lnTo>
                  <a:pt x="701497" y="1103185"/>
                </a:lnTo>
                <a:lnTo>
                  <a:pt x="694118" y="1084897"/>
                </a:lnTo>
                <a:lnTo>
                  <a:pt x="686574" y="1067066"/>
                </a:lnTo>
                <a:lnTo>
                  <a:pt x="681405" y="1054849"/>
                </a:lnTo>
                <a:lnTo>
                  <a:pt x="681405" y="1082890"/>
                </a:lnTo>
                <a:lnTo>
                  <a:pt x="679221" y="1089583"/>
                </a:lnTo>
                <a:lnTo>
                  <a:pt x="665518" y="1090650"/>
                </a:lnTo>
                <a:lnTo>
                  <a:pt x="653440" y="1086713"/>
                </a:lnTo>
                <a:lnTo>
                  <a:pt x="658291" y="1071867"/>
                </a:lnTo>
                <a:lnTo>
                  <a:pt x="648538" y="1060831"/>
                </a:lnTo>
                <a:lnTo>
                  <a:pt x="651205" y="1052664"/>
                </a:lnTo>
                <a:lnTo>
                  <a:pt x="661365" y="1062456"/>
                </a:lnTo>
                <a:lnTo>
                  <a:pt x="672592" y="1069009"/>
                </a:lnTo>
                <a:lnTo>
                  <a:pt x="670979" y="1073924"/>
                </a:lnTo>
                <a:lnTo>
                  <a:pt x="681405" y="1082890"/>
                </a:lnTo>
                <a:lnTo>
                  <a:pt x="681405" y="1054849"/>
                </a:lnTo>
                <a:lnTo>
                  <a:pt x="679043" y="1049248"/>
                </a:lnTo>
                <a:lnTo>
                  <a:pt x="663346" y="1015479"/>
                </a:lnTo>
                <a:lnTo>
                  <a:pt x="646734" y="984542"/>
                </a:lnTo>
                <a:lnTo>
                  <a:pt x="645083" y="989609"/>
                </a:lnTo>
                <a:lnTo>
                  <a:pt x="631253" y="991057"/>
                </a:lnTo>
                <a:lnTo>
                  <a:pt x="629285" y="997064"/>
                </a:lnTo>
                <a:lnTo>
                  <a:pt x="614946" y="1000074"/>
                </a:lnTo>
                <a:lnTo>
                  <a:pt x="631926" y="948080"/>
                </a:lnTo>
                <a:lnTo>
                  <a:pt x="631037" y="947343"/>
                </a:lnTo>
                <a:lnTo>
                  <a:pt x="621449" y="939253"/>
                </a:lnTo>
                <a:lnTo>
                  <a:pt x="625830" y="925868"/>
                </a:lnTo>
                <a:lnTo>
                  <a:pt x="603326" y="912952"/>
                </a:lnTo>
                <a:lnTo>
                  <a:pt x="592074" y="906500"/>
                </a:lnTo>
                <a:lnTo>
                  <a:pt x="595617" y="895629"/>
                </a:lnTo>
                <a:lnTo>
                  <a:pt x="585736" y="884999"/>
                </a:lnTo>
                <a:lnTo>
                  <a:pt x="586828" y="881646"/>
                </a:lnTo>
                <a:lnTo>
                  <a:pt x="573659" y="881049"/>
                </a:lnTo>
                <a:lnTo>
                  <a:pt x="579628" y="862774"/>
                </a:lnTo>
                <a:lnTo>
                  <a:pt x="570407" y="850125"/>
                </a:lnTo>
                <a:lnTo>
                  <a:pt x="572935" y="842365"/>
                </a:lnTo>
                <a:lnTo>
                  <a:pt x="586778" y="840892"/>
                </a:lnTo>
                <a:lnTo>
                  <a:pt x="588962" y="834212"/>
                </a:lnTo>
                <a:lnTo>
                  <a:pt x="574713" y="836955"/>
                </a:lnTo>
                <a:lnTo>
                  <a:pt x="573062" y="841971"/>
                </a:lnTo>
                <a:lnTo>
                  <a:pt x="558812" y="844727"/>
                </a:lnTo>
                <a:lnTo>
                  <a:pt x="572477" y="802894"/>
                </a:lnTo>
                <a:lnTo>
                  <a:pt x="559473" y="801801"/>
                </a:lnTo>
                <a:lnTo>
                  <a:pt x="558279" y="805434"/>
                </a:lnTo>
                <a:lnTo>
                  <a:pt x="544715" y="806069"/>
                </a:lnTo>
                <a:lnTo>
                  <a:pt x="551065" y="786650"/>
                </a:lnTo>
                <a:lnTo>
                  <a:pt x="545553" y="762622"/>
                </a:lnTo>
                <a:lnTo>
                  <a:pt x="535025" y="753922"/>
                </a:lnTo>
                <a:lnTo>
                  <a:pt x="537933" y="745032"/>
                </a:lnTo>
                <a:lnTo>
                  <a:pt x="527418" y="736333"/>
                </a:lnTo>
                <a:lnTo>
                  <a:pt x="529056" y="731329"/>
                </a:lnTo>
                <a:lnTo>
                  <a:pt x="542226" y="731913"/>
                </a:lnTo>
                <a:lnTo>
                  <a:pt x="531609" y="723519"/>
                </a:lnTo>
                <a:lnTo>
                  <a:pt x="520992" y="715111"/>
                </a:lnTo>
                <a:lnTo>
                  <a:pt x="501243" y="693762"/>
                </a:lnTo>
                <a:lnTo>
                  <a:pt x="482625" y="668959"/>
                </a:lnTo>
                <a:lnTo>
                  <a:pt x="476846" y="645756"/>
                </a:lnTo>
                <a:lnTo>
                  <a:pt x="480225" y="635406"/>
                </a:lnTo>
                <a:lnTo>
                  <a:pt x="469696" y="626757"/>
                </a:lnTo>
                <a:lnTo>
                  <a:pt x="457923" y="621868"/>
                </a:lnTo>
                <a:lnTo>
                  <a:pt x="445541" y="618871"/>
                </a:lnTo>
                <a:lnTo>
                  <a:pt x="433120" y="616013"/>
                </a:lnTo>
                <a:lnTo>
                  <a:pt x="421817" y="609727"/>
                </a:lnTo>
                <a:lnTo>
                  <a:pt x="411937" y="599033"/>
                </a:lnTo>
                <a:lnTo>
                  <a:pt x="416433" y="585292"/>
                </a:lnTo>
                <a:lnTo>
                  <a:pt x="429602" y="585876"/>
                </a:lnTo>
                <a:lnTo>
                  <a:pt x="418172" y="579958"/>
                </a:lnTo>
                <a:lnTo>
                  <a:pt x="394919" y="569341"/>
                </a:lnTo>
                <a:lnTo>
                  <a:pt x="395566" y="567359"/>
                </a:lnTo>
                <a:lnTo>
                  <a:pt x="373913" y="551840"/>
                </a:lnTo>
                <a:lnTo>
                  <a:pt x="326517" y="533349"/>
                </a:lnTo>
                <a:lnTo>
                  <a:pt x="275628" y="525513"/>
                </a:lnTo>
                <a:lnTo>
                  <a:pt x="236207" y="523519"/>
                </a:lnTo>
                <a:lnTo>
                  <a:pt x="222732" y="523862"/>
                </a:lnTo>
                <a:lnTo>
                  <a:pt x="184556" y="518007"/>
                </a:lnTo>
                <a:lnTo>
                  <a:pt x="158610" y="515645"/>
                </a:lnTo>
                <a:lnTo>
                  <a:pt x="132765" y="512953"/>
                </a:lnTo>
                <a:lnTo>
                  <a:pt x="106984" y="510108"/>
                </a:lnTo>
                <a:lnTo>
                  <a:pt x="93941" y="509117"/>
                </a:lnTo>
                <a:lnTo>
                  <a:pt x="80441" y="509549"/>
                </a:lnTo>
                <a:lnTo>
                  <a:pt x="78295" y="516102"/>
                </a:lnTo>
                <a:lnTo>
                  <a:pt x="63106" y="521703"/>
                </a:lnTo>
                <a:lnTo>
                  <a:pt x="16281" y="665060"/>
                </a:lnTo>
                <a:lnTo>
                  <a:pt x="9194" y="850328"/>
                </a:lnTo>
                <a:lnTo>
                  <a:pt x="0" y="1001166"/>
                </a:lnTo>
                <a:lnTo>
                  <a:pt x="9169" y="1054900"/>
                </a:lnTo>
                <a:lnTo>
                  <a:pt x="6210" y="1104861"/>
                </a:lnTo>
                <a:lnTo>
                  <a:pt x="14744" y="1160538"/>
                </a:lnTo>
                <a:lnTo>
                  <a:pt x="11150" y="1212418"/>
                </a:lnTo>
                <a:lnTo>
                  <a:pt x="19634" y="1268247"/>
                </a:lnTo>
                <a:lnTo>
                  <a:pt x="16090" y="1319987"/>
                </a:lnTo>
                <a:lnTo>
                  <a:pt x="24714" y="1375397"/>
                </a:lnTo>
                <a:lnTo>
                  <a:pt x="21399" y="1426438"/>
                </a:lnTo>
                <a:lnTo>
                  <a:pt x="47447" y="1592097"/>
                </a:lnTo>
                <a:lnTo>
                  <a:pt x="44170" y="1643024"/>
                </a:lnTo>
                <a:lnTo>
                  <a:pt x="61836" y="1752549"/>
                </a:lnTo>
                <a:lnTo>
                  <a:pt x="72974" y="1800225"/>
                </a:lnTo>
                <a:lnTo>
                  <a:pt x="72237" y="1843405"/>
                </a:lnTo>
                <a:lnTo>
                  <a:pt x="106540" y="1983778"/>
                </a:lnTo>
                <a:lnTo>
                  <a:pt x="110451" y="2053564"/>
                </a:lnTo>
                <a:lnTo>
                  <a:pt x="124383" y="2092718"/>
                </a:lnTo>
                <a:lnTo>
                  <a:pt x="126453" y="2127300"/>
                </a:lnTo>
                <a:lnTo>
                  <a:pt x="194360" y="2410180"/>
                </a:lnTo>
                <a:lnTo>
                  <a:pt x="209334" y="2446159"/>
                </a:lnTo>
                <a:lnTo>
                  <a:pt x="556717" y="2446147"/>
                </a:lnTo>
                <a:lnTo>
                  <a:pt x="547331" y="2433955"/>
                </a:lnTo>
                <a:lnTo>
                  <a:pt x="540931" y="2412682"/>
                </a:lnTo>
                <a:lnTo>
                  <a:pt x="542569" y="2407653"/>
                </a:lnTo>
                <a:lnTo>
                  <a:pt x="534593" y="2391168"/>
                </a:lnTo>
                <a:lnTo>
                  <a:pt x="542785" y="2366073"/>
                </a:lnTo>
                <a:lnTo>
                  <a:pt x="534822" y="2349576"/>
                </a:lnTo>
                <a:lnTo>
                  <a:pt x="538416" y="2338578"/>
                </a:lnTo>
                <a:lnTo>
                  <a:pt x="530987" y="2326144"/>
                </a:lnTo>
                <a:lnTo>
                  <a:pt x="530987" y="2361298"/>
                </a:lnTo>
                <a:lnTo>
                  <a:pt x="514540" y="2370734"/>
                </a:lnTo>
                <a:lnTo>
                  <a:pt x="512356" y="2377427"/>
                </a:lnTo>
                <a:lnTo>
                  <a:pt x="502526" y="2366632"/>
                </a:lnTo>
                <a:lnTo>
                  <a:pt x="507822" y="2350427"/>
                </a:lnTo>
                <a:lnTo>
                  <a:pt x="522744" y="2345639"/>
                </a:lnTo>
                <a:lnTo>
                  <a:pt x="520560" y="2352332"/>
                </a:lnTo>
                <a:lnTo>
                  <a:pt x="530987" y="2361298"/>
                </a:lnTo>
                <a:lnTo>
                  <a:pt x="530987" y="2326144"/>
                </a:lnTo>
                <a:lnTo>
                  <a:pt x="529780" y="2324112"/>
                </a:lnTo>
                <a:lnTo>
                  <a:pt x="533120" y="2313876"/>
                </a:lnTo>
                <a:lnTo>
                  <a:pt x="524332" y="2299868"/>
                </a:lnTo>
                <a:lnTo>
                  <a:pt x="521690" y="2267064"/>
                </a:lnTo>
                <a:lnTo>
                  <a:pt x="504329" y="2197519"/>
                </a:lnTo>
                <a:lnTo>
                  <a:pt x="489610" y="2160765"/>
                </a:lnTo>
                <a:lnTo>
                  <a:pt x="479450" y="2069185"/>
                </a:lnTo>
                <a:lnTo>
                  <a:pt x="464235" y="2033981"/>
                </a:lnTo>
                <a:lnTo>
                  <a:pt x="450380" y="1912810"/>
                </a:lnTo>
                <a:lnTo>
                  <a:pt x="447230" y="1881517"/>
                </a:lnTo>
                <a:lnTo>
                  <a:pt x="428675" y="1815630"/>
                </a:lnTo>
                <a:lnTo>
                  <a:pt x="425538" y="1784350"/>
                </a:lnTo>
                <a:lnTo>
                  <a:pt x="414782" y="1735467"/>
                </a:lnTo>
                <a:lnTo>
                  <a:pt x="416102" y="1690535"/>
                </a:lnTo>
                <a:lnTo>
                  <a:pt x="404482" y="1603425"/>
                </a:lnTo>
                <a:lnTo>
                  <a:pt x="397738" y="1583169"/>
                </a:lnTo>
                <a:lnTo>
                  <a:pt x="396316" y="1546606"/>
                </a:lnTo>
                <a:lnTo>
                  <a:pt x="401650" y="1530286"/>
                </a:lnTo>
                <a:lnTo>
                  <a:pt x="414388" y="1573098"/>
                </a:lnTo>
                <a:lnTo>
                  <a:pt x="420878" y="1594116"/>
                </a:lnTo>
                <a:lnTo>
                  <a:pt x="427532" y="1614652"/>
                </a:lnTo>
                <a:lnTo>
                  <a:pt x="445452" y="1641602"/>
                </a:lnTo>
                <a:lnTo>
                  <a:pt x="451243" y="1664754"/>
                </a:lnTo>
                <a:lnTo>
                  <a:pt x="457149" y="1687601"/>
                </a:lnTo>
                <a:lnTo>
                  <a:pt x="475373" y="1713598"/>
                </a:lnTo>
                <a:lnTo>
                  <a:pt x="488124" y="1756333"/>
                </a:lnTo>
                <a:lnTo>
                  <a:pt x="563346" y="1894166"/>
                </a:lnTo>
                <a:lnTo>
                  <a:pt x="596125" y="1957412"/>
                </a:lnTo>
                <a:lnTo>
                  <a:pt x="612648" y="1988642"/>
                </a:lnTo>
                <a:lnTo>
                  <a:pt x="629323" y="2019401"/>
                </a:lnTo>
                <a:lnTo>
                  <a:pt x="657834" y="2054783"/>
                </a:lnTo>
                <a:lnTo>
                  <a:pt x="674446" y="2085759"/>
                </a:lnTo>
                <a:lnTo>
                  <a:pt x="703224" y="2120354"/>
                </a:lnTo>
                <a:lnTo>
                  <a:pt x="728370" y="2166074"/>
                </a:lnTo>
                <a:lnTo>
                  <a:pt x="736815" y="2181123"/>
                </a:lnTo>
                <a:lnTo>
                  <a:pt x="745363" y="2195855"/>
                </a:lnTo>
                <a:lnTo>
                  <a:pt x="754062" y="2210130"/>
                </a:lnTo>
                <a:lnTo>
                  <a:pt x="784720" y="2238946"/>
                </a:lnTo>
                <a:lnTo>
                  <a:pt x="803630" y="2262886"/>
                </a:lnTo>
                <a:lnTo>
                  <a:pt x="822731" y="2286203"/>
                </a:lnTo>
                <a:lnTo>
                  <a:pt x="841946" y="2309203"/>
                </a:lnTo>
                <a:lnTo>
                  <a:pt x="863244" y="2325763"/>
                </a:lnTo>
                <a:lnTo>
                  <a:pt x="872693" y="2337752"/>
                </a:lnTo>
                <a:lnTo>
                  <a:pt x="894613" y="2352446"/>
                </a:lnTo>
                <a:lnTo>
                  <a:pt x="905078" y="2361298"/>
                </a:lnTo>
                <a:lnTo>
                  <a:pt x="928357" y="2371852"/>
                </a:lnTo>
                <a:lnTo>
                  <a:pt x="940066" y="2376894"/>
                </a:lnTo>
                <a:lnTo>
                  <a:pt x="964057" y="2385250"/>
                </a:lnTo>
                <a:lnTo>
                  <a:pt x="975880" y="2389987"/>
                </a:lnTo>
                <a:lnTo>
                  <a:pt x="987945" y="2393924"/>
                </a:lnTo>
                <a:lnTo>
                  <a:pt x="989037" y="2390584"/>
                </a:lnTo>
                <a:lnTo>
                  <a:pt x="1004379" y="2384539"/>
                </a:lnTo>
                <a:lnTo>
                  <a:pt x="1019606" y="2378811"/>
                </a:lnTo>
                <a:lnTo>
                  <a:pt x="1046708" y="2377656"/>
                </a:lnTo>
                <a:lnTo>
                  <a:pt x="1061427" y="2373490"/>
                </a:lnTo>
                <a:lnTo>
                  <a:pt x="1104519" y="2364257"/>
                </a:lnTo>
                <a:lnTo>
                  <a:pt x="1148753" y="2351570"/>
                </a:lnTo>
                <a:lnTo>
                  <a:pt x="1193596" y="2336990"/>
                </a:lnTo>
                <a:lnTo>
                  <a:pt x="1238542" y="2322106"/>
                </a:lnTo>
                <a:lnTo>
                  <a:pt x="1238783" y="2321369"/>
                </a:lnTo>
                <a:lnTo>
                  <a:pt x="1250950" y="2325014"/>
                </a:lnTo>
                <a:lnTo>
                  <a:pt x="1263218" y="2328354"/>
                </a:lnTo>
                <a:lnTo>
                  <a:pt x="1263777" y="2326652"/>
                </a:lnTo>
                <a:lnTo>
                  <a:pt x="1277264" y="2326259"/>
                </a:lnTo>
                <a:lnTo>
                  <a:pt x="1278991" y="2320975"/>
                </a:lnTo>
                <a:lnTo>
                  <a:pt x="1292987" y="2319020"/>
                </a:lnTo>
                <a:lnTo>
                  <a:pt x="1295019" y="2312797"/>
                </a:lnTo>
                <a:lnTo>
                  <a:pt x="1325079" y="2302586"/>
                </a:lnTo>
                <a:lnTo>
                  <a:pt x="1373517" y="2276995"/>
                </a:lnTo>
                <a:lnTo>
                  <a:pt x="1391500" y="2262848"/>
                </a:lnTo>
                <a:lnTo>
                  <a:pt x="1422120" y="2250922"/>
                </a:lnTo>
                <a:lnTo>
                  <a:pt x="1440967" y="2234107"/>
                </a:lnTo>
                <a:lnTo>
                  <a:pt x="1460855" y="2214156"/>
                </a:lnTo>
                <a:lnTo>
                  <a:pt x="1512570" y="2055850"/>
                </a:lnTo>
                <a:lnTo>
                  <a:pt x="1506423" y="2033765"/>
                </a:lnTo>
                <a:lnTo>
                  <a:pt x="1515160" y="2007006"/>
                </a:lnTo>
                <a:lnTo>
                  <a:pt x="1528330" y="2007590"/>
                </a:lnTo>
                <a:lnTo>
                  <a:pt x="1517269" y="2000542"/>
                </a:lnTo>
                <a:lnTo>
                  <a:pt x="1507401" y="1989874"/>
                </a:lnTo>
                <a:lnTo>
                  <a:pt x="1520037" y="1951189"/>
                </a:lnTo>
                <a:lnTo>
                  <a:pt x="1514614" y="1926882"/>
                </a:lnTo>
                <a:lnTo>
                  <a:pt x="1509344" y="1902104"/>
                </a:lnTo>
                <a:lnTo>
                  <a:pt x="1516253" y="1880958"/>
                </a:lnTo>
                <a:lnTo>
                  <a:pt x="1511147" y="1855711"/>
                </a:lnTo>
                <a:lnTo>
                  <a:pt x="1517154" y="1837321"/>
                </a:lnTo>
                <a:lnTo>
                  <a:pt x="1525955" y="1851291"/>
                </a:lnTo>
                <a:lnTo>
                  <a:pt x="1526501" y="1849628"/>
                </a:lnTo>
                <a:lnTo>
                  <a:pt x="1539113" y="1851888"/>
                </a:lnTo>
                <a:lnTo>
                  <a:pt x="1533055" y="1759597"/>
                </a:lnTo>
                <a:lnTo>
                  <a:pt x="1533055" y="1829536"/>
                </a:lnTo>
                <a:lnTo>
                  <a:pt x="1532509" y="1831213"/>
                </a:lnTo>
                <a:lnTo>
                  <a:pt x="1519885" y="1828952"/>
                </a:lnTo>
                <a:lnTo>
                  <a:pt x="1524215" y="1815719"/>
                </a:lnTo>
                <a:lnTo>
                  <a:pt x="1523695" y="1796859"/>
                </a:lnTo>
                <a:lnTo>
                  <a:pt x="1525409" y="1812061"/>
                </a:lnTo>
                <a:lnTo>
                  <a:pt x="1533055" y="1829536"/>
                </a:lnTo>
                <a:lnTo>
                  <a:pt x="1533055" y="1759597"/>
                </a:lnTo>
                <a:lnTo>
                  <a:pt x="1532407" y="1749729"/>
                </a:lnTo>
                <a:lnTo>
                  <a:pt x="1542249" y="1719605"/>
                </a:lnTo>
                <a:lnTo>
                  <a:pt x="1530172" y="1715655"/>
                </a:lnTo>
                <a:lnTo>
                  <a:pt x="1527492" y="1723872"/>
                </a:lnTo>
                <a:lnTo>
                  <a:pt x="1527492" y="1764766"/>
                </a:lnTo>
                <a:lnTo>
                  <a:pt x="1523174" y="1778000"/>
                </a:lnTo>
                <a:lnTo>
                  <a:pt x="1516519" y="1757476"/>
                </a:lnTo>
                <a:lnTo>
                  <a:pt x="1517611" y="1754136"/>
                </a:lnTo>
                <a:lnTo>
                  <a:pt x="1527492" y="1764766"/>
                </a:lnTo>
                <a:lnTo>
                  <a:pt x="1527492" y="1723872"/>
                </a:lnTo>
                <a:lnTo>
                  <a:pt x="1526349" y="1727365"/>
                </a:lnTo>
                <a:lnTo>
                  <a:pt x="1509471" y="1697266"/>
                </a:lnTo>
                <a:lnTo>
                  <a:pt x="1505572" y="1668297"/>
                </a:lnTo>
                <a:lnTo>
                  <a:pt x="1516367" y="1635252"/>
                </a:lnTo>
                <a:lnTo>
                  <a:pt x="1526260" y="1645869"/>
                </a:lnTo>
                <a:lnTo>
                  <a:pt x="1534121" y="1621790"/>
                </a:lnTo>
                <a:lnTo>
                  <a:pt x="1529143" y="1596123"/>
                </a:lnTo>
                <a:lnTo>
                  <a:pt x="1522387" y="1578038"/>
                </a:lnTo>
                <a:lnTo>
                  <a:pt x="1522387" y="1616837"/>
                </a:lnTo>
                <a:lnTo>
                  <a:pt x="1509217" y="1616227"/>
                </a:lnTo>
                <a:lnTo>
                  <a:pt x="1516253" y="1594688"/>
                </a:lnTo>
                <a:lnTo>
                  <a:pt x="1522387" y="1616837"/>
                </a:lnTo>
                <a:lnTo>
                  <a:pt x="1522387" y="1578038"/>
                </a:lnTo>
                <a:lnTo>
                  <a:pt x="1522018" y="1577047"/>
                </a:lnTo>
                <a:lnTo>
                  <a:pt x="1513649" y="1570583"/>
                </a:lnTo>
                <a:lnTo>
                  <a:pt x="1513649" y="1578800"/>
                </a:lnTo>
                <a:lnTo>
                  <a:pt x="1508620" y="1577162"/>
                </a:lnTo>
                <a:lnTo>
                  <a:pt x="1508074" y="1578825"/>
                </a:lnTo>
                <a:lnTo>
                  <a:pt x="1497101" y="1571536"/>
                </a:lnTo>
                <a:lnTo>
                  <a:pt x="1497647" y="1569872"/>
                </a:lnTo>
                <a:lnTo>
                  <a:pt x="1509306" y="1575066"/>
                </a:lnTo>
                <a:lnTo>
                  <a:pt x="1513649" y="1578800"/>
                </a:lnTo>
                <a:lnTo>
                  <a:pt x="1513649" y="1570583"/>
                </a:lnTo>
                <a:lnTo>
                  <a:pt x="1511350" y="1568792"/>
                </a:lnTo>
                <a:lnTo>
                  <a:pt x="1502232" y="1555813"/>
                </a:lnTo>
                <a:lnTo>
                  <a:pt x="1511300" y="1528038"/>
                </a:lnTo>
                <a:lnTo>
                  <a:pt x="1500873" y="1519085"/>
                </a:lnTo>
                <a:lnTo>
                  <a:pt x="1501419" y="1517408"/>
                </a:lnTo>
                <a:lnTo>
                  <a:pt x="1491792" y="1505991"/>
                </a:lnTo>
                <a:lnTo>
                  <a:pt x="1496263" y="1492288"/>
                </a:lnTo>
                <a:lnTo>
                  <a:pt x="1486014" y="1482750"/>
                </a:lnTo>
                <a:lnTo>
                  <a:pt x="1500276" y="1480007"/>
                </a:lnTo>
                <a:lnTo>
                  <a:pt x="1505915" y="1462747"/>
                </a:lnTo>
                <a:lnTo>
                  <a:pt x="1517815" y="1467218"/>
                </a:lnTo>
                <a:lnTo>
                  <a:pt x="1507807" y="1456944"/>
                </a:lnTo>
                <a:lnTo>
                  <a:pt x="1497901" y="1446377"/>
                </a:lnTo>
                <a:lnTo>
                  <a:pt x="1500276" y="1439100"/>
                </a:lnTo>
                <a:lnTo>
                  <a:pt x="1490891" y="1426946"/>
                </a:lnTo>
                <a:lnTo>
                  <a:pt x="1493431" y="1419161"/>
                </a:lnTo>
                <a:lnTo>
                  <a:pt x="1510804" y="1406893"/>
                </a:lnTo>
                <a:lnTo>
                  <a:pt x="1516621" y="1389062"/>
                </a:lnTo>
                <a:lnTo>
                  <a:pt x="1506258" y="1379905"/>
                </a:lnTo>
                <a:lnTo>
                  <a:pt x="1509471" y="1370063"/>
                </a:lnTo>
                <a:lnTo>
                  <a:pt x="1498498" y="1362773"/>
                </a:lnTo>
                <a:lnTo>
                  <a:pt x="1487957" y="1354124"/>
                </a:lnTo>
                <a:lnTo>
                  <a:pt x="1503908" y="1305306"/>
                </a:lnTo>
                <a:lnTo>
                  <a:pt x="1514182" y="1314729"/>
                </a:lnTo>
                <a:lnTo>
                  <a:pt x="1528000" y="1272438"/>
                </a:lnTo>
                <a:lnTo>
                  <a:pt x="1522082" y="1249667"/>
                </a:lnTo>
                <a:lnTo>
                  <a:pt x="1528229" y="1230845"/>
                </a:lnTo>
                <a:lnTo>
                  <a:pt x="1522310" y="1208087"/>
                </a:lnTo>
                <a:lnTo>
                  <a:pt x="1514246" y="1232763"/>
                </a:lnTo>
                <a:lnTo>
                  <a:pt x="1502714" y="1227137"/>
                </a:lnTo>
                <a:lnTo>
                  <a:pt x="1506423" y="1215796"/>
                </a:lnTo>
                <a:lnTo>
                  <a:pt x="1496517" y="1205217"/>
                </a:lnTo>
                <a:lnTo>
                  <a:pt x="1525511" y="1116469"/>
                </a:lnTo>
                <a:lnTo>
                  <a:pt x="1517434" y="1141222"/>
                </a:lnTo>
                <a:lnTo>
                  <a:pt x="1527314" y="1151851"/>
                </a:lnTo>
                <a:lnTo>
                  <a:pt x="1531543" y="1138923"/>
                </a:lnTo>
                <a:lnTo>
                  <a:pt x="1526374" y="1113840"/>
                </a:lnTo>
                <a:lnTo>
                  <a:pt x="1541894" y="1066330"/>
                </a:lnTo>
                <a:lnTo>
                  <a:pt x="1531937" y="1055928"/>
                </a:lnTo>
                <a:lnTo>
                  <a:pt x="1545805" y="1013472"/>
                </a:lnTo>
                <a:lnTo>
                  <a:pt x="1532089" y="1014552"/>
                </a:lnTo>
                <a:lnTo>
                  <a:pt x="1531543" y="1016228"/>
                </a:lnTo>
                <a:lnTo>
                  <a:pt x="1518373" y="1015631"/>
                </a:lnTo>
                <a:lnTo>
                  <a:pt x="1526679" y="990219"/>
                </a:lnTo>
                <a:lnTo>
                  <a:pt x="1756664" y="286207"/>
                </a:lnTo>
                <a:close/>
              </a:path>
              <a:path w="2118994" h="2446654">
                <a:moveTo>
                  <a:pt x="1838693" y="518528"/>
                </a:moveTo>
                <a:lnTo>
                  <a:pt x="1837575" y="516305"/>
                </a:lnTo>
                <a:lnTo>
                  <a:pt x="1835899" y="515759"/>
                </a:lnTo>
                <a:lnTo>
                  <a:pt x="1837029" y="517982"/>
                </a:lnTo>
                <a:lnTo>
                  <a:pt x="1838693" y="518528"/>
                </a:lnTo>
                <a:close/>
              </a:path>
              <a:path w="2118994" h="2446654">
                <a:moveTo>
                  <a:pt x="2118753" y="1222692"/>
                </a:moveTo>
                <a:lnTo>
                  <a:pt x="2118182" y="406501"/>
                </a:lnTo>
                <a:lnTo>
                  <a:pt x="2118017" y="161632"/>
                </a:lnTo>
                <a:lnTo>
                  <a:pt x="2105901" y="198716"/>
                </a:lnTo>
                <a:lnTo>
                  <a:pt x="2105736" y="240118"/>
                </a:lnTo>
                <a:lnTo>
                  <a:pt x="2093442" y="277736"/>
                </a:lnTo>
                <a:lnTo>
                  <a:pt x="2089505" y="330682"/>
                </a:lnTo>
                <a:lnTo>
                  <a:pt x="2073579" y="379450"/>
                </a:lnTo>
                <a:lnTo>
                  <a:pt x="2069744" y="432092"/>
                </a:lnTo>
                <a:lnTo>
                  <a:pt x="2053805" y="480860"/>
                </a:lnTo>
                <a:lnTo>
                  <a:pt x="2049868" y="533819"/>
                </a:lnTo>
                <a:lnTo>
                  <a:pt x="2028215" y="600113"/>
                </a:lnTo>
                <a:lnTo>
                  <a:pt x="2018220" y="671601"/>
                </a:lnTo>
                <a:lnTo>
                  <a:pt x="1989302" y="801014"/>
                </a:lnTo>
                <a:lnTo>
                  <a:pt x="1988210" y="804367"/>
                </a:lnTo>
                <a:lnTo>
                  <a:pt x="1979739" y="789393"/>
                </a:lnTo>
                <a:lnTo>
                  <a:pt x="1971167" y="774725"/>
                </a:lnTo>
                <a:lnTo>
                  <a:pt x="1950529" y="756119"/>
                </a:lnTo>
                <a:lnTo>
                  <a:pt x="1942058" y="741146"/>
                </a:lnTo>
                <a:lnTo>
                  <a:pt x="1937753" y="754316"/>
                </a:lnTo>
                <a:lnTo>
                  <a:pt x="1948103" y="763524"/>
                </a:lnTo>
                <a:lnTo>
                  <a:pt x="1945932" y="770191"/>
                </a:lnTo>
                <a:lnTo>
                  <a:pt x="1934997" y="762762"/>
                </a:lnTo>
                <a:lnTo>
                  <a:pt x="1935975" y="759764"/>
                </a:lnTo>
                <a:lnTo>
                  <a:pt x="1924786" y="753122"/>
                </a:lnTo>
                <a:lnTo>
                  <a:pt x="1913534" y="746645"/>
                </a:lnTo>
                <a:lnTo>
                  <a:pt x="1926767" y="747026"/>
                </a:lnTo>
                <a:lnTo>
                  <a:pt x="1929307" y="739292"/>
                </a:lnTo>
                <a:lnTo>
                  <a:pt x="1943150" y="737806"/>
                </a:lnTo>
                <a:lnTo>
                  <a:pt x="1935086" y="721575"/>
                </a:lnTo>
                <a:lnTo>
                  <a:pt x="1926932" y="705650"/>
                </a:lnTo>
                <a:lnTo>
                  <a:pt x="1918766" y="689737"/>
                </a:lnTo>
                <a:lnTo>
                  <a:pt x="1908708" y="679653"/>
                </a:lnTo>
                <a:lnTo>
                  <a:pt x="1898637" y="669569"/>
                </a:lnTo>
                <a:lnTo>
                  <a:pt x="1894713" y="681558"/>
                </a:lnTo>
                <a:lnTo>
                  <a:pt x="1904898" y="691286"/>
                </a:lnTo>
                <a:lnTo>
                  <a:pt x="1900859" y="703643"/>
                </a:lnTo>
                <a:lnTo>
                  <a:pt x="1890369" y="694867"/>
                </a:lnTo>
                <a:lnTo>
                  <a:pt x="1893176" y="686295"/>
                </a:lnTo>
                <a:lnTo>
                  <a:pt x="1882686" y="677494"/>
                </a:lnTo>
                <a:lnTo>
                  <a:pt x="1889848" y="655586"/>
                </a:lnTo>
                <a:lnTo>
                  <a:pt x="1883244" y="634911"/>
                </a:lnTo>
                <a:lnTo>
                  <a:pt x="1882838" y="636143"/>
                </a:lnTo>
                <a:lnTo>
                  <a:pt x="1871649" y="629500"/>
                </a:lnTo>
                <a:lnTo>
                  <a:pt x="1876628" y="614235"/>
                </a:lnTo>
                <a:lnTo>
                  <a:pt x="1866201" y="605269"/>
                </a:lnTo>
                <a:lnTo>
                  <a:pt x="1868932" y="596912"/>
                </a:lnTo>
                <a:lnTo>
                  <a:pt x="1859051" y="586270"/>
                </a:lnTo>
                <a:lnTo>
                  <a:pt x="1857413" y="591286"/>
                </a:lnTo>
                <a:lnTo>
                  <a:pt x="1845424" y="587082"/>
                </a:lnTo>
                <a:lnTo>
                  <a:pt x="1833727" y="581990"/>
                </a:lnTo>
                <a:lnTo>
                  <a:pt x="1821738" y="577786"/>
                </a:lnTo>
                <a:lnTo>
                  <a:pt x="1824469" y="569429"/>
                </a:lnTo>
                <a:lnTo>
                  <a:pt x="1848612" y="577316"/>
                </a:lnTo>
                <a:lnTo>
                  <a:pt x="1851342" y="568947"/>
                </a:lnTo>
                <a:lnTo>
                  <a:pt x="1837042" y="530948"/>
                </a:lnTo>
                <a:lnTo>
                  <a:pt x="1829892" y="511949"/>
                </a:lnTo>
                <a:lnTo>
                  <a:pt x="1826602" y="521982"/>
                </a:lnTo>
                <a:lnTo>
                  <a:pt x="1817814" y="508000"/>
                </a:lnTo>
                <a:lnTo>
                  <a:pt x="1822183" y="494614"/>
                </a:lnTo>
                <a:lnTo>
                  <a:pt x="1815960" y="472795"/>
                </a:lnTo>
                <a:lnTo>
                  <a:pt x="1820773" y="458050"/>
                </a:lnTo>
                <a:lnTo>
                  <a:pt x="1813102" y="440613"/>
                </a:lnTo>
                <a:lnTo>
                  <a:pt x="1805647" y="422554"/>
                </a:lnTo>
                <a:lnTo>
                  <a:pt x="1797316" y="407162"/>
                </a:lnTo>
                <a:lnTo>
                  <a:pt x="1788464" y="393344"/>
                </a:lnTo>
                <a:lnTo>
                  <a:pt x="1779422" y="380136"/>
                </a:lnTo>
                <a:lnTo>
                  <a:pt x="1770468" y="366636"/>
                </a:lnTo>
                <a:lnTo>
                  <a:pt x="1776831" y="347154"/>
                </a:lnTo>
                <a:lnTo>
                  <a:pt x="1767344" y="335292"/>
                </a:lnTo>
                <a:lnTo>
                  <a:pt x="1772069" y="320865"/>
                </a:lnTo>
                <a:lnTo>
                  <a:pt x="1760537" y="315252"/>
                </a:lnTo>
                <a:lnTo>
                  <a:pt x="1759445" y="318592"/>
                </a:lnTo>
                <a:lnTo>
                  <a:pt x="1747380" y="314642"/>
                </a:lnTo>
                <a:lnTo>
                  <a:pt x="1526679" y="990219"/>
                </a:lnTo>
                <a:lnTo>
                  <a:pt x="1539735" y="991133"/>
                </a:lnTo>
                <a:lnTo>
                  <a:pt x="1556677" y="939279"/>
                </a:lnTo>
                <a:lnTo>
                  <a:pt x="1565986" y="951687"/>
                </a:lnTo>
                <a:lnTo>
                  <a:pt x="1575485" y="963472"/>
                </a:lnTo>
                <a:lnTo>
                  <a:pt x="1573136" y="970686"/>
                </a:lnTo>
                <a:lnTo>
                  <a:pt x="1583055" y="981214"/>
                </a:lnTo>
                <a:lnTo>
                  <a:pt x="1603108" y="1001623"/>
                </a:lnTo>
                <a:lnTo>
                  <a:pt x="1611147" y="1017930"/>
                </a:lnTo>
                <a:lnTo>
                  <a:pt x="1619288" y="1033919"/>
                </a:lnTo>
                <a:lnTo>
                  <a:pt x="1639646" y="1053388"/>
                </a:lnTo>
                <a:lnTo>
                  <a:pt x="1659204" y="1075321"/>
                </a:lnTo>
                <a:lnTo>
                  <a:pt x="1678711" y="1097394"/>
                </a:lnTo>
                <a:lnTo>
                  <a:pt x="1698320" y="1119162"/>
                </a:lnTo>
                <a:lnTo>
                  <a:pt x="1718183" y="1140155"/>
                </a:lnTo>
                <a:lnTo>
                  <a:pt x="1738922" y="1158468"/>
                </a:lnTo>
                <a:lnTo>
                  <a:pt x="1760118" y="1175372"/>
                </a:lnTo>
                <a:lnTo>
                  <a:pt x="1769554" y="1187399"/>
                </a:lnTo>
                <a:lnTo>
                  <a:pt x="1802333" y="1209763"/>
                </a:lnTo>
                <a:lnTo>
                  <a:pt x="1837321" y="1225359"/>
                </a:lnTo>
                <a:lnTo>
                  <a:pt x="1885607" y="1241132"/>
                </a:lnTo>
                <a:lnTo>
                  <a:pt x="1898218" y="1243406"/>
                </a:lnTo>
                <a:lnTo>
                  <a:pt x="1922437" y="1251077"/>
                </a:lnTo>
                <a:lnTo>
                  <a:pt x="1934984" y="1253566"/>
                </a:lnTo>
                <a:lnTo>
                  <a:pt x="1960422" y="1257477"/>
                </a:lnTo>
                <a:lnTo>
                  <a:pt x="1975027" y="1253680"/>
                </a:lnTo>
                <a:lnTo>
                  <a:pt x="1989886" y="1249108"/>
                </a:lnTo>
                <a:lnTo>
                  <a:pt x="2031466" y="1244523"/>
                </a:lnTo>
                <a:lnTo>
                  <a:pt x="2046325" y="1239939"/>
                </a:lnTo>
                <a:lnTo>
                  <a:pt x="2076284" y="1229995"/>
                </a:lnTo>
                <a:lnTo>
                  <a:pt x="2118753" y="1222692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66" y="75"/>
            <a:ext cx="2707640" cy="2416810"/>
          </a:xfrm>
          <a:custGeom>
            <a:avLst/>
            <a:gdLst/>
            <a:ahLst/>
            <a:cxnLst/>
            <a:rect l="l" t="t" r="r" b="b"/>
            <a:pathLst>
              <a:path w="2707640" h="2416810">
                <a:moveTo>
                  <a:pt x="458431" y="1713738"/>
                </a:moveTo>
                <a:lnTo>
                  <a:pt x="457962" y="1711147"/>
                </a:lnTo>
                <a:lnTo>
                  <a:pt x="456438" y="1710080"/>
                </a:lnTo>
                <a:lnTo>
                  <a:pt x="456895" y="1712671"/>
                </a:lnTo>
                <a:lnTo>
                  <a:pt x="458431" y="1713738"/>
                </a:lnTo>
                <a:close/>
              </a:path>
              <a:path w="2707640" h="2416810">
                <a:moveTo>
                  <a:pt x="1043952" y="935850"/>
                </a:moveTo>
                <a:lnTo>
                  <a:pt x="1031125" y="942809"/>
                </a:lnTo>
                <a:lnTo>
                  <a:pt x="1025867" y="953566"/>
                </a:lnTo>
                <a:lnTo>
                  <a:pt x="1023099" y="965644"/>
                </a:lnTo>
                <a:lnTo>
                  <a:pt x="1017739" y="976553"/>
                </a:lnTo>
                <a:lnTo>
                  <a:pt x="1020800" y="978687"/>
                </a:lnTo>
                <a:lnTo>
                  <a:pt x="1023391" y="978242"/>
                </a:lnTo>
                <a:lnTo>
                  <a:pt x="1026452" y="980376"/>
                </a:lnTo>
                <a:lnTo>
                  <a:pt x="1043952" y="935850"/>
                </a:lnTo>
                <a:close/>
              </a:path>
              <a:path w="2707640" h="2416810">
                <a:moveTo>
                  <a:pt x="1060653" y="886802"/>
                </a:moveTo>
                <a:lnTo>
                  <a:pt x="1058697" y="880033"/>
                </a:lnTo>
                <a:lnTo>
                  <a:pt x="1049997" y="871956"/>
                </a:lnTo>
                <a:lnTo>
                  <a:pt x="1042657" y="901623"/>
                </a:lnTo>
                <a:lnTo>
                  <a:pt x="1040879" y="910983"/>
                </a:lnTo>
                <a:lnTo>
                  <a:pt x="1055001" y="895896"/>
                </a:lnTo>
                <a:lnTo>
                  <a:pt x="1060653" y="886802"/>
                </a:lnTo>
                <a:close/>
              </a:path>
              <a:path w="2707640" h="2416810">
                <a:moveTo>
                  <a:pt x="1096340" y="809002"/>
                </a:moveTo>
                <a:lnTo>
                  <a:pt x="1094803" y="807935"/>
                </a:lnTo>
                <a:lnTo>
                  <a:pt x="1094346" y="805345"/>
                </a:lnTo>
                <a:lnTo>
                  <a:pt x="1092822" y="804278"/>
                </a:lnTo>
                <a:lnTo>
                  <a:pt x="1089152" y="806246"/>
                </a:lnTo>
                <a:lnTo>
                  <a:pt x="1086561" y="806704"/>
                </a:lnTo>
                <a:lnTo>
                  <a:pt x="1082903" y="808685"/>
                </a:lnTo>
                <a:lnTo>
                  <a:pt x="1087018" y="809294"/>
                </a:lnTo>
                <a:lnTo>
                  <a:pt x="1092212" y="808393"/>
                </a:lnTo>
                <a:lnTo>
                  <a:pt x="1096340" y="809002"/>
                </a:lnTo>
                <a:close/>
              </a:path>
              <a:path w="2707640" h="2416810">
                <a:moveTo>
                  <a:pt x="1126363" y="618312"/>
                </a:moveTo>
                <a:lnTo>
                  <a:pt x="1124051" y="603567"/>
                </a:lnTo>
                <a:lnTo>
                  <a:pt x="1119936" y="602957"/>
                </a:lnTo>
                <a:lnTo>
                  <a:pt x="1118400" y="601891"/>
                </a:lnTo>
                <a:lnTo>
                  <a:pt x="1115809" y="602348"/>
                </a:lnTo>
                <a:lnTo>
                  <a:pt x="1113904" y="616699"/>
                </a:lnTo>
                <a:lnTo>
                  <a:pt x="1111377" y="631037"/>
                </a:lnTo>
                <a:lnTo>
                  <a:pt x="1105789" y="658926"/>
                </a:lnTo>
                <a:lnTo>
                  <a:pt x="1107325" y="659993"/>
                </a:lnTo>
                <a:lnTo>
                  <a:pt x="1111440" y="660603"/>
                </a:lnTo>
                <a:lnTo>
                  <a:pt x="1114044" y="660158"/>
                </a:lnTo>
                <a:lnTo>
                  <a:pt x="1115517" y="645502"/>
                </a:lnTo>
                <a:lnTo>
                  <a:pt x="1121562" y="631926"/>
                </a:lnTo>
                <a:lnTo>
                  <a:pt x="1126363" y="618312"/>
                </a:lnTo>
                <a:close/>
              </a:path>
              <a:path w="2707640" h="2416810">
                <a:moveTo>
                  <a:pt x="1164907" y="491363"/>
                </a:moveTo>
                <a:lnTo>
                  <a:pt x="1163739" y="493039"/>
                </a:lnTo>
                <a:lnTo>
                  <a:pt x="1163396" y="494741"/>
                </a:lnTo>
                <a:lnTo>
                  <a:pt x="1164907" y="491363"/>
                </a:lnTo>
                <a:close/>
              </a:path>
              <a:path w="2707640" h="2416810">
                <a:moveTo>
                  <a:pt x="1718157" y="717410"/>
                </a:moveTo>
                <a:lnTo>
                  <a:pt x="1688693" y="717232"/>
                </a:lnTo>
                <a:lnTo>
                  <a:pt x="1696351" y="745299"/>
                </a:lnTo>
                <a:lnTo>
                  <a:pt x="1698485" y="742251"/>
                </a:lnTo>
                <a:lnTo>
                  <a:pt x="1704746" y="739825"/>
                </a:lnTo>
                <a:lnTo>
                  <a:pt x="1709470" y="736320"/>
                </a:lnTo>
                <a:lnTo>
                  <a:pt x="1712214" y="729157"/>
                </a:lnTo>
                <a:lnTo>
                  <a:pt x="1715414" y="724585"/>
                </a:lnTo>
                <a:lnTo>
                  <a:pt x="1718157" y="717410"/>
                </a:lnTo>
                <a:close/>
              </a:path>
              <a:path w="2707640" h="2416810">
                <a:moveTo>
                  <a:pt x="1803577" y="1417091"/>
                </a:moveTo>
                <a:lnTo>
                  <a:pt x="1784477" y="1422247"/>
                </a:lnTo>
                <a:lnTo>
                  <a:pt x="1785175" y="1443380"/>
                </a:lnTo>
                <a:lnTo>
                  <a:pt x="1803577" y="1417091"/>
                </a:lnTo>
                <a:close/>
              </a:path>
              <a:path w="2707640" h="2416810">
                <a:moveTo>
                  <a:pt x="2374633" y="3441"/>
                </a:moveTo>
                <a:lnTo>
                  <a:pt x="2361539" y="0"/>
                </a:lnTo>
                <a:lnTo>
                  <a:pt x="2367229" y="5689"/>
                </a:lnTo>
                <a:lnTo>
                  <a:pt x="2373084" y="5664"/>
                </a:lnTo>
                <a:lnTo>
                  <a:pt x="2374633" y="3441"/>
                </a:lnTo>
                <a:close/>
              </a:path>
              <a:path w="2707640" h="2416810">
                <a:moveTo>
                  <a:pt x="2707043" y="148666"/>
                </a:moveTo>
                <a:lnTo>
                  <a:pt x="2700007" y="92278"/>
                </a:lnTo>
                <a:lnTo>
                  <a:pt x="2702776" y="44043"/>
                </a:lnTo>
                <a:lnTo>
                  <a:pt x="2699855" y="3924"/>
                </a:lnTo>
                <a:lnTo>
                  <a:pt x="2373084" y="5664"/>
                </a:lnTo>
                <a:lnTo>
                  <a:pt x="2370658" y="9131"/>
                </a:lnTo>
                <a:lnTo>
                  <a:pt x="2367229" y="5689"/>
                </a:lnTo>
                <a:lnTo>
                  <a:pt x="2357513" y="5740"/>
                </a:lnTo>
                <a:lnTo>
                  <a:pt x="2358491" y="26492"/>
                </a:lnTo>
                <a:lnTo>
                  <a:pt x="2346248" y="43992"/>
                </a:lnTo>
                <a:lnTo>
                  <a:pt x="2344597" y="68491"/>
                </a:lnTo>
                <a:lnTo>
                  <a:pt x="2343442" y="92278"/>
                </a:lnTo>
                <a:lnTo>
                  <a:pt x="2352598" y="123494"/>
                </a:lnTo>
                <a:lnTo>
                  <a:pt x="2350655" y="192709"/>
                </a:lnTo>
                <a:lnTo>
                  <a:pt x="2347455" y="197281"/>
                </a:lnTo>
                <a:lnTo>
                  <a:pt x="2349855" y="216001"/>
                </a:lnTo>
                <a:lnTo>
                  <a:pt x="2344255" y="246138"/>
                </a:lnTo>
                <a:lnTo>
                  <a:pt x="2343721" y="246900"/>
                </a:lnTo>
                <a:lnTo>
                  <a:pt x="2362657" y="241998"/>
                </a:lnTo>
                <a:lnTo>
                  <a:pt x="2366924" y="235902"/>
                </a:lnTo>
                <a:lnTo>
                  <a:pt x="2372969" y="249415"/>
                </a:lnTo>
                <a:lnTo>
                  <a:pt x="2357056" y="272135"/>
                </a:lnTo>
                <a:lnTo>
                  <a:pt x="2348788" y="261810"/>
                </a:lnTo>
                <a:lnTo>
                  <a:pt x="2350922" y="258762"/>
                </a:lnTo>
                <a:lnTo>
                  <a:pt x="2343721" y="246900"/>
                </a:lnTo>
                <a:lnTo>
                  <a:pt x="2336254" y="257568"/>
                </a:lnTo>
                <a:lnTo>
                  <a:pt x="2339632" y="274878"/>
                </a:lnTo>
                <a:lnTo>
                  <a:pt x="2332913" y="284480"/>
                </a:lnTo>
                <a:lnTo>
                  <a:pt x="2336800" y="301078"/>
                </a:lnTo>
                <a:lnTo>
                  <a:pt x="2330386" y="310248"/>
                </a:lnTo>
                <a:lnTo>
                  <a:pt x="2332786" y="351104"/>
                </a:lnTo>
                <a:lnTo>
                  <a:pt x="2327186" y="425538"/>
                </a:lnTo>
                <a:lnTo>
                  <a:pt x="2319185" y="459105"/>
                </a:lnTo>
                <a:lnTo>
                  <a:pt x="2323173" y="497700"/>
                </a:lnTo>
                <a:lnTo>
                  <a:pt x="2309939" y="560908"/>
                </a:lnTo>
                <a:lnTo>
                  <a:pt x="2313330" y="600354"/>
                </a:lnTo>
                <a:lnTo>
                  <a:pt x="2287727" y="725512"/>
                </a:lnTo>
                <a:lnTo>
                  <a:pt x="2291092" y="764984"/>
                </a:lnTo>
                <a:lnTo>
                  <a:pt x="2277427" y="828802"/>
                </a:lnTo>
                <a:lnTo>
                  <a:pt x="2280793" y="868286"/>
                </a:lnTo>
                <a:lnTo>
                  <a:pt x="2267826" y="886802"/>
                </a:lnTo>
                <a:lnTo>
                  <a:pt x="2259723" y="964819"/>
                </a:lnTo>
                <a:lnTo>
                  <a:pt x="2242921" y="1055255"/>
                </a:lnTo>
                <a:lnTo>
                  <a:pt x="2232520" y="1070114"/>
                </a:lnTo>
                <a:lnTo>
                  <a:pt x="2232520" y="1114399"/>
                </a:lnTo>
                <a:lnTo>
                  <a:pt x="2222119" y="1129258"/>
                </a:lnTo>
                <a:lnTo>
                  <a:pt x="2223579" y="1082878"/>
                </a:lnTo>
                <a:lnTo>
                  <a:pt x="2224062" y="1060043"/>
                </a:lnTo>
                <a:lnTo>
                  <a:pt x="2213838" y="1030351"/>
                </a:lnTo>
                <a:lnTo>
                  <a:pt x="2217445" y="980922"/>
                </a:lnTo>
                <a:lnTo>
                  <a:pt x="2208682" y="949134"/>
                </a:lnTo>
                <a:lnTo>
                  <a:pt x="2209838" y="925347"/>
                </a:lnTo>
                <a:lnTo>
                  <a:pt x="2200846" y="871753"/>
                </a:lnTo>
                <a:lnTo>
                  <a:pt x="2172474" y="712965"/>
                </a:lnTo>
                <a:lnTo>
                  <a:pt x="2161146" y="640588"/>
                </a:lnTo>
                <a:lnTo>
                  <a:pt x="2144814" y="597471"/>
                </a:lnTo>
                <a:lnTo>
                  <a:pt x="2138591" y="562063"/>
                </a:lnTo>
                <a:lnTo>
                  <a:pt x="2132812" y="526046"/>
                </a:lnTo>
                <a:lnTo>
                  <a:pt x="2116315" y="483171"/>
                </a:lnTo>
                <a:lnTo>
                  <a:pt x="2099627" y="440575"/>
                </a:lnTo>
                <a:lnTo>
                  <a:pt x="2093239" y="405409"/>
                </a:lnTo>
                <a:lnTo>
                  <a:pt x="2079612" y="380580"/>
                </a:lnTo>
                <a:lnTo>
                  <a:pt x="2068957" y="329361"/>
                </a:lnTo>
                <a:lnTo>
                  <a:pt x="2038007" y="262839"/>
                </a:lnTo>
                <a:lnTo>
                  <a:pt x="2027047" y="234226"/>
                </a:lnTo>
                <a:lnTo>
                  <a:pt x="2015871" y="205892"/>
                </a:lnTo>
                <a:lnTo>
                  <a:pt x="2000592" y="183426"/>
                </a:lnTo>
                <a:lnTo>
                  <a:pt x="1995322" y="168808"/>
                </a:lnTo>
                <a:lnTo>
                  <a:pt x="1978850" y="148043"/>
                </a:lnTo>
                <a:lnTo>
                  <a:pt x="1961184" y="129006"/>
                </a:lnTo>
                <a:lnTo>
                  <a:pt x="1952472" y="119291"/>
                </a:lnTo>
                <a:lnTo>
                  <a:pt x="1932368" y="103720"/>
                </a:lnTo>
                <a:lnTo>
                  <a:pt x="1911858" y="88722"/>
                </a:lnTo>
                <a:lnTo>
                  <a:pt x="1901952" y="80733"/>
                </a:lnTo>
                <a:lnTo>
                  <a:pt x="1891550" y="73444"/>
                </a:lnTo>
                <a:lnTo>
                  <a:pt x="1889417" y="76492"/>
                </a:lnTo>
                <a:lnTo>
                  <a:pt x="1872640" y="78308"/>
                </a:lnTo>
                <a:lnTo>
                  <a:pt x="1856066" y="79832"/>
                </a:lnTo>
                <a:lnTo>
                  <a:pt x="1830311" y="73710"/>
                </a:lnTo>
                <a:lnTo>
                  <a:pt x="1830311" y="1511782"/>
                </a:lnTo>
                <a:lnTo>
                  <a:pt x="1821878" y="1523834"/>
                </a:lnTo>
                <a:lnTo>
                  <a:pt x="1827060" y="1538566"/>
                </a:lnTo>
                <a:lnTo>
                  <a:pt x="1809991" y="1518666"/>
                </a:lnTo>
                <a:lnTo>
                  <a:pt x="1811655" y="1516291"/>
                </a:lnTo>
                <a:lnTo>
                  <a:pt x="1803323" y="1506054"/>
                </a:lnTo>
                <a:lnTo>
                  <a:pt x="1815058" y="1489290"/>
                </a:lnTo>
                <a:lnTo>
                  <a:pt x="1825459" y="1496568"/>
                </a:lnTo>
                <a:lnTo>
                  <a:pt x="1823326" y="1499616"/>
                </a:lnTo>
                <a:lnTo>
                  <a:pt x="1830311" y="1511782"/>
                </a:lnTo>
                <a:lnTo>
                  <a:pt x="1830311" y="73710"/>
                </a:lnTo>
                <a:lnTo>
                  <a:pt x="1829498" y="73507"/>
                </a:lnTo>
                <a:lnTo>
                  <a:pt x="1813928" y="73609"/>
                </a:lnTo>
                <a:lnTo>
                  <a:pt x="1796630" y="72593"/>
                </a:lnTo>
                <a:lnTo>
                  <a:pt x="1796630" y="1006271"/>
                </a:lnTo>
                <a:lnTo>
                  <a:pt x="1784769" y="1001064"/>
                </a:lnTo>
                <a:lnTo>
                  <a:pt x="1773021" y="995705"/>
                </a:lnTo>
                <a:lnTo>
                  <a:pt x="1761058" y="990638"/>
                </a:lnTo>
                <a:lnTo>
                  <a:pt x="1748612" y="986282"/>
                </a:lnTo>
                <a:lnTo>
                  <a:pt x="1763636" y="986967"/>
                </a:lnTo>
                <a:lnTo>
                  <a:pt x="1782470" y="982205"/>
                </a:lnTo>
                <a:lnTo>
                  <a:pt x="1786483" y="976464"/>
                </a:lnTo>
                <a:lnTo>
                  <a:pt x="1792630" y="989838"/>
                </a:lnTo>
                <a:lnTo>
                  <a:pt x="1796630" y="1006271"/>
                </a:lnTo>
                <a:lnTo>
                  <a:pt x="1796630" y="72593"/>
                </a:lnTo>
                <a:lnTo>
                  <a:pt x="1769275" y="70954"/>
                </a:lnTo>
                <a:lnTo>
                  <a:pt x="1712023" y="64160"/>
                </a:lnTo>
                <a:lnTo>
                  <a:pt x="1663966" y="66357"/>
                </a:lnTo>
                <a:lnTo>
                  <a:pt x="1626120" y="76136"/>
                </a:lnTo>
                <a:lnTo>
                  <a:pt x="1615236" y="69545"/>
                </a:lnTo>
                <a:lnTo>
                  <a:pt x="1604645" y="62522"/>
                </a:lnTo>
                <a:lnTo>
                  <a:pt x="1593862" y="55791"/>
                </a:lnTo>
                <a:lnTo>
                  <a:pt x="1592783" y="57327"/>
                </a:lnTo>
                <a:lnTo>
                  <a:pt x="1579600" y="54000"/>
                </a:lnTo>
                <a:lnTo>
                  <a:pt x="1576235" y="58813"/>
                </a:lnTo>
                <a:lnTo>
                  <a:pt x="1562061" y="56908"/>
                </a:lnTo>
                <a:lnTo>
                  <a:pt x="1547698" y="55295"/>
                </a:lnTo>
                <a:lnTo>
                  <a:pt x="1525752" y="64490"/>
                </a:lnTo>
                <a:lnTo>
                  <a:pt x="1470672" y="76746"/>
                </a:lnTo>
                <a:lnTo>
                  <a:pt x="1448727" y="85940"/>
                </a:lnTo>
                <a:lnTo>
                  <a:pt x="1381239" y="93776"/>
                </a:lnTo>
                <a:lnTo>
                  <a:pt x="1266799" y="235089"/>
                </a:lnTo>
                <a:lnTo>
                  <a:pt x="1265034" y="259765"/>
                </a:lnTo>
                <a:lnTo>
                  <a:pt x="1236395" y="300672"/>
                </a:lnTo>
                <a:lnTo>
                  <a:pt x="1223860" y="296443"/>
                </a:lnTo>
                <a:lnTo>
                  <a:pt x="1233271" y="305142"/>
                </a:lnTo>
                <a:lnTo>
                  <a:pt x="1242682" y="313842"/>
                </a:lnTo>
                <a:lnTo>
                  <a:pt x="1238402" y="319963"/>
                </a:lnTo>
                <a:lnTo>
                  <a:pt x="1242314" y="336511"/>
                </a:lnTo>
                <a:lnTo>
                  <a:pt x="1211135" y="381038"/>
                </a:lnTo>
                <a:lnTo>
                  <a:pt x="1208252" y="407301"/>
                </a:lnTo>
                <a:lnTo>
                  <a:pt x="1201991" y="460552"/>
                </a:lnTo>
                <a:lnTo>
                  <a:pt x="1194917" y="470649"/>
                </a:lnTo>
                <a:lnTo>
                  <a:pt x="1180630" y="468922"/>
                </a:lnTo>
                <a:lnTo>
                  <a:pt x="1186256" y="460883"/>
                </a:lnTo>
                <a:lnTo>
                  <a:pt x="1174775" y="455129"/>
                </a:lnTo>
                <a:lnTo>
                  <a:pt x="1173708" y="456653"/>
                </a:lnTo>
                <a:lnTo>
                  <a:pt x="1164907" y="491363"/>
                </a:lnTo>
                <a:lnTo>
                  <a:pt x="1176629" y="474611"/>
                </a:lnTo>
                <a:lnTo>
                  <a:pt x="1176477" y="496989"/>
                </a:lnTo>
                <a:lnTo>
                  <a:pt x="1165352" y="535038"/>
                </a:lnTo>
                <a:lnTo>
                  <a:pt x="1165186" y="557415"/>
                </a:lnTo>
                <a:lnTo>
                  <a:pt x="1164120" y="558939"/>
                </a:lnTo>
                <a:lnTo>
                  <a:pt x="1153706" y="551662"/>
                </a:lnTo>
                <a:lnTo>
                  <a:pt x="1159040" y="544042"/>
                </a:lnTo>
                <a:lnTo>
                  <a:pt x="1157274" y="524421"/>
                </a:lnTo>
                <a:lnTo>
                  <a:pt x="1163396" y="494741"/>
                </a:lnTo>
                <a:lnTo>
                  <a:pt x="1136904" y="553516"/>
                </a:lnTo>
                <a:lnTo>
                  <a:pt x="1128102" y="588238"/>
                </a:lnTo>
                <a:lnTo>
                  <a:pt x="1129169" y="586714"/>
                </a:lnTo>
                <a:lnTo>
                  <a:pt x="1139571" y="594004"/>
                </a:lnTo>
                <a:lnTo>
                  <a:pt x="1145971" y="584860"/>
                </a:lnTo>
                <a:lnTo>
                  <a:pt x="1152613" y="619658"/>
                </a:lnTo>
                <a:lnTo>
                  <a:pt x="1147051" y="649757"/>
                </a:lnTo>
                <a:lnTo>
                  <a:pt x="1126769" y="678726"/>
                </a:lnTo>
                <a:lnTo>
                  <a:pt x="1126769" y="700862"/>
                </a:lnTo>
                <a:lnTo>
                  <a:pt x="1126248" y="701611"/>
                </a:lnTo>
                <a:lnTo>
                  <a:pt x="1126248" y="745909"/>
                </a:lnTo>
                <a:lnTo>
                  <a:pt x="1123048" y="750481"/>
                </a:lnTo>
                <a:lnTo>
                  <a:pt x="1113434" y="742061"/>
                </a:lnTo>
                <a:lnTo>
                  <a:pt x="1110437" y="737120"/>
                </a:lnTo>
                <a:lnTo>
                  <a:pt x="1114767" y="740156"/>
                </a:lnTo>
                <a:lnTo>
                  <a:pt x="1116901" y="737120"/>
                </a:lnTo>
                <a:lnTo>
                  <a:pt x="1126248" y="745909"/>
                </a:lnTo>
                <a:lnTo>
                  <a:pt x="1126248" y="701611"/>
                </a:lnTo>
                <a:lnTo>
                  <a:pt x="1113040" y="720483"/>
                </a:lnTo>
                <a:lnTo>
                  <a:pt x="1114234" y="696633"/>
                </a:lnTo>
                <a:lnTo>
                  <a:pt x="1126769" y="700862"/>
                </a:lnTo>
                <a:lnTo>
                  <a:pt x="1126769" y="678726"/>
                </a:lnTo>
                <a:lnTo>
                  <a:pt x="1125969" y="679856"/>
                </a:lnTo>
                <a:lnTo>
                  <a:pt x="1119835" y="666483"/>
                </a:lnTo>
                <a:lnTo>
                  <a:pt x="1104480" y="688416"/>
                </a:lnTo>
                <a:lnTo>
                  <a:pt x="1101026" y="715492"/>
                </a:lnTo>
                <a:lnTo>
                  <a:pt x="1101788" y="736561"/>
                </a:lnTo>
                <a:lnTo>
                  <a:pt x="1119835" y="755053"/>
                </a:lnTo>
                <a:lnTo>
                  <a:pt x="1096365" y="788593"/>
                </a:lnTo>
                <a:lnTo>
                  <a:pt x="1103566" y="800442"/>
                </a:lnTo>
                <a:lnTo>
                  <a:pt x="1102499" y="801966"/>
                </a:lnTo>
                <a:lnTo>
                  <a:pt x="1108138" y="816063"/>
                </a:lnTo>
                <a:lnTo>
                  <a:pt x="1103566" y="822591"/>
                </a:lnTo>
                <a:lnTo>
                  <a:pt x="1109802" y="835825"/>
                </a:lnTo>
                <a:lnTo>
                  <a:pt x="1101966" y="847013"/>
                </a:lnTo>
                <a:lnTo>
                  <a:pt x="1090498" y="841260"/>
                </a:lnTo>
                <a:lnTo>
                  <a:pt x="1080566" y="855459"/>
                </a:lnTo>
                <a:lnTo>
                  <a:pt x="1070495" y="847699"/>
                </a:lnTo>
                <a:lnTo>
                  <a:pt x="1076858" y="860742"/>
                </a:lnTo>
                <a:lnTo>
                  <a:pt x="1083030" y="874077"/>
                </a:lnTo>
                <a:lnTo>
                  <a:pt x="1088809" y="887971"/>
                </a:lnTo>
                <a:lnTo>
                  <a:pt x="1093978" y="902741"/>
                </a:lnTo>
                <a:lnTo>
                  <a:pt x="1078598" y="902550"/>
                </a:lnTo>
                <a:lnTo>
                  <a:pt x="1057859" y="910031"/>
                </a:lnTo>
                <a:lnTo>
                  <a:pt x="1046492" y="926274"/>
                </a:lnTo>
                <a:lnTo>
                  <a:pt x="1056894" y="933551"/>
                </a:lnTo>
                <a:lnTo>
                  <a:pt x="1050226" y="943089"/>
                </a:lnTo>
                <a:lnTo>
                  <a:pt x="1057694" y="954557"/>
                </a:lnTo>
                <a:lnTo>
                  <a:pt x="1055560" y="957605"/>
                </a:lnTo>
                <a:lnTo>
                  <a:pt x="1062964" y="969175"/>
                </a:lnTo>
                <a:lnTo>
                  <a:pt x="1035316" y="1008659"/>
                </a:lnTo>
                <a:lnTo>
                  <a:pt x="1027823" y="997229"/>
                </a:lnTo>
                <a:lnTo>
                  <a:pt x="1030719" y="993089"/>
                </a:lnTo>
                <a:lnTo>
                  <a:pt x="1023823" y="980808"/>
                </a:lnTo>
                <a:lnTo>
                  <a:pt x="1013345" y="995756"/>
                </a:lnTo>
                <a:lnTo>
                  <a:pt x="1014476" y="1016292"/>
                </a:lnTo>
                <a:lnTo>
                  <a:pt x="1006017" y="1028382"/>
                </a:lnTo>
                <a:lnTo>
                  <a:pt x="1008341" y="1047191"/>
                </a:lnTo>
                <a:lnTo>
                  <a:pt x="996340" y="1064336"/>
                </a:lnTo>
                <a:lnTo>
                  <a:pt x="994740" y="1088771"/>
                </a:lnTo>
                <a:lnTo>
                  <a:pt x="982738" y="1105916"/>
                </a:lnTo>
                <a:lnTo>
                  <a:pt x="981138" y="1130350"/>
                </a:lnTo>
                <a:lnTo>
                  <a:pt x="999197" y="1104557"/>
                </a:lnTo>
                <a:lnTo>
                  <a:pt x="1000607" y="1080389"/>
                </a:lnTo>
                <a:lnTo>
                  <a:pt x="1008888" y="1090714"/>
                </a:lnTo>
                <a:lnTo>
                  <a:pt x="1007821" y="1092238"/>
                </a:lnTo>
                <a:lnTo>
                  <a:pt x="1015022" y="1104099"/>
                </a:lnTo>
                <a:lnTo>
                  <a:pt x="1002118" y="1122527"/>
                </a:lnTo>
                <a:lnTo>
                  <a:pt x="1007287" y="1137297"/>
                </a:lnTo>
                <a:lnTo>
                  <a:pt x="976337" y="1181493"/>
                </a:lnTo>
                <a:lnTo>
                  <a:pt x="970203" y="1168120"/>
                </a:lnTo>
                <a:lnTo>
                  <a:pt x="973404" y="1163535"/>
                </a:lnTo>
                <a:lnTo>
                  <a:pt x="965136" y="1153210"/>
                </a:lnTo>
                <a:lnTo>
                  <a:pt x="961948" y="1179906"/>
                </a:lnTo>
                <a:lnTo>
                  <a:pt x="948461" y="1199172"/>
                </a:lnTo>
                <a:lnTo>
                  <a:pt x="945578" y="1225435"/>
                </a:lnTo>
                <a:lnTo>
                  <a:pt x="924458" y="1255610"/>
                </a:lnTo>
                <a:lnTo>
                  <a:pt x="930541" y="1269060"/>
                </a:lnTo>
                <a:lnTo>
                  <a:pt x="907796" y="1301559"/>
                </a:lnTo>
                <a:lnTo>
                  <a:pt x="921397" y="1304277"/>
                </a:lnTo>
                <a:lnTo>
                  <a:pt x="924598" y="1299705"/>
                </a:lnTo>
                <a:lnTo>
                  <a:pt x="928268" y="1316609"/>
                </a:lnTo>
                <a:lnTo>
                  <a:pt x="918794" y="1330134"/>
                </a:lnTo>
                <a:lnTo>
                  <a:pt x="906462" y="1325613"/>
                </a:lnTo>
                <a:lnTo>
                  <a:pt x="873379" y="1372857"/>
                </a:lnTo>
                <a:lnTo>
                  <a:pt x="868375" y="1357858"/>
                </a:lnTo>
                <a:lnTo>
                  <a:pt x="862977" y="1343431"/>
                </a:lnTo>
                <a:lnTo>
                  <a:pt x="857173" y="1329575"/>
                </a:lnTo>
                <a:lnTo>
                  <a:pt x="850976" y="1316291"/>
                </a:lnTo>
                <a:lnTo>
                  <a:pt x="848550" y="1297609"/>
                </a:lnTo>
                <a:lnTo>
                  <a:pt x="835634" y="1271778"/>
                </a:lnTo>
                <a:lnTo>
                  <a:pt x="832916" y="1253515"/>
                </a:lnTo>
                <a:lnTo>
                  <a:pt x="819492" y="1228394"/>
                </a:lnTo>
                <a:lnTo>
                  <a:pt x="807631" y="1201039"/>
                </a:lnTo>
                <a:lnTo>
                  <a:pt x="795883" y="1173543"/>
                </a:lnTo>
                <a:lnTo>
                  <a:pt x="783920" y="1146327"/>
                </a:lnTo>
                <a:lnTo>
                  <a:pt x="757313" y="1095768"/>
                </a:lnTo>
                <a:lnTo>
                  <a:pt x="726592" y="1051052"/>
                </a:lnTo>
                <a:lnTo>
                  <a:pt x="702106" y="1019606"/>
                </a:lnTo>
                <a:lnTo>
                  <a:pt x="673290" y="994333"/>
                </a:lnTo>
                <a:lnTo>
                  <a:pt x="621271" y="957910"/>
                </a:lnTo>
                <a:lnTo>
                  <a:pt x="620204" y="959434"/>
                </a:lnTo>
                <a:lnTo>
                  <a:pt x="599262" y="945057"/>
                </a:lnTo>
                <a:lnTo>
                  <a:pt x="577519" y="931824"/>
                </a:lnTo>
                <a:lnTo>
                  <a:pt x="564578" y="928166"/>
                </a:lnTo>
                <a:lnTo>
                  <a:pt x="538835" y="920648"/>
                </a:lnTo>
                <a:lnTo>
                  <a:pt x="522998" y="921131"/>
                </a:lnTo>
                <a:lnTo>
                  <a:pt x="491718" y="921512"/>
                </a:lnTo>
                <a:lnTo>
                  <a:pt x="465480" y="914717"/>
                </a:lnTo>
                <a:lnTo>
                  <a:pt x="433298" y="916393"/>
                </a:lnTo>
                <a:lnTo>
                  <a:pt x="347738" y="905738"/>
                </a:lnTo>
                <a:lnTo>
                  <a:pt x="315556" y="907415"/>
                </a:lnTo>
                <a:lnTo>
                  <a:pt x="313423" y="910463"/>
                </a:lnTo>
                <a:lnTo>
                  <a:pt x="301955" y="904709"/>
                </a:lnTo>
                <a:lnTo>
                  <a:pt x="300888" y="906233"/>
                </a:lnTo>
                <a:lnTo>
                  <a:pt x="299821" y="905548"/>
                </a:lnTo>
                <a:lnTo>
                  <a:pt x="299821" y="907757"/>
                </a:lnTo>
                <a:lnTo>
                  <a:pt x="296621" y="912329"/>
                </a:lnTo>
                <a:lnTo>
                  <a:pt x="284086" y="908088"/>
                </a:lnTo>
                <a:lnTo>
                  <a:pt x="287286" y="903516"/>
                </a:lnTo>
                <a:lnTo>
                  <a:pt x="299821" y="907757"/>
                </a:lnTo>
                <a:lnTo>
                  <a:pt x="299821" y="905548"/>
                </a:lnTo>
                <a:lnTo>
                  <a:pt x="290245" y="899287"/>
                </a:lnTo>
                <a:lnTo>
                  <a:pt x="279019" y="893191"/>
                </a:lnTo>
                <a:lnTo>
                  <a:pt x="277380" y="895527"/>
                </a:lnTo>
                <a:lnTo>
                  <a:pt x="264337" y="891997"/>
                </a:lnTo>
                <a:lnTo>
                  <a:pt x="245732" y="896442"/>
                </a:lnTo>
                <a:lnTo>
                  <a:pt x="216319" y="894156"/>
                </a:lnTo>
                <a:lnTo>
                  <a:pt x="196913" y="899731"/>
                </a:lnTo>
                <a:lnTo>
                  <a:pt x="177114" y="905878"/>
                </a:lnTo>
                <a:lnTo>
                  <a:pt x="146672" y="905078"/>
                </a:lnTo>
                <a:lnTo>
                  <a:pt x="126428" y="911847"/>
                </a:lnTo>
                <a:lnTo>
                  <a:pt x="105791" y="919187"/>
                </a:lnTo>
                <a:lnTo>
                  <a:pt x="74142" y="920102"/>
                </a:lnTo>
                <a:lnTo>
                  <a:pt x="4953" y="1018933"/>
                </a:lnTo>
                <a:lnTo>
                  <a:pt x="3644" y="1308696"/>
                </a:lnTo>
                <a:lnTo>
                  <a:pt x="812" y="1932800"/>
                </a:lnTo>
                <a:lnTo>
                  <a:pt x="0" y="2111121"/>
                </a:lnTo>
                <a:lnTo>
                  <a:pt x="29667" y="2068753"/>
                </a:lnTo>
                <a:lnTo>
                  <a:pt x="46443" y="2022627"/>
                </a:lnTo>
                <a:lnTo>
                  <a:pt x="59436" y="1981936"/>
                </a:lnTo>
                <a:lnTo>
                  <a:pt x="107010" y="1913966"/>
                </a:lnTo>
                <a:lnTo>
                  <a:pt x="120599" y="1872411"/>
                </a:lnTo>
                <a:lnTo>
                  <a:pt x="151866" y="1827758"/>
                </a:lnTo>
                <a:lnTo>
                  <a:pt x="193205" y="1724406"/>
                </a:lnTo>
                <a:lnTo>
                  <a:pt x="224320" y="1679968"/>
                </a:lnTo>
                <a:lnTo>
                  <a:pt x="245173" y="1628038"/>
                </a:lnTo>
                <a:lnTo>
                  <a:pt x="287451" y="1567637"/>
                </a:lnTo>
                <a:lnTo>
                  <a:pt x="320128" y="1498828"/>
                </a:lnTo>
                <a:lnTo>
                  <a:pt x="389737" y="1377226"/>
                </a:lnTo>
                <a:lnTo>
                  <a:pt x="391871" y="1374178"/>
                </a:lnTo>
                <a:lnTo>
                  <a:pt x="395249" y="1391513"/>
                </a:lnTo>
                <a:lnTo>
                  <a:pt x="409219" y="1415846"/>
                </a:lnTo>
                <a:lnTo>
                  <a:pt x="412788" y="1432890"/>
                </a:lnTo>
                <a:lnTo>
                  <a:pt x="416153" y="1450225"/>
                </a:lnTo>
                <a:lnTo>
                  <a:pt x="429755" y="1452930"/>
                </a:lnTo>
                <a:lnTo>
                  <a:pt x="421805" y="1442148"/>
                </a:lnTo>
                <a:lnTo>
                  <a:pt x="427913" y="1433436"/>
                </a:lnTo>
                <a:lnTo>
                  <a:pt x="421754" y="1420075"/>
                </a:lnTo>
                <a:lnTo>
                  <a:pt x="429945" y="1430528"/>
                </a:lnTo>
                <a:lnTo>
                  <a:pt x="438429" y="1440548"/>
                </a:lnTo>
                <a:lnTo>
                  <a:pt x="447116" y="1450289"/>
                </a:lnTo>
                <a:lnTo>
                  <a:pt x="440969" y="1459077"/>
                </a:lnTo>
                <a:lnTo>
                  <a:pt x="427888" y="1455597"/>
                </a:lnTo>
                <a:lnTo>
                  <a:pt x="424421" y="1460550"/>
                </a:lnTo>
                <a:lnTo>
                  <a:pt x="426999" y="1479029"/>
                </a:lnTo>
                <a:lnTo>
                  <a:pt x="432536" y="1515414"/>
                </a:lnTo>
                <a:lnTo>
                  <a:pt x="435102" y="1533893"/>
                </a:lnTo>
                <a:lnTo>
                  <a:pt x="449770" y="1535074"/>
                </a:lnTo>
                <a:lnTo>
                  <a:pt x="442747" y="1522958"/>
                </a:lnTo>
                <a:lnTo>
                  <a:pt x="450316" y="1512150"/>
                </a:lnTo>
                <a:lnTo>
                  <a:pt x="443903" y="1499184"/>
                </a:lnTo>
                <a:lnTo>
                  <a:pt x="447103" y="1494599"/>
                </a:lnTo>
                <a:lnTo>
                  <a:pt x="454317" y="1506435"/>
                </a:lnTo>
                <a:lnTo>
                  <a:pt x="451231" y="1510830"/>
                </a:lnTo>
                <a:lnTo>
                  <a:pt x="458762" y="1522234"/>
                </a:lnTo>
                <a:lnTo>
                  <a:pt x="456171" y="1525930"/>
                </a:lnTo>
                <a:lnTo>
                  <a:pt x="463473" y="1537639"/>
                </a:lnTo>
                <a:lnTo>
                  <a:pt x="438835" y="1572844"/>
                </a:lnTo>
                <a:lnTo>
                  <a:pt x="450024" y="1579003"/>
                </a:lnTo>
                <a:lnTo>
                  <a:pt x="448310" y="1581454"/>
                </a:lnTo>
                <a:lnTo>
                  <a:pt x="455587" y="1593189"/>
                </a:lnTo>
                <a:lnTo>
                  <a:pt x="445770" y="1607223"/>
                </a:lnTo>
                <a:lnTo>
                  <a:pt x="454037" y="1617548"/>
                </a:lnTo>
                <a:lnTo>
                  <a:pt x="450837" y="1622120"/>
                </a:lnTo>
                <a:lnTo>
                  <a:pt x="456984" y="1635506"/>
                </a:lnTo>
                <a:lnTo>
                  <a:pt x="460184" y="1630934"/>
                </a:lnTo>
                <a:lnTo>
                  <a:pt x="470420" y="1638452"/>
                </a:lnTo>
                <a:lnTo>
                  <a:pt x="480085" y="1646783"/>
                </a:lnTo>
                <a:lnTo>
                  <a:pt x="490321" y="1654302"/>
                </a:lnTo>
                <a:lnTo>
                  <a:pt x="484987" y="1661934"/>
                </a:lnTo>
                <a:lnTo>
                  <a:pt x="464185" y="1647367"/>
                </a:lnTo>
                <a:lnTo>
                  <a:pt x="458851" y="1654987"/>
                </a:lnTo>
                <a:lnTo>
                  <a:pt x="460451" y="1696986"/>
                </a:lnTo>
                <a:lnTo>
                  <a:pt x="461251" y="1717979"/>
                </a:lnTo>
                <a:lnTo>
                  <a:pt x="470852" y="1704263"/>
                </a:lnTo>
                <a:lnTo>
                  <a:pt x="479120" y="1714601"/>
                </a:lnTo>
                <a:lnTo>
                  <a:pt x="471652" y="1725269"/>
                </a:lnTo>
                <a:lnTo>
                  <a:pt x="477786" y="1738642"/>
                </a:lnTo>
                <a:lnTo>
                  <a:pt x="462114" y="1761032"/>
                </a:lnTo>
                <a:lnTo>
                  <a:pt x="463118" y="1781746"/>
                </a:lnTo>
                <a:lnTo>
                  <a:pt x="464921" y="1801317"/>
                </a:lnTo>
                <a:lnTo>
                  <a:pt x="466318" y="1821459"/>
                </a:lnTo>
                <a:lnTo>
                  <a:pt x="459016" y="1831898"/>
                </a:lnTo>
                <a:lnTo>
                  <a:pt x="463118" y="1848180"/>
                </a:lnTo>
                <a:lnTo>
                  <a:pt x="467626" y="1863890"/>
                </a:lnTo>
                <a:lnTo>
                  <a:pt x="471932" y="1879892"/>
                </a:lnTo>
                <a:lnTo>
                  <a:pt x="464464" y="1890560"/>
                </a:lnTo>
                <a:lnTo>
                  <a:pt x="469912" y="1904923"/>
                </a:lnTo>
                <a:lnTo>
                  <a:pt x="464858" y="1912137"/>
                </a:lnTo>
                <a:lnTo>
                  <a:pt x="470408" y="1926348"/>
                </a:lnTo>
                <a:lnTo>
                  <a:pt x="464997" y="1934083"/>
                </a:lnTo>
                <a:lnTo>
                  <a:pt x="477532" y="1938324"/>
                </a:lnTo>
                <a:lnTo>
                  <a:pt x="487934" y="1945601"/>
                </a:lnTo>
                <a:lnTo>
                  <a:pt x="469798" y="1971522"/>
                </a:lnTo>
                <a:lnTo>
                  <a:pt x="476732" y="1983752"/>
                </a:lnTo>
                <a:lnTo>
                  <a:pt x="471665" y="1990991"/>
                </a:lnTo>
                <a:lnTo>
                  <a:pt x="476199" y="2006663"/>
                </a:lnTo>
                <a:lnTo>
                  <a:pt x="470331" y="2015045"/>
                </a:lnTo>
                <a:lnTo>
                  <a:pt x="473367" y="2032850"/>
                </a:lnTo>
                <a:lnTo>
                  <a:pt x="466598" y="2042515"/>
                </a:lnTo>
                <a:lnTo>
                  <a:pt x="472236" y="2056612"/>
                </a:lnTo>
                <a:lnTo>
                  <a:pt x="491680" y="2073135"/>
                </a:lnTo>
                <a:lnTo>
                  <a:pt x="477812" y="2092947"/>
                </a:lnTo>
                <a:lnTo>
                  <a:pt x="488213" y="2100237"/>
                </a:lnTo>
                <a:lnTo>
                  <a:pt x="489280" y="2098713"/>
                </a:lnTo>
                <a:lnTo>
                  <a:pt x="499681" y="2105990"/>
                </a:lnTo>
                <a:lnTo>
                  <a:pt x="477278" y="2137994"/>
                </a:lnTo>
                <a:lnTo>
                  <a:pt x="487680" y="2145284"/>
                </a:lnTo>
                <a:lnTo>
                  <a:pt x="511149" y="2111743"/>
                </a:lnTo>
                <a:lnTo>
                  <a:pt x="514972" y="2128443"/>
                </a:lnTo>
                <a:lnTo>
                  <a:pt x="508088" y="2138273"/>
                </a:lnTo>
                <a:lnTo>
                  <a:pt x="511403" y="2155685"/>
                </a:lnTo>
                <a:lnTo>
                  <a:pt x="514629" y="2173224"/>
                </a:lnTo>
                <a:lnTo>
                  <a:pt x="550633" y="2188222"/>
                </a:lnTo>
                <a:lnTo>
                  <a:pt x="573049" y="2200503"/>
                </a:lnTo>
                <a:lnTo>
                  <a:pt x="581317" y="2210828"/>
                </a:lnTo>
                <a:lnTo>
                  <a:pt x="579183" y="2213876"/>
                </a:lnTo>
                <a:lnTo>
                  <a:pt x="574281" y="2243023"/>
                </a:lnTo>
                <a:lnTo>
                  <a:pt x="587984" y="2267737"/>
                </a:lnTo>
                <a:lnTo>
                  <a:pt x="605688" y="2286736"/>
                </a:lnTo>
                <a:lnTo>
                  <a:pt x="623201" y="2306015"/>
                </a:lnTo>
                <a:lnTo>
                  <a:pt x="622515" y="2306993"/>
                </a:lnTo>
                <a:lnTo>
                  <a:pt x="634542" y="2311958"/>
                </a:lnTo>
                <a:lnTo>
                  <a:pt x="648271" y="2314486"/>
                </a:lnTo>
                <a:lnTo>
                  <a:pt x="656513" y="2324862"/>
                </a:lnTo>
                <a:lnTo>
                  <a:pt x="678954" y="2337092"/>
                </a:lnTo>
                <a:lnTo>
                  <a:pt x="692594" y="2339759"/>
                </a:lnTo>
                <a:lnTo>
                  <a:pt x="705637" y="2343277"/>
                </a:lnTo>
                <a:lnTo>
                  <a:pt x="729018" y="2354148"/>
                </a:lnTo>
                <a:lnTo>
                  <a:pt x="752716" y="2364600"/>
                </a:lnTo>
                <a:lnTo>
                  <a:pt x="766203" y="2367483"/>
                </a:lnTo>
                <a:lnTo>
                  <a:pt x="790194" y="2377490"/>
                </a:lnTo>
                <a:lnTo>
                  <a:pt x="889431" y="2412898"/>
                </a:lnTo>
                <a:lnTo>
                  <a:pt x="893254" y="2407450"/>
                </a:lnTo>
                <a:lnTo>
                  <a:pt x="907161" y="2409710"/>
                </a:lnTo>
                <a:lnTo>
                  <a:pt x="906233" y="2411044"/>
                </a:lnTo>
                <a:lnTo>
                  <a:pt x="917714" y="2416797"/>
                </a:lnTo>
                <a:lnTo>
                  <a:pt x="924026" y="2407780"/>
                </a:lnTo>
                <a:lnTo>
                  <a:pt x="938923" y="2408644"/>
                </a:lnTo>
                <a:lnTo>
                  <a:pt x="1001737" y="2318918"/>
                </a:lnTo>
                <a:lnTo>
                  <a:pt x="1036967" y="2290737"/>
                </a:lnTo>
                <a:lnTo>
                  <a:pt x="1061885" y="2255139"/>
                </a:lnTo>
                <a:lnTo>
                  <a:pt x="1076591" y="2211984"/>
                </a:lnTo>
                <a:lnTo>
                  <a:pt x="1171384" y="2076577"/>
                </a:lnTo>
                <a:lnTo>
                  <a:pt x="1184973" y="2035022"/>
                </a:lnTo>
                <a:lnTo>
                  <a:pt x="1208862" y="2000897"/>
                </a:lnTo>
                <a:lnTo>
                  <a:pt x="1222133" y="1959787"/>
                </a:lnTo>
                <a:lnTo>
                  <a:pt x="1245539" y="1926361"/>
                </a:lnTo>
                <a:lnTo>
                  <a:pt x="1272209" y="1843963"/>
                </a:lnTo>
                <a:lnTo>
                  <a:pt x="1295857" y="1810194"/>
                </a:lnTo>
                <a:lnTo>
                  <a:pt x="1309293" y="1768856"/>
                </a:lnTo>
                <a:lnTo>
                  <a:pt x="1319695" y="1731848"/>
                </a:lnTo>
                <a:lnTo>
                  <a:pt x="1340497" y="1702130"/>
                </a:lnTo>
                <a:lnTo>
                  <a:pt x="1350899" y="1665135"/>
                </a:lnTo>
                <a:lnTo>
                  <a:pt x="1371701" y="1635404"/>
                </a:lnTo>
                <a:lnTo>
                  <a:pt x="1429321" y="1464525"/>
                </a:lnTo>
                <a:lnTo>
                  <a:pt x="1530134" y="1187627"/>
                </a:lnTo>
                <a:lnTo>
                  <a:pt x="1607223" y="966800"/>
                </a:lnTo>
                <a:lnTo>
                  <a:pt x="1612023" y="915644"/>
                </a:lnTo>
                <a:lnTo>
                  <a:pt x="1641767" y="828878"/>
                </a:lnTo>
                <a:lnTo>
                  <a:pt x="1645881" y="778700"/>
                </a:lnTo>
                <a:lnTo>
                  <a:pt x="1660296" y="735965"/>
                </a:lnTo>
                <a:lnTo>
                  <a:pt x="1681099" y="661949"/>
                </a:lnTo>
                <a:lnTo>
                  <a:pt x="1687868" y="674433"/>
                </a:lnTo>
                <a:lnTo>
                  <a:pt x="1684832" y="678764"/>
                </a:lnTo>
                <a:lnTo>
                  <a:pt x="1692605" y="689813"/>
                </a:lnTo>
                <a:lnTo>
                  <a:pt x="1700580" y="700570"/>
                </a:lnTo>
                <a:lnTo>
                  <a:pt x="1709115" y="688378"/>
                </a:lnTo>
                <a:lnTo>
                  <a:pt x="1713966" y="703592"/>
                </a:lnTo>
                <a:lnTo>
                  <a:pt x="1714322" y="703084"/>
                </a:lnTo>
                <a:lnTo>
                  <a:pt x="1727669" y="706158"/>
                </a:lnTo>
                <a:lnTo>
                  <a:pt x="1740331" y="710222"/>
                </a:lnTo>
                <a:lnTo>
                  <a:pt x="1710740" y="752500"/>
                </a:lnTo>
                <a:lnTo>
                  <a:pt x="1714055" y="769899"/>
                </a:lnTo>
                <a:lnTo>
                  <a:pt x="1717573" y="787019"/>
                </a:lnTo>
                <a:lnTo>
                  <a:pt x="1710982" y="796429"/>
                </a:lnTo>
                <a:lnTo>
                  <a:pt x="1717903" y="808685"/>
                </a:lnTo>
                <a:lnTo>
                  <a:pt x="1715122" y="812660"/>
                </a:lnTo>
                <a:lnTo>
                  <a:pt x="1722945" y="823645"/>
                </a:lnTo>
                <a:lnTo>
                  <a:pt x="1720062" y="827760"/>
                </a:lnTo>
                <a:lnTo>
                  <a:pt x="1720253" y="849617"/>
                </a:lnTo>
                <a:lnTo>
                  <a:pt x="1719262" y="873188"/>
                </a:lnTo>
                <a:lnTo>
                  <a:pt x="1729867" y="902335"/>
                </a:lnTo>
                <a:lnTo>
                  <a:pt x="1733664" y="919048"/>
                </a:lnTo>
                <a:lnTo>
                  <a:pt x="1744065" y="926325"/>
                </a:lnTo>
                <a:lnTo>
                  <a:pt x="1740865" y="930897"/>
                </a:lnTo>
                <a:lnTo>
                  <a:pt x="1739277" y="977480"/>
                </a:lnTo>
                <a:lnTo>
                  <a:pt x="1744078" y="992759"/>
                </a:lnTo>
                <a:lnTo>
                  <a:pt x="1748878" y="1008049"/>
                </a:lnTo>
                <a:lnTo>
                  <a:pt x="1748078" y="1031328"/>
                </a:lnTo>
                <a:lnTo>
                  <a:pt x="1761680" y="1034046"/>
                </a:lnTo>
                <a:lnTo>
                  <a:pt x="1775548" y="1014234"/>
                </a:lnTo>
                <a:lnTo>
                  <a:pt x="1785696" y="1021892"/>
                </a:lnTo>
                <a:lnTo>
                  <a:pt x="1794230" y="1031849"/>
                </a:lnTo>
                <a:lnTo>
                  <a:pt x="1776095" y="1057757"/>
                </a:lnTo>
                <a:lnTo>
                  <a:pt x="1784362" y="1068082"/>
                </a:lnTo>
                <a:lnTo>
                  <a:pt x="1781162" y="1072654"/>
                </a:lnTo>
                <a:lnTo>
                  <a:pt x="1789163" y="1083373"/>
                </a:lnTo>
                <a:lnTo>
                  <a:pt x="1786763" y="1086802"/>
                </a:lnTo>
                <a:lnTo>
                  <a:pt x="1794764" y="1097508"/>
                </a:lnTo>
                <a:lnTo>
                  <a:pt x="1789480" y="1105065"/>
                </a:lnTo>
                <a:lnTo>
                  <a:pt x="1776488" y="1101471"/>
                </a:lnTo>
                <a:lnTo>
                  <a:pt x="1773707" y="1105446"/>
                </a:lnTo>
                <a:lnTo>
                  <a:pt x="1759813" y="1103147"/>
                </a:lnTo>
                <a:lnTo>
                  <a:pt x="1761439" y="1100836"/>
                </a:lnTo>
                <a:lnTo>
                  <a:pt x="1755152" y="1087666"/>
                </a:lnTo>
                <a:lnTo>
                  <a:pt x="1767547" y="1069949"/>
                </a:lnTo>
                <a:lnTo>
                  <a:pt x="1763814" y="1066431"/>
                </a:lnTo>
                <a:lnTo>
                  <a:pt x="1767979" y="1065707"/>
                </a:lnTo>
                <a:lnTo>
                  <a:pt x="1779282" y="1069073"/>
                </a:lnTo>
                <a:lnTo>
                  <a:pt x="1777898" y="1061288"/>
                </a:lnTo>
                <a:lnTo>
                  <a:pt x="1773923" y="1053960"/>
                </a:lnTo>
                <a:lnTo>
                  <a:pt x="1772539" y="1046187"/>
                </a:lnTo>
                <a:lnTo>
                  <a:pt x="1764957" y="1042936"/>
                </a:lnTo>
                <a:lnTo>
                  <a:pt x="1743824" y="1035164"/>
                </a:lnTo>
                <a:lnTo>
                  <a:pt x="1745843" y="1061554"/>
                </a:lnTo>
                <a:lnTo>
                  <a:pt x="1758810" y="1059281"/>
                </a:lnTo>
                <a:lnTo>
                  <a:pt x="1759267" y="1061885"/>
                </a:lnTo>
                <a:lnTo>
                  <a:pt x="1762328" y="1064018"/>
                </a:lnTo>
                <a:lnTo>
                  <a:pt x="1762531" y="1065225"/>
                </a:lnTo>
                <a:lnTo>
                  <a:pt x="1758213" y="1061135"/>
                </a:lnTo>
                <a:lnTo>
                  <a:pt x="1746859" y="1077353"/>
                </a:lnTo>
                <a:lnTo>
                  <a:pt x="1749018" y="1096429"/>
                </a:lnTo>
                <a:lnTo>
                  <a:pt x="1752168" y="1114069"/>
                </a:lnTo>
                <a:lnTo>
                  <a:pt x="1754200" y="1133284"/>
                </a:lnTo>
                <a:lnTo>
                  <a:pt x="1750377" y="1138758"/>
                </a:lnTo>
                <a:lnTo>
                  <a:pt x="1757146" y="1151242"/>
                </a:lnTo>
                <a:lnTo>
                  <a:pt x="1749679" y="1161910"/>
                </a:lnTo>
                <a:lnTo>
                  <a:pt x="1761159" y="1167663"/>
                </a:lnTo>
                <a:lnTo>
                  <a:pt x="1783562" y="1135659"/>
                </a:lnTo>
                <a:lnTo>
                  <a:pt x="1788248" y="1151115"/>
                </a:lnTo>
                <a:lnTo>
                  <a:pt x="1761959" y="1188669"/>
                </a:lnTo>
                <a:lnTo>
                  <a:pt x="1768094" y="1202042"/>
                </a:lnTo>
                <a:lnTo>
                  <a:pt x="1781962" y="1182230"/>
                </a:lnTo>
                <a:lnTo>
                  <a:pt x="1805978" y="1192225"/>
                </a:lnTo>
                <a:lnTo>
                  <a:pt x="1799564" y="1201369"/>
                </a:lnTo>
                <a:lnTo>
                  <a:pt x="1787029" y="1197140"/>
                </a:lnTo>
                <a:lnTo>
                  <a:pt x="1777161" y="1211237"/>
                </a:lnTo>
                <a:lnTo>
                  <a:pt x="1762620" y="1209865"/>
                </a:lnTo>
                <a:lnTo>
                  <a:pt x="1758492" y="1215771"/>
                </a:lnTo>
                <a:lnTo>
                  <a:pt x="1765642" y="1249832"/>
                </a:lnTo>
                <a:lnTo>
                  <a:pt x="1772500" y="1284338"/>
                </a:lnTo>
                <a:lnTo>
                  <a:pt x="1768348" y="1312405"/>
                </a:lnTo>
                <a:lnTo>
                  <a:pt x="1773707" y="1349057"/>
                </a:lnTo>
                <a:lnTo>
                  <a:pt x="1798243" y="1313992"/>
                </a:lnTo>
                <a:lnTo>
                  <a:pt x="1804644" y="1326997"/>
                </a:lnTo>
                <a:lnTo>
                  <a:pt x="1800644" y="1332712"/>
                </a:lnTo>
                <a:lnTo>
                  <a:pt x="1807044" y="1345704"/>
                </a:lnTo>
                <a:lnTo>
                  <a:pt x="1798205" y="1358328"/>
                </a:lnTo>
                <a:lnTo>
                  <a:pt x="1803577" y="1372806"/>
                </a:lnTo>
                <a:lnTo>
                  <a:pt x="1792109" y="1389189"/>
                </a:lnTo>
                <a:lnTo>
                  <a:pt x="1807845" y="1388859"/>
                </a:lnTo>
                <a:lnTo>
                  <a:pt x="1806511" y="1390764"/>
                </a:lnTo>
                <a:lnTo>
                  <a:pt x="1817751" y="1396847"/>
                </a:lnTo>
                <a:lnTo>
                  <a:pt x="1804987" y="1415097"/>
                </a:lnTo>
                <a:lnTo>
                  <a:pt x="1821192" y="1414094"/>
                </a:lnTo>
                <a:lnTo>
                  <a:pt x="1808251" y="1432572"/>
                </a:lnTo>
                <a:lnTo>
                  <a:pt x="1811934" y="1449451"/>
                </a:lnTo>
                <a:lnTo>
                  <a:pt x="1804911" y="1459471"/>
                </a:lnTo>
                <a:lnTo>
                  <a:pt x="1794510" y="1452194"/>
                </a:lnTo>
                <a:lnTo>
                  <a:pt x="1793443" y="1453718"/>
                </a:lnTo>
                <a:lnTo>
                  <a:pt x="1783041" y="1446441"/>
                </a:lnTo>
                <a:lnTo>
                  <a:pt x="1785543" y="1487144"/>
                </a:lnTo>
                <a:lnTo>
                  <a:pt x="1788642" y="1527009"/>
                </a:lnTo>
                <a:lnTo>
                  <a:pt x="1792947" y="1565148"/>
                </a:lnTo>
                <a:lnTo>
                  <a:pt x="1798459" y="1579435"/>
                </a:lnTo>
                <a:lnTo>
                  <a:pt x="1809457" y="1608010"/>
                </a:lnTo>
                <a:lnTo>
                  <a:pt x="1812696" y="1603387"/>
                </a:lnTo>
                <a:lnTo>
                  <a:pt x="1826526" y="1605762"/>
                </a:lnTo>
                <a:lnTo>
                  <a:pt x="1830362" y="1600288"/>
                </a:lnTo>
                <a:lnTo>
                  <a:pt x="1845208" y="1601228"/>
                </a:lnTo>
                <a:lnTo>
                  <a:pt x="1812048" y="1648599"/>
                </a:lnTo>
                <a:lnTo>
                  <a:pt x="1819325" y="1660334"/>
                </a:lnTo>
                <a:lnTo>
                  <a:pt x="1810791" y="1672526"/>
                </a:lnTo>
                <a:lnTo>
                  <a:pt x="1828406" y="1691665"/>
                </a:lnTo>
                <a:lnTo>
                  <a:pt x="1846008" y="1710804"/>
                </a:lnTo>
                <a:lnTo>
                  <a:pt x="1834273" y="1727581"/>
                </a:lnTo>
                <a:lnTo>
                  <a:pt x="1846808" y="1731810"/>
                </a:lnTo>
                <a:lnTo>
                  <a:pt x="1838274" y="1744002"/>
                </a:lnTo>
                <a:lnTo>
                  <a:pt x="1850809" y="1748243"/>
                </a:lnTo>
                <a:lnTo>
                  <a:pt x="1835162" y="1748459"/>
                </a:lnTo>
                <a:lnTo>
                  <a:pt x="1840001" y="1763674"/>
                </a:lnTo>
                <a:lnTo>
                  <a:pt x="1835061" y="1770748"/>
                </a:lnTo>
                <a:lnTo>
                  <a:pt x="1821205" y="1768386"/>
                </a:lnTo>
                <a:lnTo>
                  <a:pt x="1816938" y="1774482"/>
                </a:lnTo>
                <a:lnTo>
                  <a:pt x="1827339" y="1781771"/>
                </a:lnTo>
                <a:lnTo>
                  <a:pt x="1834807" y="1771116"/>
                </a:lnTo>
                <a:lnTo>
                  <a:pt x="1849475" y="1772285"/>
                </a:lnTo>
                <a:lnTo>
                  <a:pt x="1835340" y="1792478"/>
                </a:lnTo>
                <a:lnTo>
                  <a:pt x="1839480" y="1808721"/>
                </a:lnTo>
                <a:lnTo>
                  <a:pt x="1837347" y="1811769"/>
                </a:lnTo>
                <a:lnTo>
                  <a:pt x="1850669" y="1814880"/>
                </a:lnTo>
                <a:lnTo>
                  <a:pt x="1864690" y="1817001"/>
                </a:lnTo>
                <a:lnTo>
                  <a:pt x="1849234" y="1816938"/>
                </a:lnTo>
                <a:lnTo>
                  <a:pt x="1838274" y="1832584"/>
                </a:lnTo>
                <a:lnTo>
                  <a:pt x="1842287" y="1849005"/>
                </a:lnTo>
                <a:lnTo>
                  <a:pt x="1846287" y="1865439"/>
                </a:lnTo>
                <a:lnTo>
                  <a:pt x="1843252" y="1869770"/>
                </a:lnTo>
                <a:lnTo>
                  <a:pt x="1847989" y="1885149"/>
                </a:lnTo>
                <a:lnTo>
                  <a:pt x="1839620" y="1897100"/>
                </a:lnTo>
                <a:lnTo>
                  <a:pt x="1854733" y="1919795"/>
                </a:lnTo>
                <a:lnTo>
                  <a:pt x="1866963" y="1946617"/>
                </a:lnTo>
                <a:lnTo>
                  <a:pt x="1866582" y="1969312"/>
                </a:lnTo>
                <a:lnTo>
                  <a:pt x="1875104" y="2001431"/>
                </a:lnTo>
                <a:lnTo>
                  <a:pt x="1896706" y="2037003"/>
                </a:lnTo>
                <a:lnTo>
                  <a:pt x="1907819" y="2043277"/>
                </a:lnTo>
                <a:lnTo>
                  <a:pt x="1916722" y="2052713"/>
                </a:lnTo>
                <a:lnTo>
                  <a:pt x="1922818" y="2066137"/>
                </a:lnTo>
                <a:lnTo>
                  <a:pt x="1925523" y="2084425"/>
                </a:lnTo>
                <a:lnTo>
                  <a:pt x="1924456" y="2085949"/>
                </a:lnTo>
                <a:lnTo>
                  <a:pt x="1914055" y="2078659"/>
                </a:lnTo>
                <a:lnTo>
                  <a:pt x="1911921" y="2081707"/>
                </a:lnTo>
                <a:lnTo>
                  <a:pt x="1921052" y="2090801"/>
                </a:lnTo>
                <a:lnTo>
                  <a:pt x="1920189" y="2092045"/>
                </a:lnTo>
                <a:lnTo>
                  <a:pt x="1929726" y="2100567"/>
                </a:lnTo>
                <a:lnTo>
                  <a:pt x="1938858" y="2109660"/>
                </a:lnTo>
                <a:lnTo>
                  <a:pt x="1954796" y="2131174"/>
                </a:lnTo>
                <a:lnTo>
                  <a:pt x="1973541" y="2148700"/>
                </a:lnTo>
                <a:lnTo>
                  <a:pt x="1994687" y="2162784"/>
                </a:lnTo>
                <a:lnTo>
                  <a:pt x="2017826" y="2174024"/>
                </a:lnTo>
                <a:lnTo>
                  <a:pt x="2041372" y="2184679"/>
                </a:lnTo>
                <a:lnTo>
                  <a:pt x="2078850" y="2197582"/>
                </a:lnTo>
                <a:lnTo>
                  <a:pt x="2102396" y="2208238"/>
                </a:lnTo>
                <a:lnTo>
                  <a:pt x="2127021" y="2217356"/>
                </a:lnTo>
                <a:lnTo>
                  <a:pt x="2151342" y="2226894"/>
                </a:lnTo>
                <a:lnTo>
                  <a:pt x="2185873" y="2244001"/>
                </a:lnTo>
                <a:lnTo>
                  <a:pt x="2209901" y="2253970"/>
                </a:lnTo>
                <a:lnTo>
                  <a:pt x="2222182" y="2258568"/>
                </a:lnTo>
                <a:lnTo>
                  <a:pt x="2224963" y="2254593"/>
                </a:lnTo>
                <a:lnTo>
                  <a:pt x="2239556" y="2255901"/>
                </a:lnTo>
                <a:lnTo>
                  <a:pt x="2256053" y="2254491"/>
                </a:lnTo>
                <a:lnTo>
                  <a:pt x="2347480" y="2123884"/>
                </a:lnTo>
                <a:lnTo>
                  <a:pt x="2413952" y="1940331"/>
                </a:lnTo>
                <a:lnTo>
                  <a:pt x="2452509" y="1840979"/>
                </a:lnTo>
                <a:lnTo>
                  <a:pt x="2460993" y="1784565"/>
                </a:lnTo>
                <a:lnTo>
                  <a:pt x="2479827" y="1735505"/>
                </a:lnTo>
                <a:lnTo>
                  <a:pt x="2488374" y="1679016"/>
                </a:lnTo>
                <a:lnTo>
                  <a:pt x="2519883" y="1589722"/>
                </a:lnTo>
                <a:lnTo>
                  <a:pt x="2525280" y="1537703"/>
                </a:lnTo>
                <a:lnTo>
                  <a:pt x="2541054" y="1493037"/>
                </a:lnTo>
                <a:lnTo>
                  <a:pt x="2546337" y="1441208"/>
                </a:lnTo>
                <a:lnTo>
                  <a:pt x="2577185" y="1352842"/>
                </a:lnTo>
                <a:lnTo>
                  <a:pt x="2587460" y="1249578"/>
                </a:lnTo>
                <a:lnTo>
                  <a:pt x="2602852" y="1205445"/>
                </a:lnTo>
                <a:lnTo>
                  <a:pt x="2607767" y="1154137"/>
                </a:lnTo>
                <a:lnTo>
                  <a:pt x="2623032" y="1110183"/>
                </a:lnTo>
                <a:lnTo>
                  <a:pt x="2637231" y="957046"/>
                </a:lnTo>
                <a:lnTo>
                  <a:pt x="2651836" y="914019"/>
                </a:lnTo>
                <a:lnTo>
                  <a:pt x="2663863" y="763981"/>
                </a:lnTo>
                <a:lnTo>
                  <a:pt x="2672994" y="728789"/>
                </a:lnTo>
                <a:lnTo>
                  <a:pt x="2672130" y="685736"/>
                </a:lnTo>
                <a:lnTo>
                  <a:pt x="2681655" y="649973"/>
                </a:lnTo>
                <a:lnTo>
                  <a:pt x="2680385" y="607491"/>
                </a:lnTo>
                <a:lnTo>
                  <a:pt x="2701709" y="355587"/>
                </a:lnTo>
                <a:lnTo>
                  <a:pt x="2695371" y="298221"/>
                </a:lnTo>
                <a:lnTo>
                  <a:pt x="2707043" y="148666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96733" y="756680"/>
            <a:ext cx="1209484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2620" algn="l"/>
                <a:tab pos="5307330" algn="l"/>
              </a:tabLst>
            </a:pPr>
            <a:r>
              <a:rPr dirty="0" sz="7200" spc="680"/>
              <a:t>T</a:t>
            </a:r>
            <a:r>
              <a:rPr dirty="0" sz="7200" spc="745"/>
              <a:t>R</a:t>
            </a:r>
            <a:r>
              <a:rPr dirty="0" sz="7200" spc="1005"/>
              <a:t>I</a:t>
            </a:r>
            <a:r>
              <a:rPr dirty="0" sz="7200" spc="1235"/>
              <a:t>A</a:t>
            </a:r>
            <a:r>
              <a:rPr dirty="0" sz="7200" spc="1155"/>
              <a:t>G</a:t>
            </a:r>
            <a:r>
              <a:rPr dirty="0" sz="7200" spc="-630"/>
              <a:t>E</a:t>
            </a:r>
            <a:r>
              <a:rPr dirty="0" sz="7200"/>
              <a:t>	</a:t>
            </a:r>
            <a:r>
              <a:rPr dirty="0" sz="7200" spc="780"/>
              <a:t>-</a:t>
            </a:r>
            <a:r>
              <a:rPr dirty="0" sz="7200"/>
              <a:t>	</a:t>
            </a:r>
            <a:r>
              <a:rPr dirty="0" sz="7200" spc="1500"/>
              <a:t>O</a:t>
            </a:r>
            <a:r>
              <a:rPr dirty="0" sz="7200" spc="2065"/>
              <a:t>W</a:t>
            </a:r>
            <a:r>
              <a:rPr dirty="0" sz="7200" spc="1535"/>
              <a:t>N</a:t>
            </a:r>
            <a:r>
              <a:rPr dirty="0" sz="7200" spc="160"/>
              <a:t>E</a:t>
            </a:r>
            <a:r>
              <a:rPr dirty="0" sz="7200" spc="745"/>
              <a:t>R</a:t>
            </a:r>
            <a:r>
              <a:rPr dirty="0" sz="7200" spc="825"/>
              <a:t>S</a:t>
            </a:r>
            <a:r>
              <a:rPr dirty="0" sz="7200" spc="1075"/>
              <a:t>H</a:t>
            </a:r>
            <a:r>
              <a:rPr dirty="0" sz="7200" spc="1005"/>
              <a:t>I</a:t>
            </a:r>
            <a:r>
              <a:rPr dirty="0" sz="7200" spc="-10"/>
              <a:t>P</a:t>
            </a:r>
            <a:endParaRPr sz="7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63988" y="7840002"/>
            <a:ext cx="2118995" cy="2446655"/>
          </a:xfrm>
          <a:custGeom>
            <a:avLst/>
            <a:gdLst/>
            <a:ahLst/>
            <a:cxnLst/>
            <a:rect l="l" t="t" r="r" b="b"/>
            <a:pathLst>
              <a:path w="2118994" h="2446654">
                <a:moveTo>
                  <a:pt x="714895" y="1143990"/>
                </a:moveTo>
                <a:lnTo>
                  <a:pt x="707796" y="1124839"/>
                </a:lnTo>
                <a:lnTo>
                  <a:pt x="694677" y="1164983"/>
                </a:lnTo>
                <a:lnTo>
                  <a:pt x="694118" y="1166710"/>
                </a:lnTo>
                <a:lnTo>
                  <a:pt x="710438" y="1157630"/>
                </a:lnTo>
                <a:lnTo>
                  <a:pt x="714895" y="1143990"/>
                </a:lnTo>
                <a:close/>
              </a:path>
              <a:path w="2118994" h="2446654">
                <a:moveTo>
                  <a:pt x="860196" y="1483829"/>
                </a:moveTo>
                <a:lnTo>
                  <a:pt x="856234" y="1473276"/>
                </a:lnTo>
                <a:lnTo>
                  <a:pt x="852855" y="1466608"/>
                </a:lnTo>
                <a:lnTo>
                  <a:pt x="851141" y="1460500"/>
                </a:lnTo>
                <a:lnTo>
                  <a:pt x="840041" y="1466138"/>
                </a:lnTo>
                <a:lnTo>
                  <a:pt x="838911" y="1463916"/>
                </a:lnTo>
                <a:lnTo>
                  <a:pt x="835571" y="1462824"/>
                </a:lnTo>
                <a:lnTo>
                  <a:pt x="834440" y="1460601"/>
                </a:lnTo>
                <a:lnTo>
                  <a:pt x="829995" y="1462849"/>
                </a:lnTo>
                <a:lnTo>
                  <a:pt x="818870" y="1462913"/>
                </a:lnTo>
                <a:lnTo>
                  <a:pt x="822248" y="1469580"/>
                </a:lnTo>
                <a:lnTo>
                  <a:pt x="827849" y="1475105"/>
                </a:lnTo>
                <a:lnTo>
                  <a:pt x="831227" y="1481772"/>
                </a:lnTo>
                <a:lnTo>
                  <a:pt x="838974" y="1482623"/>
                </a:lnTo>
                <a:lnTo>
                  <a:pt x="860196" y="1483829"/>
                </a:lnTo>
                <a:close/>
              </a:path>
              <a:path w="2118994" h="2446654">
                <a:moveTo>
                  <a:pt x="869543" y="1529461"/>
                </a:moveTo>
                <a:lnTo>
                  <a:pt x="868476" y="1529410"/>
                </a:lnTo>
                <a:lnTo>
                  <a:pt x="868565" y="1529689"/>
                </a:lnTo>
                <a:lnTo>
                  <a:pt x="869543" y="1529461"/>
                </a:lnTo>
                <a:close/>
              </a:path>
              <a:path w="2118994" h="2446654">
                <a:moveTo>
                  <a:pt x="997165" y="1756308"/>
                </a:moveTo>
                <a:lnTo>
                  <a:pt x="982548" y="1733016"/>
                </a:lnTo>
                <a:lnTo>
                  <a:pt x="981456" y="1736369"/>
                </a:lnTo>
                <a:lnTo>
                  <a:pt x="976477" y="1740293"/>
                </a:lnTo>
                <a:lnTo>
                  <a:pt x="973162" y="1744764"/>
                </a:lnTo>
                <a:lnTo>
                  <a:pt x="972642" y="1752003"/>
                </a:lnTo>
                <a:lnTo>
                  <a:pt x="971003" y="1757019"/>
                </a:lnTo>
                <a:lnTo>
                  <a:pt x="970495" y="1764258"/>
                </a:lnTo>
                <a:lnTo>
                  <a:pt x="997165" y="1756308"/>
                </a:lnTo>
                <a:close/>
              </a:path>
              <a:path w="2118994" h="2446654">
                <a:moveTo>
                  <a:pt x="1517815" y="1467218"/>
                </a:moveTo>
                <a:lnTo>
                  <a:pt x="1507807" y="1456944"/>
                </a:lnTo>
                <a:lnTo>
                  <a:pt x="1497914" y="1446364"/>
                </a:lnTo>
                <a:lnTo>
                  <a:pt x="1486027" y="1482750"/>
                </a:lnTo>
                <a:lnTo>
                  <a:pt x="1500276" y="1480007"/>
                </a:lnTo>
                <a:lnTo>
                  <a:pt x="1505915" y="1462747"/>
                </a:lnTo>
                <a:lnTo>
                  <a:pt x="1517815" y="1467218"/>
                </a:lnTo>
                <a:close/>
              </a:path>
              <a:path w="2118994" h="2446654">
                <a:moveTo>
                  <a:pt x="1519593" y="1506677"/>
                </a:moveTo>
                <a:lnTo>
                  <a:pt x="1515694" y="1507261"/>
                </a:lnTo>
                <a:lnTo>
                  <a:pt x="1511249" y="1509509"/>
                </a:lnTo>
                <a:lnTo>
                  <a:pt x="1507363" y="1510093"/>
                </a:lnTo>
                <a:lnTo>
                  <a:pt x="1509039" y="1510639"/>
                </a:lnTo>
                <a:lnTo>
                  <a:pt x="1510157" y="1512862"/>
                </a:lnTo>
                <a:lnTo>
                  <a:pt x="1511833" y="1513408"/>
                </a:lnTo>
                <a:lnTo>
                  <a:pt x="1514602" y="1510601"/>
                </a:lnTo>
                <a:lnTo>
                  <a:pt x="1516824" y="1509483"/>
                </a:lnTo>
                <a:lnTo>
                  <a:pt x="1519593" y="1506677"/>
                </a:lnTo>
                <a:close/>
              </a:path>
              <a:path w="2118994" h="2446654">
                <a:moveTo>
                  <a:pt x="1524698" y="1168704"/>
                </a:moveTo>
                <a:lnTo>
                  <a:pt x="1524584" y="1160221"/>
                </a:lnTo>
                <a:lnTo>
                  <a:pt x="1522539" y="1166495"/>
                </a:lnTo>
                <a:lnTo>
                  <a:pt x="1524698" y="1168704"/>
                </a:lnTo>
                <a:close/>
              </a:path>
              <a:path w="2118994" h="2446654">
                <a:moveTo>
                  <a:pt x="1531988" y="1440370"/>
                </a:moveTo>
                <a:lnTo>
                  <a:pt x="1530477" y="1411503"/>
                </a:lnTo>
                <a:lnTo>
                  <a:pt x="1529524" y="1402537"/>
                </a:lnTo>
                <a:lnTo>
                  <a:pt x="1520901" y="1420088"/>
                </a:lnTo>
                <a:lnTo>
                  <a:pt x="1518285" y="1429880"/>
                </a:lnTo>
                <a:lnTo>
                  <a:pt x="1521904" y="1435455"/>
                </a:lnTo>
                <a:lnTo>
                  <a:pt x="1531988" y="1440370"/>
                </a:lnTo>
                <a:close/>
              </a:path>
              <a:path w="2118994" h="2446654">
                <a:moveTo>
                  <a:pt x="1532470" y="1336840"/>
                </a:moveTo>
                <a:lnTo>
                  <a:pt x="1529118" y="1335747"/>
                </a:lnTo>
                <a:lnTo>
                  <a:pt x="1526895" y="1336878"/>
                </a:lnTo>
                <a:lnTo>
                  <a:pt x="1523555" y="1335786"/>
                </a:lnTo>
                <a:lnTo>
                  <a:pt x="1519936" y="1380883"/>
                </a:lnTo>
                <a:lnTo>
                  <a:pt x="1529626" y="1371066"/>
                </a:lnTo>
                <a:lnTo>
                  <a:pt x="1531429" y="1359877"/>
                </a:lnTo>
                <a:lnTo>
                  <a:pt x="1530616" y="1348181"/>
                </a:lnTo>
                <a:lnTo>
                  <a:pt x="1532470" y="1336840"/>
                </a:lnTo>
                <a:close/>
              </a:path>
              <a:path w="2118994" h="2446654">
                <a:moveTo>
                  <a:pt x="1532559" y="1176718"/>
                </a:moveTo>
                <a:lnTo>
                  <a:pt x="1524698" y="1168704"/>
                </a:lnTo>
                <a:lnTo>
                  <a:pt x="1525104" y="1199515"/>
                </a:lnTo>
                <a:lnTo>
                  <a:pt x="1532559" y="1176718"/>
                </a:lnTo>
                <a:close/>
              </a:path>
              <a:path w="2118994" h="2446654">
                <a:moveTo>
                  <a:pt x="1546402" y="1702447"/>
                </a:moveTo>
                <a:lnTo>
                  <a:pt x="1544193" y="1688934"/>
                </a:lnTo>
                <a:lnTo>
                  <a:pt x="1542554" y="1675257"/>
                </a:lnTo>
                <a:lnTo>
                  <a:pt x="1539951" y="1648485"/>
                </a:lnTo>
                <a:lnTo>
                  <a:pt x="1538274" y="1647939"/>
                </a:lnTo>
                <a:lnTo>
                  <a:pt x="1534375" y="1648523"/>
                </a:lnTo>
                <a:lnTo>
                  <a:pt x="1532166" y="1649653"/>
                </a:lnTo>
                <a:lnTo>
                  <a:pt x="1534845" y="1663319"/>
                </a:lnTo>
                <a:lnTo>
                  <a:pt x="1533093" y="1677263"/>
                </a:lnTo>
                <a:lnTo>
                  <a:pt x="1532496" y="1690903"/>
                </a:lnTo>
                <a:lnTo>
                  <a:pt x="1538617" y="1703603"/>
                </a:lnTo>
                <a:lnTo>
                  <a:pt x="1542503" y="1703019"/>
                </a:lnTo>
                <a:lnTo>
                  <a:pt x="1544180" y="1703565"/>
                </a:lnTo>
                <a:lnTo>
                  <a:pt x="1546402" y="1702447"/>
                </a:lnTo>
                <a:close/>
              </a:path>
              <a:path w="2118994" h="2446654">
                <a:moveTo>
                  <a:pt x="1756664" y="286207"/>
                </a:moveTo>
                <a:lnTo>
                  <a:pt x="1746364" y="276821"/>
                </a:lnTo>
                <a:lnTo>
                  <a:pt x="1748967" y="268884"/>
                </a:lnTo>
                <a:lnTo>
                  <a:pt x="1739900" y="255739"/>
                </a:lnTo>
                <a:lnTo>
                  <a:pt x="1742909" y="246532"/>
                </a:lnTo>
                <a:lnTo>
                  <a:pt x="1734604" y="231038"/>
                </a:lnTo>
                <a:lnTo>
                  <a:pt x="1738071" y="220421"/>
                </a:lnTo>
                <a:lnTo>
                  <a:pt x="1728444" y="209003"/>
                </a:lnTo>
                <a:lnTo>
                  <a:pt x="1705000" y="198983"/>
                </a:lnTo>
                <a:lnTo>
                  <a:pt x="1712112" y="177228"/>
                </a:lnTo>
                <a:lnTo>
                  <a:pt x="1700034" y="173278"/>
                </a:lnTo>
                <a:lnTo>
                  <a:pt x="1699488" y="174955"/>
                </a:lnTo>
                <a:lnTo>
                  <a:pt x="1690509" y="161518"/>
                </a:lnTo>
                <a:lnTo>
                  <a:pt x="1698891" y="135877"/>
                </a:lnTo>
                <a:lnTo>
                  <a:pt x="1686826" y="131927"/>
                </a:lnTo>
                <a:lnTo>
                  <a:pt x="1678165" y="158407"/>
                </a:lnTo>
                <a:lnTo>
                  <a:pt x="1669630" y="143675"/>
                </a:lnTo>
                <a:lnTo>
                  <a:pt x="1661185" y="128612"/>
                </a:lnTo>
                <a:lnTo>
                  <a:pt x="1664868" y="117348"/>
                </a:lnTo>
                <a:lnTo>
                  <a:pt x="1639074" y="114477"/>
                </a:lnTo>
                <a:lnTo>
                  <a:pt x="1614119" y="109105"/>
                </a:lnTo>
                <a:lnTo>
                  <a:pt x="1601228" y="107670"/>
                </a:lnTo>
                <a:lnTo>
                  <a:pt x="1590243" y="100380"/>
                </a:lnTo>
                <a:lnTo>
                  <a:pt x="1591335" y="97040"/>
                </a:lnTo>
                <a:lnTo>
                  <a:pt x="1587106" y="69100"/>
                </a:lnTo>
                <a:lnTo>
                  <a:pt x="1566595" y="50076"/>
                </a:lnTo>
                <a:lnTo>
                  <a:pt x="1544040" y="37325"/>
                </a:lnTo>
                <a:lnTo>
                  <a:pt x="1533664" y="28206"/>
                </a:lnTo>
                <a:lnTo>
                  <a:pt x="1521942" y="23190"/>
                </a:lnTo>
                <a:lnTo>
                  <a:pt x="1509039" y="21780"/>
                </a:lnTo>
                <a:lnTo>
                  <a:pt x="1495259" y="23063"/>
                </a:lnTo>
                <a:lnTo>
                  <a:pt x="1484299" y="15722"/>
                </a:lnTo>
                <a:lnTo>
                  <a:pt x="1471383" y="14338"/>
                </a:lnTo>
                <a:lnTo>
                  <a:pt x="1457655" y="15468"/>
                </a:lnTo>
                <a:lnTo>
                  <a:pt x="1432166" y="11709"/>
                </a:lnTo>
                <a:lnTo>
                  <a:pt x="1418767" y="11823"/>
                </a:lnTo>
                <a:lnTo>
                  <a:pt x="1393151" y="8458"/>
                </a:lnTo>
                <a:lnTo>
                  <a:pt x="1379499" y="9347"/>
                </a:lnTo>
                <a:lnTo>
                  <a:pt x="1353718" y="6451"/>
                </a:lnTo>
                <a:lnTo>
                  <a:pt x="1248943" y="0"/>
                </a:lnTo>
                <a:lnTo>
                  <a:pt x="1243482" y="16700"/>
                </a:lnTo>
                <a:lnTo>
                  <a:pt x="1229766" y="17805"/>
                </a:lnTo>
                <a:lnTo>
                  <a:pt x="1232496" y="9436"/>
                </a:lnTo>
                <a:lnTo>
                  <a:pt x="1219885" y="7162"/>
                </a:lnTo>
                <a:lnTo>
                  <a:pt x="1190218" y="97955"/>
                </a:lnTo>
                <a:lnTo>
                  <a:pt x="1171194" y="115316"/>
                </a:lnTo>
                <a:lnTo>
                  <a:pt x="1132840" y="232702"/>
                </a:lnTo>
                <a:lnTo>
                  <a:pt x="1131887" y="276517"/>
                </a:lnTo>
                <a:lnTo>
                  <a:pt x="1084072" y="422871"/>
                </a:lnTo>
                <a:lnTo>
                  <a:pt x="1083906" y="464273"/>
                </a:lnTo>
                <a:lnTo>
                  <a:pt x="1071778" y="501421"/>
                </a:lnTo>
                <a:lnTo>
                  <a:pt x="1071854" y="542036"/>
                </a:lnTo>
                <a:lnTo>
                  <a:pt x="1059649" y="579424"/>
                </a:lnTo>
                <a:lnTo>
                  <a:pt x="1059586" y="661441"/>
                </a:lnTo>
                <a:lnTo>
                  <a:pt x="1047369" y="698830"/>
                </a:lnTo>
                <a:lnTo>
                  <a:pt x="1048778" y="735393"/>
                </a:lnTo>
                <a:lnTo>
                  <a:pt x="1038123" y="768019"/>
                </a:lnTo>
                <a:lnTo>
                  <a:pt x="1039545" y="804583"/>
                </a:lnTo>
                <a:lnTo>
                  <a:pt x="1028890" y="837209"/>
                </a:lnTo>
                <a:lnTo>
                  <a:pt x="1026350" y="1008570"/>
                </a:lnTo>
                <a:lnTo>
                  <a:pt x="1003084" y="1284249"/>
                </a:lnTo>
                <a:lnTo>
                  <a:pt x="1011224" y="1341132"/>
                </a:lnTo>
                <a:lnTo>
                  <a:pt x="1003642" y="1446136"/>
                </a:lnTo>
                <a:lnTo>
                  <a:pt x="1012012" y="1502308"/>
                </a:lnTo>
                <a:lnTo>
                  <a:pt x="1008341" y="1554441"/>
                </a:lnTo>
                <a:lnTo>
                  <a:pt x="1007389" y="1598244"/>
                </a:lnTo>
                <a:lnTo>
                  <a:pt x="1018667" y="1645526"/>
                </a:lnTo>
                <a:lnTo>
                  <a:pt x="1017333" y="1731416"/>
                </a:lnTo>
                <a:lnTo>
                  <a:pt x="1020165" y="1804555"/>
                </a:lnTo>
                <a:lnTo>
                  <a:pt x="1009954" y="1794916"/>
                </a:lnTo>
                <a:lnTo>
                  <a:pt x="1011504" y="1790153"/>
                </a:lnTo>
                <a:lnTo>
                  <a:pt x="1000785" y="1782076"/>
                </a:lnTo>
                <a:lnTo>
                  <a:pt x="989952" y="1774317"/>
                </a:lnTo>
                <a:lnTo>
                  <a:pt x="985583" y="1787702"/>
                </a:lnTo>
                <a:lnTo>
                  <a:pt x="976350" y="1775053"/>
                </a:lnTo>
                <a:lnTo>
                  <a:pt x="976172" y="1775599"/>
                </a:lnTo>
                <a:lnTo>
                  <a:pt x="962596" y="1776285"/>
                </a:lnTo>
                <a:lnTo>
                  <a:pt x="970724" y="1751380"/>
                </a:lnTo>
                <a:lnTo>
                  <a:pt x="960843" y="1740738"/>
                </a:lnTo>
                <a:lnTo>
                  <a:pt x="964526" y="1729473"/>
                </a:lnTo>
                <a:lnTo>
                  <a:pt x="956081" y="1714423"/>
                </a:lnTo>
                <a:lnTo>
                  <a:pt x="959612" y="1703628"/>
                </a:lnTo>
                <a:lnTo>
                  <a:pt x="950912" y="1689354"/>
                </a:lnTo>
                <a:lnTo>
                  <a:pt x="952690" y="1683893"/>
                </a:lnTo>
                <a:lnTo>
                  <a:pt x="942047" y="1675587"/>
                </a:lnTo>
                <a:lnTo>
                  <a:pt x="943368" y="1671535"/>
                </a:lnTo>
                <a:lnTo>
                  <a:pt x="932776" y="1663065"/>
                </a:lnTo>
                <a:lnTo>
                  <a:pt x="925931" y="1643126"/>
                </a:lnTo>
                <a:lnTo>
                  <a:pt x="919695" y="1621294"/>
                </a:lnTo>
                <a:lnTo>
                  <a:pt x="912850" y="1601355"/>
                </a:lnTo>
                <a:lnTo>
                  <a:pt x="892086" y="1583118"/>
                </a:lnTo>
                <a:lnTo>
                  <a:pt x="893737" y="1578102"/>
                </a:lnTo>
                <a:lnTo>
                  <a:pt x="887399" y="1556588"/>
                </a:lnTo>
                <a:lnTo>
                  <a:pt x="868997" y="1531137"/>
                </a:lnTo>
                <a:lnTo>
                  <a:pt x="868565" y="1529689"/>
                </a:lnTo>
                <a:lnTo>
                  <a:pt x="855103" y="1532763"/>
                </a:lnTo>
                <a:lnTo>
                  <a:pt x="838708" y="1542046"/>
                </a:lnTo>
                <a:lnTo>
                  <a:pt x="836650" y="1548345"/>
                </a:lnTo>
                <a:lnTo>
                  <a:pt x="826770" y="1537703"/>
                </a:lnTo>
                <a:lnTo>
                  <a:pt x="817968" y="1523720"/>
                </a:lnTo>
                <a:lnTo>
                  <a:pt x="830783" y="1525397"/>
                </a:lnTo>
                <a:lnTo>
                  <a:pt x="843546" y="1527225"/>
                </a:lnTo>
                <a:lnTo>
                  <a:pt x="856411" y="1528737"/>
                </a:lnTo>
                <a:lnTo>
                  <a:pt x="868476" y="1529410"/>
                </a:lnTo>
                <a:lnTo>
                  <a:pt x="856322" y="1488109"/>
                </a:lnTo>
                <a:lnTo>
                  <a:pt x="842606" y="1489189"/>
                </a:lnTo>
                <a:lnTo>
                  <a:pt x="835507" y="1510944"/>
                </a:lnTo>
                <a:lnTo>
                  <a:pt x="823569" y="1506588"/>
                </a:lnTo>
                <a:lnTo>
                  <a:pt x="824534" y="1503654"/>
                </a:lnTo>
                <a:lnTo>
                  <a:pt x="815047" y="1491754"/>
                </a:lnTo>
                <a:lnTo>
                  <a:pt x="821753" y="1471269"/>
                </a:lnTo>
                <a:lnTo>
                  <a:pt x="810768" y="1463979"/>
                </a:lnTo>
                <a:lnTo>
                  <a:pt x="813638" y="1455191"/>
                </a:lnTo>
                <a:lnTo>
                  <a:pt x="802792" y="1447482"/>
                </a:lnTo>
                <a:lnTo>
                  <a:pt x="804024" y="1443723"/>
                </a:lnTo>
                <a:lnTo>
                  <a:pt x="793178" y="1436014"/>
                </a:lnTo>
                <a:lnTo>
                  <a:pt x="806729" y="1435430"/>
                </a:lnTo>
                <a:lnTo>
                  <a:pt x="808050" y="1431378"/>
                </a:lnTo>
                <a:lnTo>
                  <a:pt x="821550" y="1430959"/>
                </a:lnTo>
                <a:lnTo>
                  <a:pt x="823341" y="1425498"/>
                </a:lnTo>
                <a:lnTo>
                  <a:pt x="834580" y="1431975"/>
                </a:lnTo>
                <a:lnTo>
                  <a:pt x="826122" y="1457883"/>
                </a:lnTo>
                <a:lnTo>
                  <a:pt x="834440" y="1460601"/>
                </a:lnTo>
                <a:lnTo>
                  <a:pt x="838187" y="1461820"/>
                </a:lnTo>
                <a:lnTo>
                  <a:pt x="843457" y="1445691"/>
                </a:lnTo>
                <a:lnTo>
                  <a:pt x="835621" y="1428813"/>
                </a:lnTo>
                <a:lnTo>
                  <a:pt x="827265" y="1413497"/>
                </a:lnTo>
                <a:lnTo>
                  <a:pt x="819467" y="1396453"/>
                </a:lnTo>
                <a:lnTo>
                  <a:pt x="823290" y="1384744"/>
                </a:lnTo>
                <a:lnTo>
                  <a:pt x="813079" y="1375117"/>
                </a:lnTo>
                <a:lnTo>
                  <a:pt x="813955" y="1372438"/>
                </a:lnTo>
                <a:lnTo>
                  <a:pt x="801331" y="1370164"/>
                </a:lnTo>
                <a:lnTo>
                  <a:pt x="790943" y="1401953"/>
                </a:lnTo>
                <a:lnTo>
                  <a:pt x="781799" y="1389049"/>
                </a:lnTo>
                <a:lnTo>
                  <a:pt x="789711" y="1364843"/>
                </a:lnTo>
                <a:lnTo>
                  <a:pt x="806246" y="1355115"/>
                </a:lnTo>
                <a:lnTo>
                  <a:pt x="807339" y="1351762"/>
                </a:lnTo>
                <a:lnTo>
                  <a:pt x="797458" y="1341132"/>
                </a:lnTo>
                <a:lnTo>
                  <a:pt x="794727" y="1349489"/>
                </a:lnTo>
                <a:lnTo>
                  <a:pt x="778281" y="1358938"/>
                </a:lnTo>
                <a:lnTo>
                  <a:pt x="764565" y="1360004"/>
                </a:lnTo>
                <a:lnTo>
                  <a:pt x="765657" y="1356664"/>
                </a:lnTo>
                <a:lnTo>
                  <a:pt x="754138" y="1351051"/>
                </a:lnTo>
                <a:lnTo>
                  <a:pt x="767854" y="1349971"/>
                </a:lnTo>
                <a:lnTo>
                  <a:pt x="768946" y="1346631"/>
                </a:lnTo>
                <a:lnTo>
                  <a:pt x="782650" y="1345552"/>
                </a:lnTo>
                <a:lnTo>
                  <a:pt x="790308" y="1322133"/>
                </a:lnTo>
                <a:lnTo>
                  <a:pt x="785228" y="1296771"/>
                </a:lnTo>
                <a:lnTo>
                  <a:pt x="776732" y="1281887"/>
                </a:lnTo>
                <a:lnTo>
                  <a:pt x="768235" y="1267002"/>
                </a:lnTo>
                <a:lnTo>
                  <a:pt x="763612" y="1240243"/>
                </a:lnTo>
                <a:lnTo>
                  <a:pt x="747382" y="1208125"/>
                </a:lnTo>
                <a:lnTo>
                  <a:pt x="734809" y="1246606"/>
                </a:lnTo>
                <a:lnTo>
                  <a:pt x="724789" y="1236383"/>
                </a:lnTo>
                <a:lnTo>
                  <a:pt x="726846" y="1230109"/>
                </a:lnTo>
                <a:lnTo>
                  <a:pt x="716813" y="1219898"/>
                </a:lnTo>
                <a:lnTo>
                  <a:pt x="721347" y="1206042"/>
                </a:lnTo>
                <a:lnTo>
                  <a:pt x="711847" y="1194206"/>
                </a:lnTo>
                <a:lnTo>
                  <a:pt x="717727" y="1176223"/>
                </a:lnTo>
                <a:lnTo>
                  <a:pt x="702919" y="1180642"/>
                </a:lnTo>
                <a:lnTo>
                  <a:pt x="703605" y="1178547"/>
                </a:lnTo>
                <a:lnTo>
                  <a:pt x="691108" y="1175905"/>
                </a:lnTo>
                <a:lnTo>
                  <a:pt x="694677" y="1164983"/>
                </a:lnTo>
                <a:lnTo>
                  <a:pt x="682599" y="1161046"/>
                </a:lnTo>
                <a:lnTo>
                  <a:pt x="696810" y="1117549"/>
                </a:lnTo>
                <a:lnTo>
                  <a:pt x="708888" y="1121486"/>
                </a:lnTo>
                <a:lnTo>
                  <a:pt x="701497" y="1103198"/>
                </a:lnTo>
                <a:lnTo>
                  <a:pt x="694118" y="1084897"/>
                </a:lnTo>
                <a:lnTo>
                  <a:pt x="686574" y="1067079"/>
                </a:lnTo>
                <a:lnTo>
                  <a:pt x="681405" y="1054849"/>
                </a:lnTo>
                <a:lnTo>
                  <a:pt x="681405" y="1082890"/>
                </a:lnTo>
                <a:lnTo>
                  <a:pt x="679234" y="1089583"/>
                </a:lnTo>
                <a:lnTo>
                  <a:pt x="665518" y="1090650"/>
                </a:lnTo>
                <a:lnTo>
                  <a:pt x="653440" y="1086713"/>
                </a:lnTo>
                <a:lnTo>
                  <a:pt x="658291" y="1071867"/>
                </a:lnTo>
                <a:lnTo>
                  <a:pt x="648538" y="1060831"/>
                </a:lnTo>
                <a:lnTo>
                  <a:pt x="651205" y="1052664"/>
                </a:lnTo>
                <a:lnTo>
                  <a:pt x="661365" y="1062456"/>
                </a:lnTo>
                <a:lnTo>
                  <a:pt x="672592" y="1069009"/>
                </a:lnTo>
                <a:lnTo>
                  <a:pt x="670979" y="1073924"/>
                </a:lnTo>
                <a:lnTo>
                  <a:pt x="681405" y="1082890"/>
                </a:lnTo>
                <a:lnTo>
                  <a:pt x="681405" y="1054849"/>
                </a:lnTo>
                <a:lnTo>
                  <a:pt x="679043" y="1049248"/>
                </a:lnTo>
                <a:lnTo>
                  <a:pt x="663346" y="1015479"/>
                </a:lnTo>
                <a:lnTo>
                  <a:pt x="646734" y="984542"/>
                </a:lnTo>
                <a:lnTo>
                  <a:pt x="645083" y="989609"/>
                </a:lnTo>
                <a:lnTo>
                  <a:pt x="631253" y="991057"/>
                </a:lnTo>
                <a:lnTo>
                  <a:pt x="629285" y="997064"/>
                </a:lnTo>
                <a:lnTo>
                  <a:pt x="614946" y="1000074"/>
                </a:lnTo>
                <a:lnTo>
                  <a:pt x="631926" y="948080"/>
                </a:lnTo>
                <a:lnTo>
                  <a:pt x="631037" y="947343"/>
                </a:lnTo>
                <a:lnTo>
                  <a:pt x="621449" y="939253"/>
                </a:lnTo>
                <a:lnTo>
                  <a:pt x="625830" y="925868"/>
                </a:lnTo>
                <a:lnTo>
                  <a:pt x="603326" y="912952"/>
                </a:lnTo>
                <a:lnTo>
                  <a:pt x="592074" y="906500"/>
                </a:lnTo>
                <a:lnTo>
                  <a:pt x="595617" y="895629"/>
                </a:lnTo>
                <a:lnTo>
                  <a:pt x="585736" y="884999"/>
                </a:lnTo>
                <a:lnTo>
                  <a:pt x="586828" y="881646"/>
                </a:lnTo>
                <a:lnTo>
                  <a:pt x="573659" y="881049"/>
                </a:lnTo>
                <a:lnTo>
                  <a:pt x="579628" y="862774"/>
                </a:lnTo>
                <a:lnTo>
                  <a:pt x="570407" y="850125"/>
                </a:lnTo>
                <a:lnTo>
                  <a:pt x="572935" y="842365"/>
                </a:lnTo>
                <a:lnTo>
                  <a:pt x="586778" y="840905"/>
                </a:lnTo>
                <a:lnTo>
                  <a:pt x="588962" y="834212"/>
                </a:lnTo>
                <a:lnTo>
                  <a:pt x="574713" y="836955"/>
                </a:lnTo>
                <a:lnTo>
                  <a:pt x="573062" y="841984"/>
                </a:lnTo>
                <a:lnTo>
                  <a:pt x="558812" y="844727"/>
                </a:lnTo>
                <a:lnTo>
                  <a:pt x="572477" y="802894"/>
                </a:lnTo>
                <a:lnTo>
                  <a:pt x="559473" y="801801"/>
                </a:lnTo>
                <a:lnTo>
                  <a:pt x="558279" y="805434"/>
                </a:lnTo>
                <a:lnTo>
                  <a:pt x="544715" y="806069"/>
                </a:lnTo>
                <a:lnTo>
                  <a:pt x="551065" y="786650"/>
                </a:lnTo>
                <a:lnTo>
                  <a:pt x="545553" y="762622"/>
                </a:lnTo>
                <a:lnTo>
                  <a:pt x="535025" y="753922"/>
                </a:lnTo>
                <a:lnTo>
                  <a:pt x="537933" y="745032"/>
                </a:lnTo>
                <a:lnTo>
                  <a:pt x="527418" y="736333"/>
                </a:lnTo>
                <a:lnTo>
                  <a:pt x="529056" y="731329"/>
                </a:lnTo>
                <a:lnTo>
                  <a:pt x="542226" y="731913"/>
                </a:lnTo>
                <a:lnTo>
                  <a:pt x="531609" y="723519"/>
                </a:lnTo>
                <a:lnTo>
                  <a:pt x="520992" y="715111"/>
                </a:lnTo>
                <a:lnTo>
                  <a:pt x="501243" y="693762"/>
                </a:lnTo>
                <a:lnTo>
                  <a:pt x="482625" y="668959"/>
                </a:lnTo>
                <a:lnTo>
                  <a:pt x="476846" y="645756"/>
                </a:lnTo>
                <a:lnTo>
                  <a:pt x="480225" y="635406"/>
                </a:lnTo>
                <a:lnTo>
                  <a:pt x="469696" y="626757"/>
                </a:lnTo>
                <a:lnTo>
                  <a:pt x="457923" y="621868"/>
                </a:lnTo>
                <a:lnTo>
                  <a:pt x="445541" y="618871"/>
                </a:lnTo>
                <a:lnTo>
                  <a:pt x="433120" y="616013"/>
                </a:lnTo>
                <a:lnTo>
                  <a:pt x="421817" y="609727"/>
                </a:lnTo>
                <a:lnTo>
                  <a:pt x="411949" y="599033"/>
                </a:lnTo>
                <a:lnTo>
                  <a:pt x="416433" y="585292"/>
                </a:lnTo>
                <a:lnTo>
                  <a:pt x="429602" y="585889"/>
                </a:lnTo>
                <a:lnTo>
                  <a:pt x="418172" y="579958"/>
                </a:lnTo>
                <a:lnTo>
                  <a:pt x="394919" y="569341"/>
                </a:lnTo>
                <a:lnTo>
                  <a:pt x="395566" y="567359"/>
                </a:lnTo>
                <a:lnTo>
                  <a:pt x="373926" y="551840"/>
                </a:lnTo>
                <a:lnTo>
                  <a:pt x="326517" y="533349"/>
                </a:lnTo>
                <a:lnTo>
                  <a:pt x="275640" y="525513"/>
                </a:lnTo>
                <a:lnTo>
                  <a:pt x="236207" y="523519"/>
                </a:lnTo>
                <a:lnTo>
                  <a:pt x="222732" y="523862"/>
                </a:lnTo>
                <a:lnTo>
                  <a:pt x="184569" y="518007"/>
                </a:lnTo>
                <a:lnTo>
                  <a:pt x="158623" y="515645"/>
                </a:lnTo>
                <a:lnTo>
                  <a:pt x="132778" y="512953"/>
                </a:lnTo>
                <a:lnTo>
                  <a:pt x="106984" y="510108"/>
                </a:lnTo>
                <a:lnTo>
                  <a:pt x="93941" y="509117"/>
                </a:lnTo>
                <a:lnTo>
                  <a:pt x="80441" y="509549"/>
                </a:lnTo>
                <a:lnTo>
                  <a:pt x="78308" y="516102"/>
                </a:lnTo>
                <a:lnTo>
                  <a:pt x="63119" y="521703"/>
                </a:lnTo>
                <a:lnTo>
                  <a:pt x="16281" y="665060"/>
                </a:lnTo>
                <a:lnTo>
                  <a:pt x="9194" y="850328"/>
                </a:lnTo>
                <a:lnTo>
                  <a:pt x="0" y="1001166"/>
                </a:lnTo>
                <a:lnTo>
                  <a:pt x="9169" y="1054900"/>
                </a:lnTo>
                <a:lnTo>
                  <a:pt x="6210" y="1104861"/>
                </a:lnTo>
                <a:lnTo>
                  <a:pt x="14744" y="1160538"/>
                </a:lnTo>
                <a:lnTo>
                  <a:pt x="11150" y="1212418"/>
                </a:lnTo>
                <a:lnTo>
                  <a:pt x="19634" y="1268247"/>
                </a:lnTo>
                <a:lnTo>
                  <a:pt x="16090" y="1319987"/>
                </a:lnTo>
                <a:lnTo>
                  <a:pt x="24714" y="1375397"/>
                </a:lnTo>
                <a:lnTo>
                  <a:pt x="21399" y="1426438"/>
                </a:lnTo>
                <a:lnTo>
                  <a:pt x="47447" y="1592097"/>
                </a:lnTo>
                <a:lnTo>
                  <a:pt x="44170" y="1643024"/>
                </a:lnTo>
                <a:lnTo>
                  <a:pt x="61836" y="1752549"/>
                </a:lnTo>
                <a:lnTo>
                  <a:pt x="72974" y="1800225"/>
                </a:lnTo>
                <a:lnTo>
                  <a:pt x="72237" y="1843405"/>
                </a:lnTo>
                <a:lnTo>
                  <a:pt x="106540" y="1983778"/>
                </a:lnTo>
                <a:lnTo>
                  <a:pt x="110464" y="2053577"/>
                </a:lnTo>
                <a:lnTo>
                  <a:pt x="124396" y="2092718"/>
                </a:lnTo>
                <a:lnTo>
                  <a:pt x="126453" y="2127300"/>
                </a:lnTo>
                <a:lnTo>
                  <a:pt x="194373" y="2410180"/>
                </a:lnTo>
                <a:lnTo>
                  <a:pt x="209334" y="2446172"/>
                </a:lnTo>
                <a:lnTo>
                  <a:pt x="556704" y="2446159"/>
                </a:lnTo>
                <a:lnTo>
                  <a:pt x="547331" y="2433955"/>
                </a:lnTo>
                <a:lnTo>
                  <a:pt x="540931" y="2412682"/>
                </a:lnTo>
                <a:lnTo>
                  <a:pt x="542569" y="2407653"/>
                </a:lnTo>
                <a:lnTo>
                  <a:pt x="534593" y="2391168"/>
                </a:lnTo>
                <a:lnTo>
                  <a:pt x="542785" y="2366073"/>
                </a:lnTo>
                <a:lnTo>
                  <a:pt x="534822" y="2349576"/>
                </a:lnTo>
                <a:lnTo>
                  <a:pt x="538416" y="2338578"/>
                </a:lnTo>
                <a:lnTo>
                  <a:pt x="530987" y="2326144"/>
                </a:lnTo>
                <a:lnTo>
                  <a:pt x="530987" y="2361298"/>
                </a:lnTo>
                <a:lnTo>
                  <a:pt x="514553" y="2370734"/>
                </a:lnTo>
                <a:lnTo>
                  <a:pt x="512356" y="2377427"/>
                </a:lnTo>
                <a:lnTo>
                  <a:pt x="502526" y="2366632"/>
                </a:lnTo>
                <a:lnTo>
                  <a:pt x="507822" y="2350427"/>
                </a:lnTo>
                <a:lnTo>
                  <a:pt x="522744" y="2345639"/>
                </a:lnTo>
                <a:lnTo>
                  <a:pt x="520560" y="2352332"/>
                </a:lnTo>
                <a:lnTo>
                  <a:pt x="530987" y="2361298"/>
                </a:lnTo>
                <a:lnTo>
                  <a:pt x="530987" y="2326144"/>
                </a:lnTo>
                <a:lnTo>
                  <a:pt x="529780" y="2324112"/>
                </a:lnTo>
                <a:lnTo>
                  <a:pt x="533120" y="2313876"/>
                </a:lnTo>
                <a:lnTo>
                  <a:pt x="524332" y="2299868"/>
                </a:lnTo>
                <a:lnTo>
                  <a:pt x="521690" y="2267064"/>
                </a:lnTo>
                <a:lnTo>
                  <a:pt x="504329" y="2197519"/>
                </a:lnTo>
                <a:lnTo>
                  <a:pt x="489610" y="2160765"/>
                </a:lnTo>
                <a:lnTo>
                  <a:pt x="479450" y="2069185"/>
                </a:lnTo>
                <a:lnTo>
                  <a:pt x="464235" y="2033981"/>
                </a:lnTo>
                <a:lnTo>
                  <a:pt x="450380" y="1912810"/>
                </a:lnTo>
                <a:lnTo>
                  <a:pt x="447230" y="1881517"/>
                </a:lnTo>
                <a:lnTo>
                  <a:pt x="428675" y="1815630"/>
                </a:lnTo>
                <a:lnTo>
                  <a:pt x="425538" y="1784350"/>
                </a:lnTo>
                <a:lnTo>
                  <a:pt x="414782" y="1735467"/>
                </a:lnTo>
                <a:lnTo>
                  <a:pt x="416102" y="1690535"/>
                </a:lnTo>
                <a:lnTo>
                  <a:pt x="404482" y="1603425"/>
                </a:lnTo>
                <a:lnTo>
                  <a:pt x="397738" y="1583169"/>
                </a:lnTo>
                <a:lnTo>
                  <a:pt x="396316" y="1546606"/>
                </a:lnTo>
                <a:lnTo>
                  <a:pt x="401650" y="1530286"/>
                </a:lnTo>
                <a:lnTo>
                  <a:pt x="414388" y="1573098"/>
                </a:lnTo>
                <a:lnTo>
                  <a:pt x="420878" y="1594116"/>
                </a:lnTo>
                <a:lnTo>
                  <a:pt x="427532" y="1614652"/>
                </a:lnTo>
                <a:lnTo>
                  <a:pt x="445452" y="1641602"/>
                </a:lnTo>
                <a:lnTo>
                  <a:pt x="451243" y="1664754"/>
                </a:lnTo>
                <a:lnTo>
                  <a:pt x="457149" y="1687601"/>
                </a:lnTo>
                <a:lnTo>
                  <a:pt x="475373" y="1713598"/>
                </a:lnTo>
                <a:lnTo>
                  <a:pt x="488137" y="1756333"/>
                </a:lnTo>
                <a:lnTo>
                  <a:pt x="563346" y="1894166"/>
                </a:lnTo>
                <a:lnTo>
                  <a:pt x="596125" y="1957412"/>
                </a:lnTo>
                <a:lnTo>
                  <a:pt x="612648" y="1988642"/>
                </a:lnTo>
                <a:lnTo>
                  <a:pt x="629323" y="2019401"/>
                </a:lnTo>
                <a:lnTo>
                  <a:pt x="657847" y="2054783"/>
                </a:lnTo>
                <a:lnTo>
                  <a:pt x="674446" y="2085759"/>
                </a:lnTo>
                <a:lnTo>
                  <a:pt x="703224" y="2120354"/>
                </a:lnTo>
                <a:lnTo>
                  <a:pt x="728370" y="2166074"/>
                </a:lnTo>
                <a:lnTo>
                  <a:pt x="736815" y="2181123"/>
                </a:lnTo>
                <a:lnTo>
                  <a:pt x="745363" y="2195855"/>
                </a:lnTo>
                <a:lnTo>
                  <a:pt x="754062" y="2210130"/>
                </a:lnTo>
                <a:lnTo>
                  <a:pt x="784720" y="2238959"/>
                </a:lnTo>
                <a:lnTo>
                  <a:pt x="803630" y="2262886"/>
                </a:lnTo>
                <a:lnTo>
                  <a:pt x="822731" y="2286203"/>
                </a:lnTo>
                <a:lnTo>
                  <a:pt x="841946" y="2309203"/>
                </a:lnTo>
                <a:lnTo>
                  <a:pt x="863244" y="2325763"/>
                </a:lnTo>
                <a:lnTo>
                  <a:pt x="872693" y="2337765"/>
                </a:lnTo>
                <a:lnTo>
                  <a:pt x="894613" y="2352446"/>
                </a:lnTo>
                <a:lnTo>
                  <a:pt x="905078" y="2361298"/>
                </a:lnTo>
                <a:lnTo>
                  <a:pt x="928357" y="2371852"/>
                </a:lnTo>
                <a:lnTo>
                  <a:pt x="940066" y="2376894"/>
                </a:lnTo>
                <a:lnTo>
                  <a:pt x="964057" y="2385250"/>
                </a:lnTo>
                <a:lnTo>
                  <a:pt x="975880" y="2389987"/>
                </a:lnTo>
                <a:lnTo>
                  <a:pt x="987945" y="2393924"/>
                </a:lnTo>
                <a:lnTo>
                  <a:pt x="989037" y="2390584"/>
                </a:lnTo>
                <a:lnTo>
                  <a:pt x="1004379" y="2384539"/>
                </a:lnTo>
                <a:lnTo>
                  <a:pt x="1019606" y="2378811"/>
                </a:lnTo>
                <a:lnTo>
                  <a:pt x="1046708" y="2377656"/>
                </a:lnTo>
                <a:lnTo>
                  <a:pt x="1061427" y="2373490"/>
                </a:lnTo>
                <a:lnTo>
                  <a:pt x="1104531" y="2364257"/>
                </a:lnTo>
                <a:lnTo>
                  <a:pt x="1148753" y="2351570"/>
                </a:lnTo>
                <a:lnTo>
                  <a:pt x="1193596" y="2337003"/>
                </a:lnTo>
                <a:lnTo>
                  <a:pt x="1238542" y="2322118"/>
                </a:lnTo>
                <a:lnTo>
                  <a:pt x="1238783" y="2321369"/>
                </a:lnTo>
                <a:lnTo>
                  <a:pt x="1250950" y="2325014"/>
                </a:lnTo>
                <a:lnTo>
                  <a:pt x="1263218" y="2328354"/>
                </a:lnTo>
                <a:lnTo>
                  <a:pt x="1263777" y="2326652"/>
                </a:lnTo>
                <a:lnTo>
                  <a:pt x="1277264" y="2326259"/>
                </a:lnTo>
                <a:lnTo>
                  <a:pt x="1278991" y="2320975"/>
                </a:lnTo>
                <a:lnTo>
                  <a:pt x="1516253" y="1594688"/>
                </a:lnTo>
                <a:lnTo>
                  <a:pt x="1522387" y="1616837"/>
                </a:lnTo>
                <a:lnTo>
                  <a:pt x="1509217" y="1616240"/>
                </a:lnTo>
                <a:lnTo>
                  <a:pt x="1278991" y="2320975"/>
                </a:lnTo>
                <a:lnTo>
                  <a:pt x="1292987" y="2319020"/>
                </a:lnTo>
                <a:lnTo>
                  <a:pt x="1295019" y="2312797"/>
                </a:lnTo>
                <a:lnTo>
                  <a:pt x="1325079" y="2302586"/>
                </a:lnTo>
                <a:lnTo>
                  <a:pt x="1373517" y="2276995"/>
                </a:lnTo>
                <a:lnTo>
                  <a:pt x="1391500" y="2262848"/>
                </a:lnTo>
                <a:lnTo>
                  <a:pt x="1422120" y="2250922"/>
                </a:lnTo>
                <a:lnTo>
                  <a:pt x="1440980" y="2234107"/>
                </a:lnTo>
                <a:lnTo>
                  <a:pt x="1460855" y="2214156"/>
                </a:lnTo>
                <a:lnTo>
                  <a:pt x="1512570" y="2055850"/>
                </a:lnTo>
                <a:lnTo>
                  <a:pt x="1506423" y="2033765"/>
                </a:lnTo>
                <a:lnTo>
                  <a:pt x="1515160" y="2007006"/>
                </a:lnTo>
                <a:lnTo>
                  <a:pt x="1528330" y="2007590"/>
                </a:lnTo>
                <a:lnTo>
                  <a:pt x="1517281" y="2000542"/>
                </a:lnTo>
                <a:lnTo>
                  <a:pt x="1507401" y="1989874"/>
                </a:lnTo>
                <a:lnTo>
                  <a:pt x="1520037" y="1951189"/>
                </a:lnTo>
                <a:lnTo>
                  <a:pt x="1514614" y="1926882"/>
                </a:lnTo>
                <a:lnTo>
                  <a:pt x="1509356" y="1902104"/>
                </a:lnTo>
                <a:lnTo>
                  <a:pt x="1516265" y="1880958"/>
                </a:lnTo>
                <a:lnTo>
                  <a:pt x="1511147" y="1855711"/>
                </a:lnTo>
                <a:lnTo>
                  <a:pt x="1517154" y="1837321"/>
                </a:lnTo>
                <a:lnTo>
                  <a:pt x="1525955" y="1851291"/>
                </a:lnTo>
                <a:lnTo>
                  <a:pt x="1526501" y="1849628"/>
                </a:lnTo>
                <a:lnTo>
                  <a:pt x="1539113" y="1851888"/>
                </a:lnTo>
                <a:lnTo>
                  <a:pt x="1533055" y="1759597"/>
                </a:lnTo>
                <a:lnTo>
                  <a:pt x="1533055" y="1829536"/>
                </a:lnTo>
                <a:lnTo>
                  <a:pt x="1532509" y="1831213"/>
                </a:lnTo>
                <a:lnTo>
                  <a:pt x="1519897" y="1828939"/>
                </a:lnTo>
                <a:lnTo>
                  <a:pt x="1524215" y="1815719"/>
                </a:lnTo>
                <a:lnTo>
                  <a:pt x="1523695" y="1796859"/>
                </a:lnTo>
                <a:lnTo>
                  <a:pt x="1525409" y="1812061"/>
                </a:lnTo>
                <a:lnTo>
                  <a:pt x="1533055" y="1829536"/>
                </a:lnTo>
                <a:lnTo>
                  <a:pt x="1533055" y="1759597"/>
                </a:lnTo>
                <a:lnTo>
                  <a:pt x="1532407" y="1749729"/>
                </a:lnTo>
                <a:lnTo>
                  <a:pt x="1542249" y="1719605"/>
                </a:lnTo>
                <a:lnTo>
                  <a:pt x="1530184" y="1715655"/>
                </a:lnTo>
                <a:lnTo>
                  <a:pt x="1527492" y="1723885"/>
                </a:lnTo>
                <a:lnTo>
                  <a:pt x="1527492" y="1764766"/>
                </a:lnTo>
                <a:lnTo>
                  <a:pt x="1523174" y="1778000"/>
                </a:lnTo>
                <a:lnTo>
                  <a:pt x="1516519" y="1757476"/>
                </a:lnTo>
                <a:lnTo>
                  <a:pt x="1517611" y="1754136"/>
                </a:lnTo>
                <a:lnTo>
                  <a:pt x="1527492" y="1764766"/>
                </a:lnTo>
                <a:lnTo>
                  <a:pt x="1527492" y="1723885"/>
                </a:lnTo>
                <a:lnTo>
                  <a:pt x="1526349" y="1727365"/>
                </a:lnTo>
                <a:lnTo>
                  <a:pt x="1509471" y="1697266"/>
                </a:lnTo>
                <a:lnTo>
                  <a:pt x="1505572" y="1668297"/>
                </a:lnTo>
                <a:lnTo>
                  <a:pt x="1516367" y="1635252"/>
                </a:lnTo>
                <a:lnTo>
                  <a:pt x="1526260" y="1645869"/>
                </a:lnTo>
                <a:lnTo>
                  <a:pt x="1534121" y="1621790"/>
                </a:lnTo>
                <a:lnTo>
                  <a:pt x="1529143" y="1596123"/>
                </a:lnTo>
                <a:lnTo>
                  <a:pt x="1522018" y="1577047"/>
                </a:lnTo>
                <a:lnTo>
                  <a:pt x="1513649" y="1570583"/>
                </a:lnTo>
                <a:lnTo>
                  <a:pt x="1513649" y="1578800"/>
                </a:lnTo>
                <a:lnTo>
                  <a:pt x="1508620" y="1577162"/>
                </a:lnTo>
                <a:lnTo>
                  <a:pt x="1508074" y="1578825"/>
                </a:lnTo>
                <a:lnTo>
                  <a:pt x="1497101" y="1571536"/>
                </a:lnTo>
                <a:lnTo>
                  <a:pt x="1497647" y="1569872"/>
                </a:lnTo>
                <a:lnTo>
                  <a:pt x="1509306" y="1575066"/>
                </a:lnTo>
                <a:lnTo>
                  <a:pt x="1513649" y="1578800"/>
                </a:lnTo>
                <a:lnTo>
                  <a:pt x="1513649" y="1570583"/>
                </a:lnTo>
                <a:lnTo>
                  <a:pt x="1511350" y="1568792"/>
                </a:lnTo>
                <a:lnTo>
                  <a:pt x="1502232" y="1555813"/>
                </a:lnTo>
                <a:lnTo>
                  <a:pt x="1511312" y="1528038"/>
                </a:lnTo>
                <a:lnTo>
                  <a:pt x="1500873" y="1519085"/>
                </a:lnTo>
                <a:lnTo>
                  <a:pt x="1501419" y="1517408"/>
                </a:lnTo>
                <a:lnTo>
                  <a:pt x="1491792" y="1505991"/>
                </a:lnTo>
                <a:lnTo>
                  <a:pt x="1496263" y="1492288"/>
                </a:lnTo>
                <a:lnTo>
                  <a:pt x="1486027" y="1482750"/>
                </a:lnTo>
                <a:lnTo>
                  <a:pt x="1500276" y="1439100"/>
                </a:lnTo>
                <a:lnTo>
                  <a:pt x="1490891" y="1426946"/>
                </a:lnTo>
                <a:lnTo>
                  <a:pt x="1493431" y="1419161"/>
                </a:lnTo>
                <a:lnTo>
                  <a:pt x="1510804" y="1406893"/>
                </a:lnTo>
                <a:lnTo>
                  <a:pt x="1516621" y="1389062"/>
                </a:lnTo>
                <a:lnTo>
                  <a:pt x="1506258" y="1379905"/>
                </a:lnTo>
                <a:lnTo>
                  <a:pt x="1509471" y="1370063"/>
                </a:lnTo>
                <a:lnTo>
                  <a:pt x="1498498" y="1362773"/>
                </a:lnTo>
                <a:lnTo>
                  <a:pt x="1487957" y="1354124"/>
                </a:lnTo>
                <a:lnTo>
                  <a:pt x="1503908" y="1305306"/>
                </a:lnTo>
                <a:lnTo>
                  <a:pt x="1514182" y="1314729"/>
                </a:lnTo>
                <a:lnTo>
                  <a:pt x="1512709" y="1319276"/>
                </a:lnTo>
                <a:lnTo>
                  <a:pt x="1523288" y="1327772"/>
                </a:lnTo>
                <a:lnTo>
                  <a:pt x="1531607" y="1302308"/>
                </a:lnTo>
                <a:lnTo>
                  <a:pt x="1523873" y="1285100"/>
                </a:lnTo>
                <a:lnTo>
                  <a:pt x="1528013" y="1272438"/>
                </a:lnTo>
                <a:lnTo>
                  <a:pt x="1522082" y="1249667"/>
                </a:lnTo>
                <a:lnTo>
                  <a:pt x="1528229" y="1230845"/>
                </a:lnTo>
                <a:lnTo>
                  <a:pt x="1522310" y="1208087"/>
                </a:lnTo>
                <a:lnTo>
                  <a:pt x="1514246" y="1232763"/>
                </a:lnTo>
                <a:lnTo>
                  <a:pt x="1502727" y="1227137"/>
                </a:lnTo>
                <a:lnTo>
                  <a:pt x="1506423" y="1215796"/>
                </a:lnTo>
                <a:lnTo>
                  <a:pt x="1496529" y="1205217"/>
                </a:lnTo>
                <a:lnTo>
                  <a:pt x="1517434" y="1141222"/>
                </a:lnTo>
                <a:lnTo>
                  <a:pt x="1527314" y="1151864"/>
                </a:lnTo>
                <a:lnTo>
                  <a:pt x="1531543" y="1138923"/>
                </a:lnTo>
                <a:lnTo>
                  <a:pt x="1526374" y="1113840"/>
                </a:lnTo>
                <a:lnTo>
                  <a:pt x="1541894" y="1066330"/>
                </a:lnTo>
                <a:lnTo>
                  <a:pt x="1531937" y="1055928"/>
                </a:lnTo>
                <a:lnTo>
                  <a:pt x="1545805" y="1013472"/>
                </a:lnTo>
                <a:lnTo>
                  <a:pt x="1532089" y="1014552"/>
                </a:lnTo>
                <a:lnTo>
                  <a:pt x="1531543" y="1016228"/>
                </a:lnTo>
                <a:lnTo>
                  <a:pt x="1518373" y="1015631"/>
                </a:lnTo>
                <a:lnTo>
                  <a:pt x="1526679" y="990219"/>
                </a:lnTo>
                <a:lnTo>
                  <a:pt x="1756664" y="286207"/>
                </a:lnTo>
                <a:close/>
              </a:path>
              <a:path w="2118994" h="2446654">
                <a:moveTo>
                  <a:pt x="1838693" y="518528"/>
                </a:moveTo>
                <a:lnTo>
                  <a:pt x="1837575" y="516305"/>
                </a:lnTo>
                <a:lnTo>
                  <a:pt x="1835899" y="515759"/>
                </a:lnTo>
                <a:lnTo>
                  <a:pt x="1837029" y="517982"/>
                </a:lnTo>
                <a:lnTo>
                  <a:pt x="1838693" y="518528"/>
                </a:lnTo>
                <a:close/>
              </a:path>
              <a:path w="2118994" h="2446654">
                <a:moveTo>
                  <a:pt x="2118753" y="1222692"/>
                </a:moveTo>
                <a:lnTo>
                  <a:pt x="2118182" y="406501"/>
                </a:lnTo>
                <a:lnTo>
                  <a:pt x="2118017" y="161645"/>
                </a:lnTo>
                <a:lnTo>
                  <a:pt x="2105901" y="198716"/>
                </a:lnTo>
                <a:lnTo>
                  <a:pt x="2105736" y="240118"/>
                </a:lnTo>
                <a:lnTo>
                  <a:pt x="2093442" y="277736"/>
                </a:lnTo>
                <a:lnTo>
                  <a:pt x="2089505" y="330682"/>
                </a:lnTo>
                <a:lnTo>
                  <a:pt x="2073579" y="379463"/>
                </a:lnTo>
                <a:lnTo>
                  <a:pt x="2069744" y="432092"/>
                </a:lnTo>
                <a:lnTo>
                  <a:pt x="2053805" y="480860"/>
                </a:lnTo>
                <a:lnTo>
                  <a:pt x="2049868" y="533819"/>
                </a:lnTo>
                <a:lnTo>
                  <a:pt x="2028215" y="600113"/>
                </a:lnTo>
                <a:lnTo>
                  <a:pt x="2018220" y="671601"/>
                </a:lnTo>
                <a:lnTo>
                  <a:pt x="1989302" y="801014"/>
                </a:lnTo>
                <a:lnTo>
                  <a:pt x="1988210" y="804367"/>
                </a:lnTo>
                <a:lnTo>
                  <a:pt x="1979739" y="789393"/>
                </a:lnTo>
                <a:lnTo>
                  <a:pt x="1971167" y="774725"/>
                </a:lnTo>
                <a:lnTo>
                  <a:pt x="1950529" y="756119"/>
                </a:lnTo>
                <a:lnTo>
                  <a:pt x="1942058" y="741146"/>
                </a:lnTo>
                <a:lnTo>
                  <a:pt x="1937753" y="754316"/>
                </a:lnTo>
                <a:lnTo>
                  <a:pt x="1948103" y="763524"/>
                </a:lnTo>
                <a:lnTo>
                  <a:pt x="1945932" y="770191"/>
                </a:lnTo>
                <a:lnTo>
                  <a:pt x="1934997" y="762762"/>
                </a:lnTo>
                <a:lnTo>
                  <a:pt x="1935975" y="759764"/>
                </a:lnTo>
                <a:lnTo>
                  <a:pt x="1924786" y="753122"/>
                </a:lnTo>
                <a:lnTo>
                  <a:pt x="1913547" y="746645"/>
                </a:lnTo>
                <a:lnTo>
                  <a:pt x="1926780" y="747026"/>
                </a:lnTo>
                <a:lnTo>
                  <a:pt x="1929307" y="739292"/>
                </a:lnTo>
                <a:lnTo>
                  <a:pt x="1943150" y="737806"/>
                </a:lnTo>
                <a:lnTo>
                  <a:pt x="1935099" y="721575"/>
                </a:lnTo>
                <a:lnTo>
                  <a:pt x="1926932" y="705650"/>
                </a:lnTo>
                <a:lnTo>
                  <a:pt x="1918766" y="689737"/>
                </a:lnTo>
                <a:lnTo>
                  <a:pt x="1908708" y="679653"/>
                </a:lnTo>
                <a:lnTo>
                  <a:pt x="1898637" y="669569"/>
                </a:lnTo>
                <a:lnTo>
                  <a:pt x="1894725" y="681558"/>
                </a:lnTo>
                <a:lnTo>
                  <a:pt x="1904898" y="691286"/>
                </a:lnTo>
                <a:lnTo>
                  <a:pt x="1900859" y="703643"/>
                </a:lnTo>
                <a:lnTo>
                  <a:pt x="1890369" y="694867"/>
                </a:lnTo>
                <a:lnTo>
                  <a:pt x="1893176" y="686295"/>
                </a:lnTo>
                <a:lnTo>
                  <a:pt x="1882686" y="677494"/>
                </a:lnTo>
                <a:lnTo>
                  <a:pt x="1889848" y="655586"/>
                </a:lnTo>
                <a:lnTo>
                  <a:pt x="1883244" y="634911"/>
                </a:lnTo>
                <a:lnTo>
                  <a:pt x="1882838" y="636143"/>
                </a:lnTo>
                <a:lnTo>
                  <a:pt x="1871649" y="629500"/>
                </a:lnTo>
                <a:lnTo>
                  <a:pt x="1876628" y="614235"/>
                </a:lnTo>
                <a:lnTo>
                  <a:pt x="1866201" y="605269"/>
                </a:lnTo>
                <a:lnTo>
                  <a:pt x="1868932" y="596912"/>
                </a:lnTo>
                <a:lnTo>
                  <a:pt x="1859051" y="586270"/>
                </a:lnTo>
                <a:lnTo>
                  <a:pt x="1857413" y="591286"/>
                </a:lnTo>
                <a:lnTo>
                  <a:pt x="1845424" y="587082"/>
                </a:lnTo>
                <a:lnTo>
                  <a:pt x="1833727" y="581990"/>
                </a:lnTo>
                <a:lnTo>
                  <a:pt x="1821738" y="577786"/>
                </a:lnTo>
                <a:lnTo>
                  <a:pt x="1824469" y="569429"/>
                </a:lnTo>
                <a:lnTo>
                  <a:pt x="1848612" y="577316"/>
                </a:lnTo>
                <a:lnTo>
                  <a:pt x="1851342" y="568947"/>
                </a:lnTo>
                <a:lnTo>
                  <a:pt x="1837042" y="530948"/>
                </a:lnTo>
                <a:lnTo>
                  <a:pt x="1829892" y="511949"/>
                </a:lnTo>
                <a:lnTo>
                  <a:pt x="1826602" y="521982"/>
                </a:lnTo>
                <a:lnTo>
                  <a:pt x="1817814" y="508000"/>
                </a:lnTo>
                <a:lnTo>
                  <a:pt x="1822183" y="494614"/>
                </a:lnTo>
                <a:lnTo>
                  <a:pt x="1815960" y="472795"/>
                </a:lnTo>
                <a:lnTo>
                  <a:pt x="1820773" y="458050"/>
                </a:lnTo>
                <a:lnTo>
                  <a:pt x="1813102" y="440613"/>
                </a:lnTo>
                <a:lnTo>
                  <a:pt x="1805647" y="422554"/>
                </a:lnTo>
                <a:lnTo>
                  <a:pt x="1797316" y="407162"/>
                </a:lnTo>
                <a:lnTo>
                  <a:pt x="1788464" y="393344"/>
                </a:lnTo>
                <a:lnTo>
                  <a:pt x="1779422" y="380136"/>
                </a:lnTo>
                <a:lnTo>
                  <a:pt x="1770468" y="366636"/>
                </a:lnTo>
                <a:lnTo>
                  <a:pt x="1776831" y="347154"/>
                </a:lnTo>
                <a:lnTo>
                  <a:pt x="1767357" y="335292"/>
                </a:lnTo>
                <a:lnTo>
                  <a:pt x="1772069" y="320865"/>
                </a:lnTo>
                <a:lnTo>
                  <a:pt x="1760537" y="315252"/>
                </a:lnTo>
                <a:lnTo>
                  <a:pt x="1759445" y="318592"/>
                </a:lnTo>
                <a:lnTo>
                  <a:pt x="1747380" y="314642"/>
                </a:lnTo>
                <a:lnTo>
                  <a:pt x="1526679" y="990219"/>
                </a:lnTo>
                <a:lnTo>
                  <a:pt x="1539735" y="991133"/>
                </a:lnTo>
                <a:lnTo>
                  <a:pt x="1556677" y="939279"/>
                </a:lnTo>
                <a:lnTo>
                  <a:pt x="1565986" y="951687"/>
                </a:lnTo>
                <a:lnTo>
                  <a:pt x="1575485" y="963472"/>
                </a:lnTo>
                <a:lnTo>
                  <a:pt x="1573136" y="970686"/>
                </a:lnTo>
                <a:lnTo>
                  <a:pt x="1583067" y="981214"/>
                </a:lnTo>
                <a:lnTo>
                  <a:pt x="1603121" y="1001623"/>
                </a:lnTo>
                <a:lnTo>
                  <a:pt x="1611147" y="1017930"/>
                </a:lnTo>
                <a:lnTo>
                  <a:pt x="1619288" y="1033919"/>
                </a:lnTo>
                <a:lnTo>
                  <a:pt x="1639646" y="1053388"/>
                </a:lnTo>
                <a:lnTo>
                  <a:pt x="1659204" y="1075321"/>
                </a:lnTo>
                <a:lnTo>
                  <a:pt x="1678711" y="1097394"/>
                </a:lnTo>
                <a:lnTo>
                  <a:pt x="1698320" y="1119162"/>
                </a:lnTo>
                <a:lnTo>
                  <a:pt x="1718183" y="1140155"/>
                </a:lnTo>
                <a:lnTo>
                  <a:pt x="1738922" y="1158468"/>
                </a:lnTo>
                <a:lnTo>
                  <a:pt x="1760118" y="1175372"/>
                </a:lnTo>
                <a:lnTo>
                  <a:pt x="1769554" y="1187399"/>
                </a:lnTo>
                <a:lnTo>
                  <a:pt x="1802333" y="1209763"/>
                </a:lnTo>
                <a:lnTo>
                  <a:pt x="1837321" y="1225359"/>
                </a:lnTo>
                <a:lnTo>
                  <a:pt x="1885607" y="1241132"/>
                </a:lnTo>
                <a:lnTo>
                  <a:pt x="1898218" y="1243406"/>
                </a:lnTo>
                <a:lnTo>
                  <a:pt x="1922437" y="1251077"/>
                </a:lnTo>
                <a:lnTo>
                  <a:pt x="1934984" y="1253566"/>
                </a:lnTo>
                <a:lnTo>
                  <a:pt x="1960435" y="1257477"/>
                </a:lnTo>
                <a:lnTo>
                  <a:pt x="1975027" y="1253680"/>
                </a:lnTo>
                <a:lnTo>
                  <a:pt x="1989886" y="1249108"/>
                </a:lnTo>
                <a:lnTo>
                  <a:pt x="2031466" y="1244523"/>
                </a:lnTo>
                <a:lnTo>
                  <a:pt x="2046325" y="1239939"/>
                </a:lnTo>
                <a:lnTo>
                  <a:pt x="2076284" y="1230007"/>
                </a:lnTo>
                <a:lnTo>
                  <a:pt x="2118753" y="1222692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66" y="75"/>
            <a:ext cx="2707640" cy="2416810"/>
          </a:xfrm>
          <a:custGeom>
            <a:avLst/>
            <a:gdLst/>
            <a:ahLst/>
            <a:cxnLst/>
            <a:rect l="l" t="t" r="r" b="b"/>
            <a:pathLst>
              <a:path w="2707640" h="2416810">
                <a:moveTo>
                  <a:pt x="458431" y="1713738"/>
                </a:moveTo>
                <a:lnTo>
                  <a:pt x="457962" y="1711147"/>
                </a:lnTo>
                <a:lnTo>
                  <a:pt x="456438" y="1710080"/>
                </a:lnTo>
                <a:lnTo>
                  <a:pt x="456895" y="1712671"/>
                </a:lnTo>
                <a:lnTo>
                  <a:pt x="458431" y="1713738"/>
                </a:lnTo>
                <a:close/>
              </a:path>
              <a:path w="2707640" h="2416810">
                <a:moveTo>
                  <a:pt x="1043952" y="935850"/>
                </a:moveTo>
                <a:lnTo>
                  <a:pt x="1031125" y="942809"/>
                </a:lnTo>
                <a:lnTo>
                  <a:pt x="1025867" y="953566"/>
                </a:lnTo>
                <a:lnTo>
                  <a:pt x="1023099" y="965644"/>
                </a:lnTo>
                <a:lnTo>
                  <a:pt x="1017739" y="976553"/>
                </a:lnTo>
                <a:lnTo>
                  <a:pt x="1020800" y="978687"/>
                </a:lnTo>
                <a:lnTo>
                  <a:pt x="1023391" y="978242"/>
                </a:lnTo>
                <a:lnTo>
                  <a:pt x="1026452" y="980376"/>
                </a:lnTo>
                <a:lnTo>
                  <a:pt x="1043952" y="935850"/>
                </a:lnTo>
                <a:close/>
              </a:path>
              <a:path w="2707640" h="2416810">
                <a:moveTo>
                  <a:pt x="1060653" y="886802"/>
                </a:moveTo>
                <a:lnTo>
                  <a:pt x="1058697" y="880033"/>
                </a:lnTo>
                <a:lnTo>
                  <a:pt x="1049997" y="871956"/>
                </a:lnTo>
                <a:lnTo>
                  <a:pt x="1042657" y="901623"/>
                </a:lnTo>
                <a:lnTo>
                  <a:pt x="1040879" y="910983"/>
                </a:lnTo>
                <a:lnTo>
                  <a:pt x="1055001" y="895896"/>
                </a:lnTo>
                <a:lnTo>
                  <a:pt x="1060653" y="886802"/>
                </a:lnTo>
                <a:close/>
              </a:path>
              <a:path w="2707640" h="2416810">
                <a:moveTo>
                  <a:pt x="1096340" y="809002"/>
                </a:moveTo>
                <a:lnTo>
                  <a:pt x="1094803" y="807935"/>
                </a:lnTo>
                <a:lnTo>
                  <a:pt x="1094346" y="805345"/>
                </a:lnTo>
                <a:lnTo>
                  <a:pt x="1092822" y="804278"/>
                </a:lnTo>
                <a:lnTo>
                  <a:pt x="1089152" y="806246"/>
                </a:lnTo>
                <a:lnTo>
                  <a:pt x="1086561" y="806704"/>
                </a:lnTo>
                <a:lnTo>
                  <a:pt x="1082903" y="808685"/>
                </a:lnTo>
                <a:lnTo>
                  <a:pt x="1087018" y="809294"/>
                </a:lnTo>
                <a:lnTo>
                  <a:pt x="1092212" y="808393"/>
                </a:lnTo>
                <a:lnTo>
                  <a:pt x="1096340" y="809002"/>
                </a:lnTo>
                <a:close/>
              </a:path>
              <a:path w="2707640" h="2416810">
                <a:moveTo>
                  <a:pt x="1126363" y="618312"/>
                </a:moveTo>
                <a:lnTo>
                  <a:pt x="1124051" y="603567"/>
                </a:lnTo>
                <a:lnTo>
                  <a:pt x="1119936" y="602957"/>
                </a:lnTo>
                <a:lnTo>
                  <a:pt x="1118400" y="601891"/>
                </a:lnTo>
                <a:lnTo>
                  <a:pt x="1115809" y="602348"/>
                </a:lnTo>
                <a:lnTo>
                  <a:pt x="1113904" y="616699"/>
                </a:lnTo>
                <a:lnTo>
                  <a:pt x="1111377" y="631037"/>
                </a:lnTo>
                <a:lnTo>
                  <a:pt x="1105789" y="658926"/>
                </a:lnTo>
                <a:lnTo>
                  <a:pt x="1107325" y="659993"/>
                </a:lnTo>
                <a:lnTo>
                  <a:pt x="1111440" y="660603"/>
                </a:lnTo>
                <a:lnTo>
                  <a:pt x="1114044" y="660158"/>
                </a:lnTo>
                <a:lnTo>
                  <a:pt x="1115517" y="645502"/>
                </a:lnTo>
                <a:lnTo>
                  <a:pt x="1121562" y="631926"/>
                </a:lnTo>
                <a:lnTo>
                  <a:pt x="1126363" y="618312"/>
                </a:lnTo>
                <a:close/>
              </a:path>
              <a:path w="2707640" h="2416810">
                <a:moveTo>
                  <a:pt x="1164907" y="491363"/>
                </a:moveTo>
                <a:lnTo>
                  <a:pt x="1163739" y="493039"/>
                </a:lnTo>
                <a:lnTo>
                  <a:pt x="1163396" y="494741"/>
                </a:lnTo>
                <a:lnTo>
                  <a:pt x="1164907" y="491363"/>
                </a:lnTo>
                <a:close/>
              </a:path>
              <a:path w="2707640" h="2416810">
                <a:moveTo>
                  <a:pt x="1718157" y="717410"/>
                </a:moveTo>
                <a:lnTo>
                  <a:pt x="1688693" y="717232"/>
                </a:lnTo>
                <a:lnTo>
                  <a:pt x="1696351" y="745299"/>
                </a:lnTo>
                <a:lnTo>
                  <a:pt x="1698485" y="742251"/>
                </a:lnTo>
                <a:lnTo>
                  <a:pt x="1704746" y="739825"/>
                </a:lnTo>
                <a:lnTo>
                  <a:pt x="1709470" y="736320"/>
                </a:lnTo>
                <a:lnTo>
                  <a:pt x="1712214" y="729157"/>
                </a:lnTo>
                <a:lnTo>
                  <a:pt x="1715414" y="724585"/>
                </a:lnTo>
                <a:lnTo>
                  <a:pt x="1718157" y="717410"/>
                </a:lnTo>
                <a:close/>
              </a:path>
              <a:path w="2707640" h="2416810">
                <a:moveTo>
                  <a:pt x="1803577" y="1417091"/>
                </a:moveTo>
                <a:lnTo>
                  <a:pt x="1784477" y="1422247"/>
                </a:lnTo>
                <a:lnTo>
                  <a:pt x="1785175" y="1443380"/>
                </a:lnTo>
                <a:lnTo>
                  <a:pt x="1803577" y="1417091"/>
                </a:lnTo>
                <a:close/>
              </a:path>
              <a:path w="2707640" h="2416810">
                <a:moveTo>
                  <a:pt x="2374633" y="3441"/>
                </a:moveTo>
                <a:lnTo>
                  <a:pt x="2361539" y="0"/>
                </a:lnTo>
                <a:lnTo>
                  <a:pt x="2367229" y="5689"/>
                </a:lnTo>
                <a:lnTo>
                  <a:pt x="2373084" y="5664"/>
                </a:lnTo>
                <a:lnTo>
                  <a:pt x="2374633" y="3441"/>
                </a:lnTo>
                <a:close/>
              </a:path>
              <a:path w="2707640" h="2416810">
                <a:moveTo>
                  <a:pt x="2707043" y="148666"/>
                </a:moveTo>
                <a:lnTo>
                  <a:pt x="2700007" y="92278"/>
                </a:lnTo>
                <a:lnTo>
                  <a:pt x="2702776" y="44043"/>
                </a:lnTo>
                <a:lnTo>
                  <a:pt x="2699855" y="3924"/>
                </a:lnTo>
                <a:lnTo>
                  <a:pt x="2373084" y="5664"/>
                </a:lnTo>
                <a:lnTo>
                  <a:pt x="2370658" y="9131"/>
                </a:lnTo>
                <a:lnTo>
                  <a:pt x="2367229" y="5689"/>
                </a:lnTo>
                <a:lnTo>
                  <a:pt x="2357513" y="5740"/>
                </a:lnTo>
                <a:lnTo>
                  <a:pt x="2358491" y="26492"/>
                </a:lnTo>
                <a:lnTo>
                  <a:pt x="2346248" y="43992"/>
                </a:lnTo>
                <a:lnTo>
                  <a:pt x="2344597" y="68491"/>
                </a:lnTo>
                <a:lnTo>
                  <a:pt x="2343442" y="92278"/>
                </a:lnTo>
                <a:lnTo>
                  <a:pt x="2352598" y="123494"/>
                </a:lnTo>
                <a:lnTo>
                  <a:pt x="2350655" y="192709"/>
                </a:lnTo>
                <a:lnTo>
                  <a:pt x="2347455" y="197281"/>
                </a:lnTo>
                <a:lnTo>
                  <a:pt x="2349855" y="216001"/>
                </a:lnTo>
                <a:lnTo>
                  <a:pt x="2344255" y="246138"/>
                </a:lnTo>
                <a:lnTo>
                  <a:pt x="2343721" y="246900"/>
                </a:lnTo>
                <a:lnTo>
                  <a:pt x="2362657" y="241998"/>
                </a:lnTo>
                <a:lnTo>
                  <a:pt x="2366924" y="235902"/>
                </a:lnTo>
                <a:lnTo>
                  <a:pt x="2372969" y="249415"/>
                </a:lnTo>
                <a:lnTo>
                  <a:pt x="2357056" y="272135"/>
                </a:lnTo>
                <a:lnTo>
                  <a:pt x="2348788" y="261810"/>
                </a:lnTo>
                <a:lnTo>
                  <a:pt x="2350922" y="258762"/>
                </a:lnTo>
                <a:lnTo>
                  <a:pt x="2343721" y="246900"/>
                </a:lnTo>
                <a:lnTo>
                  <a:pt x="2336254" y="257568"/>
                </a:lnTo>
                <a:lnTo>
                  <a:pt x="2339632" y="274878"/>
                </a:lnTo>
                <a:lnTo>
                  <a:pt x="2332913" y="284480"/>
                </a:lnTo>
                <a:lnTo>
                  <a:pt x="2336800" y="301078"/>
                </a:lnTo>
                <a:lnTo>
                  <a:pt x="2330386" y="310248"/>
                </a:lnTo>
                <a:lnTo>
                  <a:pt x="2332786" y="351104"/>
                </a:lnTo>
                <a:lnTo>
                  <a:pt x="2327186" y="425538"/>
                </a:lnTo>
                <a:lnTo>
                  <a:pt x="2319185" y="459105"/>
                </a:lnTo>
                <a:lnTo>
                  <a:pt x="2323173" y="497700"/>
                </a:lnTo>
                <a:lnTo>
                  <a:pt x="2309939" y="560908"/>
                </a:lnTo>
                <a:lnTo>
                  <a:pt x="2313330" y="600354"/>
                </a:lnTo>
                <a:lnTo>
                  <a:pt x="2287727" y="725512"/>
                </a:lnTo>
                <a:lnTo>
                  <a:pt x="2291092" y="764984"/>
                </a:lnTo>
                <a:lnTo>
                  <a:pt x="2277427" y="828802"/>
                </a:lnTo>
                <a:lnTo>
                  <a:pt x="2280793" y="868286"/>
                </a:lnTo>
                <a:lnTo>
                  <a:pt x="2267826" y="886802"/>
                </a:lnTo>
                <a:lnTo>
                  <a:pt x="2259723" y="964819"/>
                </a:lnTo>
                <a:lnTo>
                  <a:pt x="2242921" y="1055255"/>
                </a:lnTo>
                <a:lnTo>
                  <a:pt x="2232520" y="1070114"/>
                </a:lnTo>
                <a:lnTo>
                  <a:pt x="2232520" y="1114399"/>
                </a:lnTo>
                <a:lnTo>
                  <a:pt x="2222119" y="1129258"/>
                </a:lnTo>
                <a:lnTo>
                  <a:pt x="2223579" y="1082878"/>
                </a:lnTo>
                <a:lnTo>
                  <a:pt x="2224062" y="1060043"/>
                </a:lnTo>
                <a:lnTo>
                  <a:pt x="2213838" y="1030351"/>
                </a:lnTo>
                <a:lnTo>
                  <a:pt x="2217445" y="980922"/>
                </a:lnTo>
                <a:lnTo>
                  <a:pt x="2208682" y="949134"/>
                </a:lnTo>
                <a:lnTo>
                  <a:pt x="2209838" y="925347"/>
                </a:lnTo>
                <a:lnTo>
                  <a:pt x="2200846" y="871753"/>
                </a:lnTo>
                <a:lnTo>
                  <a:pt x="2172474" y="712965"/>
                </a:lnTo>
                <a:lnTo>
                  <a:pt x="2161146" y="640588"/>
                </a:lnTo>
                <a:lnTo>
                  <a:pt x="2144814" y="597471"/>
                </a:lnTo>
                <a:lnTo>
                  <a:pt x="2138591" y="562063"/>
                </a:lnTo>
                <a:lnTo>
                  <a:pt x="2132812" y="526046"/>
                </a:lnTo>
                <a:lnTo>
                  <a:pt x="2116315" y="483171"/>
                </a:lnTo>
                <a:lnTo>
                  <a:pt x="2099627" y="440575"/>
                </a:lnTo>
                <a:lnTo>
                  <a:pt x="2093239" y="405409"/>
                </a:lnTo>
                <a:lnTo>
                  <a:pt x="2079612" y="380580"/>
                </a:lnTo>
                <a:lnTo>
                  <a:pt x="2068957" y="329361"/>
                </a:lnTo>
                <a:lnTo>
                  <a:pt x="2038007" y="262839"/>
                </a:lnTo>
                <a:lnTo>
                  <a:pt x="2027047" y="234226"/>
                </a:lnTo>
                <a:lnTo>
                  <a:pt x="2015871" y="205892"/>
                </a:lnTo>
                <a:lnTo>
                  <a:pt x="2000592" y="183426"/>
                </a:lnTo>
                <a:lnTo>
                  <a:pt x="1995322" y="168808"/>
                </a:lnTo>
                <a:lnTo>
                  <a:pt x="1978850" y="148043"/>
                </a:lnTo>
                <a:lnTo>
                  <a:pt x="1961184" y="129006"/>
                </a:lnTo>
                <a:lnTo>
                  <a:pt x="1952472" y="119291"/>
                </a:lnTo>
                <a:lnTo>
                  <a:pt x="1932368" y="103720"/>
                </a:lnTo>
                <a:lnTo>
                  <a:pt x="1911858" y="88722"/>
                </a:lnTo>
                <a:lnTo>
                  <a:pt x="1901952" y="80733"/>
                </a:lnTo>
                <a:lnTo>
                  <a:pt x="1891550" y="73444"/>
                </a:lnTo>
                <a:lnTo>
                  <a:pt x="1889417" y="76492"/>
                </a:lnTo>
                <a:lnTo>
                  <a:pt x="1872640" y="78308"/>
                </a:lnTo>
                <a:lnTo>
                  <a:pt x="1856066" y="79832"/>
                </a:lnTo>
                <a:lnTo>
                  <a:pt x="1830311" y="73710"/>
                </a:lnTo>
                <a:lnTo>
                  <a:pt x="1830311" y="1511782"/>
                </a:lnTo>
                <a:lnTo>
                  <a:pt x="1821878" y="1523834"/>
                </a:lnTo>
                <a:lnTo>
                  <a:pt x="1827060" y="1538566"/>
                </a:lnTo>
                <a:lnTo>
                  <a:pt x="1809991" y="1518666"/>
                </a:lnTo>
                <a:lnTo>
                  <a:pt x="1811655" y="1516291"/>
                </a:lnTo>
                <a:lnTo>
                  <a:pt x="1803323" y="1506054"/>
                </a:lnTo>
                <a:lnTo>
                  <a:pt x="1815058" y="1489290"/>
                </a:lnTo>
                <a:lnTo>
                  <a:pt x="1825459" y="1496568"/>
                </a:lnTo>
                <a:lnTo>
                  <a:pt x="1823326" y="1499616"/>
                </a:lnTo>
                <a:lnTo>
                  <a:pt x="1830311" y="1511782"/>
                </a:lnTo>
                <a:lnTo>
                  <a:pt x="1830311" y="73710"/>
                </a:lnTo>
                <a:lnTo>
                  <a:pt x="1829498" y="73507"/>
                </a:lnTo>
                <a:lnTo>
                  <a:pt x="1813928" y="73609"/>
                </a:lnTo>
                <a:lnTo>
                  <a:pt x="1796630" y="72593"/>
                </a:lnTo>
                <a:lnTo>
                  <a:pt x="1796630" y="1006271"/>
                </a:lnTo>
                <a:lnTo>
                  <a:pt x="1784769" y="1001064"/>
                </a:lnTo>
                <a:lnTo>
                  <a:pt x="1773021" y="995705"/>
                </a:lnTo>
                <a:lnTo>
                  <a:pt x="1761058" y="990638"/>
                </a:lnTo>
                <a:lnTo>
                  <a:pt x="1748612" y="986282"/>
                </a:lnTo>
                <a:lnTo>
                  <a:pt x="1763636" y="986967"/>
                </a:lnTo>
                <a:lnTo>
                  <a:pt x="1782470" y="982205"/>
                </a:lnTo>
                <a:lnTo>
                  <a:pt x="1786483" y="976464"/>
                </a:lnTo>
                <a:lnTo>
                  <a:pt x="1792630" y="989838"/>
                </a:lnTo>
                <a:lnTo>
                  <a:pt x="1796630" y="1006271"/>
                </a:lnTo>
                <a:lnTo>
                  <a:pt x="1796630" y="72593"/>
                </a:lnTo>
                <a:lnTo>
                  <a:pt x="1769275" y="70954"/>
                </a:lnTo>
                <a:lnTo>
                  <a:pt x="1712023" y="64160"/>
                </a:lnTo>
                <a:lnTo>
                  <a:pt x="1663966" y="66357"/>
                </a:lnTo>
                <a:lnTo>
                  <a:pt x="1626120" y="76136"/>
                </a:lnTo>
                <a:lnTo>
                  <a:pt x="1615236" y="69545"/>
                </a:lnTo>
                <a:lnTo>
                  <a:pt x="1604645" y="62522"/>
                </a:lnTo>
                <a:lnTo>
                  <a:pt x="1593862" y="55791"/>
                </a:lnTo>
                <a:lnTo>
                  <a:pt x="1592783" y="57327"/>
                </a:lnTo>
                <a:lnTo>
                  <a:pt x="1579600" y="54000"/>
                </a:lnTo>
                <a:lnTo>
                  <a:pt x="1576235" y="58813"/>
                </a:lnTo>
                <a:lnTo>
                  <a:pt x="1562061" y="56908"/>
                </a:lnTo>
                <a:lnTo>
                  <a:pt x="1547698" y="55295"/>
                </a:lnTo>
                <a:lnTo>
                  <a:pt x="1525752" y="64490"/>
                </a:lnTo>
                <a:lnTo>
                  <a:pt x="1470672" y="76746"/>
                </a:lnTo>
                <a:lnTo>
                  <a:pt x="1448727" y="85940"/>
                </a:lnTo>
                <a:lnTo>
                  <a:pt x="1381239" y="93776"/>
                </a:lnTo>
                <a:lnTo>
                  <a:pt x="1266799" y="235089"/>
                </a:lnTo>
                <a:lnTo>
                  <a:pt x="1265034" y="259765"/>
                </a:lnTo>
                <a:lnTo>
                  <a:pt x="1236395" y="300672"/>
                </a:lnTo>
                <a:lnTo>
                  <a:pt x="1223860" y="296443"/>
                </a:lnTo>
                <a:lnTo>
                  <a:pt x="1233271" y="305142"/>
                </a:lnTo>
                <a:lnTo>
                  <a:pt x="1242682" y="313842"/>
                </a:lnTo>
                <a:lnTo>
                  <a:pt x="1238402" y="319963"/>
                </a:lnTo>
                <a:lnTo>
                  <a:pt x="1242314" y="336511"/>
                </a:lnTo>
                <a:lnTo>
                  <a:pt x="1211135" y="381038"/>
                </a:lnTo>
                <a:lnTo>
                  <a:pt x="1208252" y="407301"/>
                </a:lnTo>
                <a:lnTo>
                  <a:pt x="1201991" y="460552"/>
                </a:lnTo>
                <a:lnTo>
                  <a:pt x="1194917" y="470649"/>
                </a:lnTo>
                <a:lnTo>
                  <a:pt x="1180630" y="468922"/>
                </a:lnTo>
                <a:lnTo>
                  <a:pt x="1186256" y="460883"/>
                </a:lnTo>
                <a:lnTo>
                  <a:pt x="1174775" y="455129"/>
                </a:lnTo>
                <a:lnTo>
                  <a:pt x="1173708" y="456653"/>
                </a:lnTo>
                <a:lnTo>
                  <a:pt x="1164907" y="491363"/>
                </a:lnTo>
                <a:lnTo>
                  <a:pt x="1176629" y="474611"/>
                </a:lnTo>
                <a:lnTo>
                  <a:pt x="1176477" y="496989"/>
                </a:lnTo>
                <a:lnTo>
                  <a:pt x="1165352" y="535038"/>
                </a:lnTo>
                <a:lnTo>
                  <a:pt x="1165186" y="557415"/>
                </a:lnTo>
                <a:lnTo>
                  <a:pt x="1164120" y="558939"/>
                </a:lnTo>
                <a:lnTo>
                  <a:pt x="1153706" y="551662"/>
                </a:lnTo>
                <a:lnTo>
                  <a:pt x="1159040" y="544042"/>
                </a:lnTo>
                <a:lnTo>
                  <a:pt x="1157274" y="524421"/>
                </a:lnTo>
                <a:lnTo>
                  <a:pt x="1163396" y="494741"/>
                </a:lnTo>
                <a:lnTo>
                  <a:pt x="1136904" y="553516"/>
                </a:lnTo>
                <a:lnTo>
                  <a:pt x="1128102" y="588238"/>
                </a:lnTo>
                <a:lnTo>
                  <a:pt x="1129169" y="586714"/>
                </a:lnTo>
                <a:lnTo>
                  <a:pt x="1139571" y="594004"/>
                </a:lnTo>
                <a:lnTo>
                  <a:pt x="1145971" y="584860"/>
                </a:lnTo>
                <a:lnTo>
                  <a:pt x="1152613" y="619658"/>
                </a:lnTo>
                <a:lnTo>
                  <a:pt x="1147051" y="649757"/>
                </a:lnTo>
                <a:lnTo>
                  <a:pt x="1126769" y="678726"/>
                </a:lnTo>
                <a:lnTo>
                  <a:pt x="1126769" y="700862"/>
                </a:lnTo>
                <a:lnTo>
                  <a:pt x="1126248" y="701611"/>
                </a:lnTo>
                <a:lnTo>
                  <a:pt x="1126248" y="745909"/>
                </a:lnTo>
                <a:lnTo>
                  <a:pt x="1123048" y="750481"/>
                </a:lnTo>
                <a:lnTo>
                  <a:pt x="1113434" y="742061"/>
                </a:lnTo>
                <a:lnTo>
                  <a:pt x="1110437" y="737120"/>
                </a:lnTo>
                <a:lnTo>
                  <a:pt x="1114767" y="740156"/>
                </a:lnTo>
                <a:lnTo>
                  <a:pt x="1116901" y="737120"/>
                </a:lnTo>
                <a:lnTo>
                  <a:pt x="1126248" y="745909"/>
                </a:lnTo>
                <a:lnTo>
                  <a:pt x="1126248" y="701611"/>
                </a:lnTo>
                <a:lnTo>
                  <a:pt x="1113040" y="720483"/>
                </a:lnTo>
                <a:lnTo>
                  <a:pt x="1114234" y="696633"/>
                </a:lnTo>
                <a:lnTo>
                  <a:pt x="1126769" y="700862"/>
                </a:lnTo>
                <a:lnTo>
                  <a:pt x="1126769" y="678726"/>
                </a:lnTo>
                <a:lnTo>
                  <a:pt x="1125969" y="679856"/>
                </a:lnTo>
                <a:lnTo>
                  <a:pt x="1119835" y="666483"/>
                </a:lnTo>
                <a:lnTo>
                  <a:pt x="1104480" y="688416"/>
                </a:lnTo>
                <a:lnTo>
                  <a:pt x="1101026" y="715492"/>
                </a:lnTo>
                <a:lnTo>
                  <a:pt x="1101788" y="736561"/>
                </a:lnTo>
                <a:lnTo>
                  <a:pt x="1119835" y="755053"/>
                </a:lnTo>
                <a:lnTo>
                  <a:pt x="1096365" y="788593"/>
                </a:lnTo>
                <a:lnTo>
                  <a:pt x="1103566" y="800442"/>
                </a:lnTo>
                <a:lnTo>
                  <a:pt x="1102499" y="801966"/>
                </a:lnTo>
                <a:lnTo>
                  <a:pt x="1108138" y="816063"/>
                </a:lnTo>
                <a:lnTo>
                  <a:pt x="1103566" y="822591"/>
                </a:lnTo>
                <a:lnTo>
                  <a:pt x="1109802" y="835825"/>
                </a:lnTo>
                <a:lnTo>
                  <a:pt x="1101966" y="847013"/>
                </a:lnTo>
                <a:lnTo>
                  <a:pt x="1090498" y="841260"/>
                </a:lnTo>
                <a:lnTo>
                  <a:pt x="1080566" y="855459"/>
                </a:lnTo>
                <a:lnTo>
                  <a:pt x="1070495" y="847699"/>
                </a:lnTo>
                <a:lnTo>
                  <a:pt x="1076858" y="860742"/>
                </a:lnTo>
                <a:lnTo>
                  <a:pt x="1083030" y="874077"/>
                </a:lnTo>
                <a:lnTo>
                  <a:pt x="1088809" y="887971"/>
                </a:lnTo>
                <a:lnTo>
                  <a:pt x="1093978" y="902741"/>
                </a:lnTo>
                <a:lnTo>
                  <a:pt x="1078598" y="902550"/>
                </a:lnTo>
                <a:lnTo>
                  <a:pt x="1057859" y="910031"/>
                </a:lnTo>
                <a:lnTo>
                  <a:pt x="1046492" y="926274"/>
                </a:lnTo>
                <a:lnTo>
                  <a:pt x="1056894" y="933551"/>
                </a:lnTo>
                <a:lnTo>
                  <a:pt x="1050226" y="943089"/>
                </a:lnTo>
                <a:lnTo>
                  <a:pt x="1057694" y="954557"/>
                </a:lnTo>
                <a:lnTo>
                  <a:pt x="1055560" y="957605"/>
                </a:lnTo>
                <a:lnTo>
                  <a:pt x="1062964" y="969175"/>
                </a:lnTo>
                <a:lnTo>
                  <a:pt x="1035316" y="1008659"/>
                </a:lnTo>
                <a:lnTo>
                  <a:pt x="1027823" y="997229"/>
                </a:lnTo>
                <a:lnTo>
                  <a:pt x="1030719" y="993089"/>
                </a:lnTo>
                <a:lnTo>
                  <a:pt x="1023823" y="980808"/>
                </a:lnTo>
                <a:lnTo>
                  <a:pt x="1013345" y="995756"/>
                </a:lnTo>
                <a:lnTo>
                  <a:pt x="1014476" y="1016292"/>
                </a:lnTo>
                <a:lnTo>
                  <a:pt x="1006017" y="1028382"/>
                </a:lnTo>
                <a:lnTo>
                  <a:pt x="1008341" y="1047191"/>
                </a:lnTo>
                <a:lnTo>
                  <a:pt x="996340" y="1064336"/>
                </a:lnTo>
                <a:lnTo>
                  <a:pt x="994740" y="1088771"/>
                </a:lnTo>
                <a:lnTo>
                  <a:pt x="982738" y="1105916"/>
                </a:lnTo>
                <a:lnTo>
                  <a:pt x="981138" y="1130350"/>
                </a:lnTo>
                <a:lnTo>
                  <a:pt x="999197" y="1104557"/>
                </a:lnTo>
                <a:lnTo>
                  <a:pt x="1000607" y="1080389"/>
                </a:lnTo>
                <a:lnTo>
                  <a:pt x="1008888" y="1090714"/>
                </a:lnTo>
                <a:lnTo>
                  <a:pt x="1007821" y="1092238"/>
                </a:lnTo>
                <a:lnTo>
                  <a:pt x="1015022" y="1104099"/>
                </a:lnTo>
                <a:lnTo>
                  <a:pt x="1002118" y="1122527"/>
                </a:lnTo>
                <a:lnTo>
                  <a:pt x="1007287" y="1137297"/>
                </a:lnTo>
                <a:lnTo>
                  <a:pt x="976337" y="1181493"/>
                </a:lnTo>
                <a:lnTo>
                  <a:pt x="970203" y="1168120"/>
                </a:lnTo>
                <a:lnTo>
                  <a:pt x="973404" y="1163535"/>
                </a:lnTo>
                <a:lnTo>
                  <a:pt x="965136" y="1153210"/>
                </a:lnTo>
                <a:lnTo>
                  <a:pt x="961948" y="1179906"/>
                </a:lnTo>
                <a:lnTo>
                  <a:pt x="948461" y="1199172"/>
                </a:lnTo>
                <a:lnTo>
                  <a:pt x="945578" y="1225435"/>
                </a:lnTo>
                <a:lnTo>
                  <a:pt x="924458" y="1255610"/>
                </a:lnTo>
                <a:lnTo>
                  <a:pt x="930541" y="1269060"/>
                </a:lnTo>
                <a:lnTo>
                  <a:pt x="907796" y="1301559"/>
                </a:lnTo>
                <a:lnTo>
                  <a:pt x="921397" y="1304277"/>
                </a:lnTo>
                <a:lnTo>
                  <a:pt x="924598" y="1299705"/>
                </a:lnTo>
                <a:lnTo>
                  <a:pt x="928268" y="1316609"/>
                </a:lnTo>
                <a:lnTo>
                  <a:pt x="918794" y="1330134"/>
                </a:lnTo>
                <a:lnTo>
                  <a:pt x="906462" y="1325613"/>
                </a:lnTo>
                <a:lnTo>
                  <a:pt x="873379" y="1372857"/>
                </a:lnTo>
                <a:lnTo>
                  <a:pt x="868375" y="1357858"/>
                </a:lnTo>
                <a:lnTo>
                  <a:pt x="862977" y="1343431"/>
                </a:lnTo>
                <a:lnTo>
                  <a:pt x="857173" y="1329575"/>
                </a:lnTo>
                <a:lnTo>
                  <a:pt x="850976" y="1316291"/>
                </a:lnTo>
                <a:lnTo>
                  <a:pt x="848550" y="1297609"/>
                </a:lnTo>
                <a:lnTo>
                  <a:pt x="835634" y="1271778"/>
                </a:lnTo>
                <a:lnTo>
                  <a:pt x="832916" y="1253515"/>
                </a:lnTo>
                <a:lnTo>
                  <a:pt x="819492" y="1228394"/>
                </a:lnTo>
                <a:lnTo>
                  <a:pt x="807631" y="1201039"/>
                </a:lnTo>
                <a:lnTo>
                  <a:pt x="795883" y="1173543"/>
                </a:lnTo>
                <a:lnTo>
                  <a:pt x="783920" y="1146327"/>
                </a:lnTo>
                <a:lnTo>
                  <a:pt x="757313" y="1095768"/>
                </a:lnTo>
                <a:lnTo>
                  <a:pt x="726592" y="1051052"/>
                </a:lnTo>
                <a:lnTo>
                  <a:pt x="702106" y="1019606"/>
                </a:lnTo>
                <a:lnTo>
                  <a:pt x="673290" y="994333"/>
                </a:lnTo>
                <a:lnTo>
                  <a:pt x="621271" y="957910"/>
                </a:lnTo>
                <a:lnTo>
                  <a:pt x="620204" y="959434"/>
                </a:lnTo>
                <a:lnTo>
                  <a:pt x="599262" y="945057"/>
                </a:lnTo>
                <a:lnTo>
                  <a:pt x="577519" y="931824"/>
                </a:lnTo>
                <a:lnTo>
                  <a:pt x="564578" y="928166"/>
                </a:lnTo>
                <a:lnTo>
                  <a:pt x="538835" y="920648"/>
                </a:lnTo>
                <a:lnTo>
                  <a:pt x="522998" y="921131"/>
                </a:lnTo>
                <a:lnTo>
                  <a:pt x="491718" y="921512"/>
                </a:lnTo>
                <a:lnTo>
                  <a:pt x="465480" y="914717"/>
                </a:lnTo>
                <a:lnTo>
                  <a:pt x="433298" y="916393"/>
                </a:lnTo>
                <a:lnTo>
                  <a:pt x="347738" y="905738"/>
                </a:lnTo>
                <a:lnTo>
                  <a:pt x="315556" y="907415"/>
                </a:lnTo>
                <a:lnTo>
                  <a:pt x="313423" y="910463"/>
                </a:lnTo>
                <a:lnTo>
                  <a:pt x="301955" y="904709"/>
                </a:lnTo>
                <a:lnTo>
                  <a:pt x="300888" y="906233"/>
                </a:lnTo>
                <a:lnTo>
                  <a:pt x="299821" y="905548"/>
                </a:lnTo>
                <a:lnTo>
                  <a:pt x="299821" y="907757"/>
                </a:lnTo>
                <a:lnTo>
                  <a:pt x="296621" y="912329"/>
                </a:lnTo>
                <a:lnTo>
                  <a:pt x="284086" y="908088"/>
                </a:lnTo>
                <a:lnTo>
                  <a:pt x="287286" y="903516"/>
                </a:lnTo>
                <a:lnTo>
                  <a:pt x="299821" y="907757"/>
                </a:lnTo>
                <a:lnTo>
                  <a:pt x="299821" y="905548"/>
                </a:lnTo>
                <a:lnTo>
                  <a:pt x="290245" y="899287"/>
                </a:lnTo>
                <a:lnTo>
                  <a:pt x="279019" y="893191"/>
                </a:lnTo>
                <a:lnTo>
                  <a:pt x="277380" y="895527"/>
                </a:lnTo>
                <a:lnTo>
                  <a:pt x="264337" y="891997"/>
                </a:lnTo>
                <a:lnTo>
                  <a:pt x="245732" y="896442"/>
                </a:lnTo>
                <a:lnTo>
                  <a:pt x="216319" y="894156"/>
                </a:lnTo>
                <a:lnTo>
                  <a:pt x="196913" y="899731"/>
                </a:lnTo>
                <a:lnTo>
                  <a:pt x="177114" y="905878"/>
                </a:lnTo>
                <a:lnTo>
                  <a:pt x="146672" y="905078"/>
                </a:lnTo>
                <a:lnTo>
                  <a:pt x="126428" y="911847"/>
                </a:lnTo>
                <a:lnTo>
                  <a:pt x="105791" y="919187"/>
                </a:lnTo>
                <a:lnTo>
                  <a:pt x="74142" y="920102"/>
                </a:lnTo>
                <a:lnTo>
                  <a:pt x="4953" y="1018933"/>
                </a:lnTo>
                <a:lnTo>
                  <a:pt x="3644" y="1308696"/>
                </a:lnTo>
                <a:lnTo>
                  <a:pt x="812" y="1932800"/>
                </a:lnTo>
                <a:lnTo>
                  <a:pt x="0" y="2111121"/>
                </a:lnTo>
                <a:lnTo>
                  <a:pt x="29667" y="2068753"/>
                </a:lnTo>
                <a:lnTo>
                  <a:pt x="46443" y="2022627"/>
                </a:lnTo>
                <a:lnTo>
                  <a:pt x="59436" y="1981936"/>
                </a:lnTo>
                <a:lnTo>
                  <a:pt x="107010" y="1913966"/>
                </a:lnTo>
                <a:lnTo>
                  <a:pt x="120599" y="1872411"/>
                </a:lnTo>
                <a:lnTo>
                  <a:pt x="151866" y="1827758"/>
                </a:lnTo>
                <a:lnTo>
                  <a:pt x="193205" y="1724406"/>
                </a:lnTo>
                <a:lnTo>
                  <a:pt x="224320" y="1679968"/>
                </a:lnTo>
                <a:lnTo>
                  <a:pt x="245173" y="1628038"/>
                </a:lnTo>
                <a:lnTo>
                  <a:pt x="287451" y="1567637"/>
                </a:lnTo>
                <a:lnTo>
                  <a:pt x="320128" y="1498828"/>
                </a:lnTo>
                <a:lnTo>
                  <a:pt x="389737" y="1377226"/>
                </a:lnTo>
                <a:lnTo>
                  <a:pt x="391871" y="1374178"/>
                </a:lnTo>
                <a:lnTo>
                  <a:pt x="395249" y="1391513"/>
                </a:lnTo>
                <a:lnTo>
                  <a:pt x="409219" y="1415846"/>
                </a:lnTo>
                <a:lnTo>
                  <a:pt x="412788" y="1432890"/>
                </a:lnTo>
                <a:lnTo>
                  <a:pt x="416153" y="1450225"/>
                </a:lnTo>
                <a:lnTo>
                  <a:pt x="429755" y="1452930"/>
                </a:lnTo>
                <a:lnTo>
                  <a:pt x="421805" y="1442148"/>
                </a:lnTo>
                <a:lnTo>
                  <a:pt x="427913" y="1433436"/>
                </a:lnTo>
                <a:lnTo>
                  <a:pt x="421754" y="1420075"/>
                </a:lnTo>
                <a:lnTo>
                  <a:pt x="429945" y="1430528"/>
                </a:lnTo>
                <a:lnTo>
                  <a:pt x="438429" y="1440548"/>
                </a:lnTo>
                <a:lnTo>
                  <a:pt x="447116" y="1450289"/>
                </a:lnTo>
                <a:lnTo>
                  <a:pt x="440969" y="1459077"/>
                </a:lnTo>
                <a:lnTo>
                  <a:pt x="427888" y="1455597"/>
                </a:lnTo>
                <a:lnTo>
                  <a:pt x="424421" y="1460550"/>
                </a:lnTo>
                <a:lnTo>
                  <a:pt x="426999" y="1479029"/>
                </a:lnTo>
                <a:lnTo>
                  <a:pt x="432536" y="1515414"/>
                </a:lnTo>
                <a:lnTo>
                  <a:pt x="435102" y="1533893"/>
                </a:lnTo>
                <a:lnTo>
                  <a:pt x="449770" y="1535074"/>
                </a:lnTo>
                <a:lnTo>
                  <a:pt x="442747" y="1522958"/>
                </a:lnTo>
                <a:lnTo>
                  <a:pt x="450316" y="1512150"/>
                </a:lnTo>
                <a:lnTo>
                  <a:pt x="443903" y="1499184"/>
                </a:lnTo>
                <a:lnTo>
                  <a:pt x="447103" y="1494599"/>
                </a:lnTo>
                <a:lnTo>
                  <a:pt x="454317" y="1506435"/>
                </a:lnTo>
                <a:lnTo>
                  <a:pt x="451231" y="1510830"/>
                </a:lnTo>
                <a:lnTo>
                  <a:pt x="458762" y="1522234"/>
                </a:lnTo>
                <a:lnTo>
                  <a:pt x="456171" y="1525930"/>
                </a:lnTo>
                <a:lnTo>
                  <a:pt x="463473" y="1537639"/>
                </a:lnTo>
                <a:lnTo>
                  <a:pt x="438835" y="1572844"/>
                </a:lnTo>
                <a:lnTo>
                  <a:pt x="450024" y="1579003"/>
                </a:lnTo>
                <a:lnTo>
                  <a:pt x="448310" y="1581454"/>
                </a:lnTo>
                <a:lnTo>
                  <a:pt x="455587" y="1593189"/>
                </a:lnTo>
                <a:lnTo>
                  <a:pt x="445770" y="1607223"/>
                </a:lnTo>
                <a:lnTo>
                  <a:pt x="454037" y="1617548"/>
                </a:lnTo>
                <a:lnTo>
                  <a:pt x="450837" y="1622120"/>
                </a:lnTo>
                <a:lnTo>
                  <a:pt x="456984" y="1635506"/>
                </a:lnTo>
                <a:lnTo>
                  <a:pt x="460184" y="1630934"/>
                </a:lnTo>
                <a:lnTo>
                  <a:pt x="470420" y="1638452"/>
                </a:lnTo>
                <a:lnTo>
                  <a:pt x="480085" y="1646783"/>
                </a:lnTo>
                <a:lnTo>
                  <a:pt x="490321" y="1654302"/>
                </a:lnTo>
                <a:lnTo>
                  <a:pt x="484987" y="1661934"/>
                </a:lnTo>
                <a:lnTo>
                  <a:pt x="464185" y="1647367"/>
                </a:lnTo>
                <a:lnTo>
                  <a:pt x="458851" y="1654987"/>
                </a:lnTo>
                <a:lnTo>
                  <a:pt x="460451" y="1696986"/>
                </a:lnTo>
                <a:lnTo>
                  <a:pt x="461251" y="1717979"/>
                </a:lnTo>
                <a:lnTo>
                  <a:pt x="470852" y="1704263"/>
                </a:lnTo>
                <a:lnTo>
                  <a:pt x="479120" y="1714601"/>
                </a:lnTo>
                <a:lnTo>
                  <a:pt x="471652" y="1725269"/>
                </a:lnTo>
                <a:lnTo>
                  <a:pt x="477786" y="1738642"/>
                </a:lnTo>
                <a:lnTo>
                  <a:pt x="462114" y="1761032"/>
                </a:lnTo>
                <a:lnTo>
                  <a:pt x="463118" y="1781746"/>
                </a:lnTo>
                <a:lnTo>
                  <a:pt x="464921" y="1801317"/>
                </a:lnTo>
                <a:lnTo>
                  <a:pt x="466318" y="1821459"/>
                </a:lnTo>
                <a:lnTo>
                  <a:pt x="459016" y="1831898"/>
                </a:lnTo>
                <a:lnTo>
                  <a:pt x="463118" y="1848180"/>
                </a:lnTo>
                <a:lnTo>
                  <a:pt x="467626" y="1863890"/>
                </a:lnTo>
                <a:lnTo>
                  <a:pt x="471932" y="1879892"/>
                </a:lnTo>
                <a:lnTo>
                  <a:pt x="464464" y="1890560"/>
                </a:lnTo>
                <a:lnTo>
                  <a:pt x="469912" y="1904923"/>
                </a:lnTo>
                <a:lnTo>
                  <a:pt x="464858" y="1912137"/>
                </a:lnTo>
                <a:lnTo>
                  <a:pt x="470408" y="1926348"/>
                </a:lnTo>
                <a:lnTo>
                  <a:pt x="464997" y="1934083"/>
                </a:lnTo>
                <a:lnTo>
                  <a:pt x="477532" y="1938324"/>
                </a:lnTo>
                <a:lnTo>
                  <a:pt x="487934" y="1945601"/>
                </a:lnTo>
                <a:lnTo>
                  <a:pt x="469798" y="1971522"/>
                </a:lnTo>
                <a:lnTo>
                  <a:pt x="476732" y="1983752"/>
                </a:lnTo>
                <a:lnTo>
                  <a:pt x="471665" y="1990991"/>
                </a:lnTo>
                <a:lnTo>
                  <a:pt x="476199" y="2006663"/>
                </a:lnTo>
                <a:lnTo>
                  <a:pt x="470331" y="2015045"/>
                </a:lnTo>
                <a:lnTo>
                  <a:pt x="473367" y="2032850"/>
                </a:lnTo>
                <a:lnTo>
                  <a:pt x="466598" y="2042515"/>
                </a:lnTo>
                <a:lnTo>
                  <a:pt x="472236" y="2056612"/>
                </a:lnTo>
                <a:lnTo>
                  <a:pt x="491680" y="2073135"/>
                </a:lnTo>
                <a:lnTo>
                  <a:pt x="477812" y="2092947"/>
                </a:lnTo>
                <a:lnTo>
                  <a:pt x="488213" y="2100237"/>
                </a:lnTo>
                <a:lnTo>
                  <a:pt x="489280" y="2098713"/>
                </a:lnTo>
                <a:lnTo>
                  <a:pt x="499681" y="2105990"/>
                </a:lnTo>
                <a:lnTo>
                  <a:pt x="477278" y="2137994"/>
                </a:lnTo>
                <a:lnTo>
                  <a:pt x="487680" y="2145284"/>
                </a:lnTo>
                <a:lnTo>
                  <a:pt x="511149" y="2111743"/>
                </a:lnTo>
                <a:lnTo>
                  <a:pt x="514972" y="2128443"/>
                </a:lnTo>
                <a:lnTo>
                  <a:pt x="508088" y="2138273"/>
                </a:lnTo>
                <a:lnTo>
                  <a:pt x="511403" y="2155685"/>
                </a:lnTo>
                <a:lnTo>
                  <a:pt x="514629" y="2173224"/>
                </a:lnTo>
                <a:lnTo>
                  <a:pt x="550633" y="2188222"/>
                </a:lnTo>
                <a:lnTo>
                  <a:pt x="573049" y="2200503"/>
                </a:lnTo>
                <a:lnTo>
                  <a:pt x="581317" y="2210828"/>
                </a:lnTo>
                <a:lnTo>
                  <a:pt x="579183" y="2213876"/>
                </a:lnTo>
                <a:lnTo>
                  <a:pt x="574281" y="2243023"/>
                </a:lnTo>
                <a:lnTo>
                  <a:pt x="587984" y="2267737"/>
                </a:lnTo>
                <a:lnTo>
                  <a:pt x="605688" y="2286736"/>
                </a:lnTo>
                <a:lnTo>
                  <a:pt x="623201" y="2306015"/>
                </a:lnTo>
                <a:lnTo>
                  <a:pt x="622515" y="2306993"/>
                </a:lnTo>
                <a:lnTo>
                  <a:pt x="634542" y="2311958"/>
                </a:lnTo>
                <a:lnTo>
                  <a:pt x="648271" y="2314486"/>
                </a:lnTo>
                <a:lnTo>
                  <a:pt x="656513" y="2324862"/>
                </a:lnTo>
                <a:lnTo>
                  <a:pt x="678954" y="2337092"/>
                </a:lnTo>
                <a:lnTo>
                  <a:pt x="692594" y="2339759"/>
                </a:lnTo>
                <a:lnTo>
                  <a:pt x="705637" y="2343277"/>
                </a:lnTo>
                <a:lnTo>
                  <a:pt x="729018" y="2354148"/>
                </a:lnTo>
                <a:lnTo>
                  <a:pt x="752716" y="2364600"/>
                </a:lnTo>
                <a:lnTo>
                  <a:pt x="766203" y="2367483"/>
                </a:lnTo>
                <a:lnTo>
                  <a:pt x="790194" y="2377490"/>
                </a:lnTo>
                <a:lnTo>
                  <a:pt x="889431" y="2412898"/>
                </a:lnTo>
                <a:lnTo>
                  <a:pt x="893254" y="2407450"/>
                </a:lnTo>
                <a:lnTo>
                  <a:pt x="907161" y="2409710"/>
                </a:lnTo>
                <a:lnTo>
                  <a:pt x="906233" y="2411044"/>
                </a:lnTo>
                <a:lnTo>
                  <a:pt x="917714" y="2416797"/>
                </a:lnTo>
                <a:lnTo>
                  <a:pt x="924026" y="2407780"/>
                </a:lnTo>
                <a:lnTo>
                  <a:pt x="938923" y="2408644"/>
                </a:lnTo>
                <a:lnTo>
                  <a:pt x="1001737" y="2318918"/>
                </a:lnTo>
                <a:lnTo>
                  <a:pt x="1036967" y="2290737"/>
                </a:lnTo>
                <a:lnTo>
                  <a:pt x="1061885" y="2255139"/>
                </a:lnTo>
                <a:lnTo>
                  <a:pt x="1076591" y="2211984"/>
                </a:lnTo>
                <a:lnTo>
                  <a:pt x="1171384" y="2076577"/>
                </a:lnTo>
                <a:lnTo>
                  <a:pt x="1184973" y="2035022"/>
                </a:lnTo>
                <a:lnTo>
                  <a:pt x="1208862" y="2000897"/>
                </a:lnTo>
                <a:lnTo>
                  <a:pt x="1222133" y="1959787"/>
                </a:lnTo>
                <a:lnTo>
                  <a:pt x="1245539" y="1926361"/>
                </a:lnTo>
                <a:lnTo>
                  <a:pt x="1272209" y="1843963"/>
                </a:lnTo>
                <a:lnTo>
                  <a:pt x="1295857" y="1810194"/>
                </a:lnTo>
                <a:lnTo>
                  <a:pt x="1309293" y="1768856"/>
                </a:lnTo>
                <a:lnTo>
                  <a:pt x="1319695" y="1731848"/>
                </a:lnTo>
                <a:lnTo>
                  <a:pt x="1340497" y="1702130"/>
                </a:lnTo>
                <a:lnTo>
                  <a:pt x="1350899" y="1665135"/>
                </a:lnTo>
                <a:lnTo>
                  <a:pt x="1371701" y="1635404"/>
                </a:lnTo>
                <a:lnTo>
                  <a:pt x="1429321" y="1464525"/>
                </a:lnTo>
                <a:lnTo>
                  <a:pt x="1530134" y="1187627"/>
                </a:lnTo>
                <a:lnTo>
                  <a:pt x="1607223" y="966800"/>
                </a:lnTo>
                <a:lnTo>
                  <a:pt x="1612023" y="915644"/>
                </a:lnTo>
                <a:lnTo>
                  <a:pt x="1641767" y="828878"/>
                </a:lnTo>
                <a:lnTo>
                  <a:pt x="1645881" y="778700"/>
                </a:lnTo>
                <a:lnTo>
                  <a:pt x="1660296" y="735965"/>
                </a:lnTo>
                <a:lnTo>
                  <a:pt x="1681099" y="661949"/>
                </a:lnTo>
                <a:lnTo>
                  <a:pt x="1687868" y="674433"/>
                </a:lnTo>
                <a:lnTo>
                  <a:pt x="1684832" y="678764"/>
                </a:lnTo>
                <a:lnTo>
                  <a:pt x="1692605" y="689813"/>
                </a:lnTo>
                <a:lnTo>
                  <a:pt x="1700580" y="700570"/>
                </a:lnTo>
                <a:lnTo>
                  <a:pt x="1709115" y="688378"/>
                </a:lnTo>
                <a:lnTo>
                  <a:pt x="1713966" y="703592"/>
                </a:lnTo>
                <a:lnTo>
                  <a:pt x="1714322" y="703084"/>
                </a:lnTo>
                <a:lnTo>
                  <a:pt x="1727669" y="706158"/>
                </a:lnTo>
                <a:lnTo>
                  <a:pt x="1740331" y="710222"/>
                </a:lnTo>
                <a:lnTo>
                  <a:pt x="1710740" y="752500"/>
                </a:lnTo>
                <a:lnTo>
                  <a:pt x="1714055" y="769899"/>
                </a:lnTo>
                <a:lnTo>
                  <a:pt x="1717573" y="787019"/>
                </a:lnTo>
                <a:lnTo>
                  <a:pt x="1710982" y="796429"/>
                </a:lnTo>
                <a:lnTo>
                  <a:pt x="1717903" y="808685"/>
                </a:lnTo>
                <a:lnTo>
                  <a:pt x="1715122" y="812660"/>
                </a:lnTo>
                <a:lnTo>
                  <a:pt x="1722945" y="823645"/>
                </a:lnTo>
                <a:lnTo>
                  <a:pt x="1720062" y="827760"/>
                </a:lnTo>
                <a:lnTo>
                  <a:pt x="1720253" y="849617"/>
                </a:lnTo>
                <a:lnTo>
                  <a:pt x="1719262" y="873188"/>
                </a:lnTo>
                <a:lnTo>
                  <a:pt x="1729867" y="902335"/>
                </a:lnTo>
                <a:lnTo>
                  <a:pt x="1733664" y="919048"/>
                </a:lnTo>
                <a:lnTo>
                  <a:pt x="1744065" y="926325"/>
                </a:lnTo>
                <a:lnTo>
                  <a:pt x="1740865" y="930897"/>
                </a:lnTo>
                <a:lnTo>
                  <a:pt x="1739277" y="977480"/>
                </a:lnTo>
                <a:lnTo>
                  <a:pt x="1744078" y="992759"/>
                </a:lnTo>
                <a:lnTo>
                  <a:pt x="1748878" y="1008049"/>
                </a:lnTo>
                <a:lnTo>
                  <a:pt x="1748078" y="1031328"/>
                </a:lnTo>
                <a:lnTo>
                  <a:pt x="1761680" y="1034046"/>
                </a:lnTo>
                <a:lnTo>
                  <a:pt x="1775548" y="1014234"/>
                </a:lnTo>
                <a:lnTo>
                  <a:pt x="1785696" y="1021892"/>
                </a:lnTo>
                <a:lnTo>
                  <a:pt x="1794230" y="1031849"/>
                </a:lnTo>
                <a:lnTo>
                  <a:pt x="1776095" y="1057757"/>
                </a:lnTo>
                <a:lnTo>
                  <a:pt x="1784362" y="1068082"/>
                </a:lnTo>
                <a:lnTo>
                  <a:pt x="1781162" y="1072654"/>
                </a:lnTo>
                <a:lnTo>
                  <a:pt x="1789163" y="1083373"/>
                </a:lnTo>
                <a:lnTo>
                  <a:pt x="1786763" y="1086802"/>
                </a:lnTo>
                <a:lnTo>
                  <a:pt x="1794764" y="1097508"/>
                </a:lnTo>
                <a:lnTo>
                  <a:pt x="1789480" y="1105065"/>
                </a:lnTo>
                <a:lnTo>
                  <a:pt x="1776488" y="1101471"/>
                </a:lnTo>
                <a:lnTo>
                  <a:pt x="1773707" y="1105446"/>
                </a:lnTo>
                <a:lnTo>
                  <a:pt x="1759813" y="1103147"/>
                </a:lnTo>
                <a:lnTo>
                  <a:pt x="1761439" y="1100836"/>
                </a:lnTo>
                <a:lnTo>
                  <a:pt x="1755152" y="1087666"/>
                </a:lnTo>
                <a:lnTo>
                  <a:pt x="1767547" y="1069949"/>
                </a:lnTo>
                <a:lnTo>
                  <a:pt x="1763814" y="1066431"/>
                </a:lnTo>
                <a:lnTo>
                  <a:pt x="1767979" y="1065707"/>
                </a:lnTo>
                <a:lnTo>
                  <a:pt x="1779282" y="1069073"/>
                </a:lnTo>
                <a:lnTo>
                  <a:pt x="1777898" y="1061288"/>
                </a:lnTo>
                <a:lnTo>
                  <a:pt x="1773923" y="1053960"/>
                </a:lnTo>
                <a:lnTo>
                  <a:pt x="1772539" y="1046187"/>
                </a:lnTo>
                <a:lnTo>
                  <a:pt x="1764957" y="1042936"/>
                </a:lnTo>
                <a:lnTo>
                  <a:pt x="1743824" y="1035164"/>
                </a:lnTo>
                <a:lnTo>
                  <a:pt x="1745843" y="1061554"/>
                </a:lnTo>
                <a:lnTo>
                  <a:pt x="1758810" y="1059281"/>
                </a:lnTo>
                <a:lnTo>
                  <a:pt x="1759267" y="1061885"/>
                </a:lnTo>
                <a:lnTo>
                  <a:pt x="1762328" y="1064018"/>
                </a:lnTo>
                <a:lnTo>
                  <a:pt x="1762531" y="1065225"/>
                </a:lnTo>
                <a:lnTo>
                  <a:pt x="1758213" y="1061135"/>
                </a:lnTo>
                <a:lnTo>
                  <a:pt x="1746859" y="1077353"/>
                </a:lnTo>
                <a:lnTo>
                  <a:pt x="1749018" y="1096429"/>
                </a:lnTo>
                <a:lnTo>
                  <a:pt x="1752168" y="1114069"/>
                </a:lnTo>
                <a:lnTo>
                  <a:pt x="1754200" y="1133284"/>
                </a:lnTo>
                <a:lnTo>
                  <a:pt x="1750377" y="1138758"/>
                </a:lnTo>
                <a:lnTo>
                  <a:pt x="1757146" y="1151242"/>
                </a:lnTo>
                <a:lnTo>
                  <a:pt x="1749679" y="1161910"/>
                </a:lnTo>
                <a:lnTo>
                  <a:pt x="1761159" y="1167663"/>
                </a:lnTo>
                <a:lnTo>
                  <a:pt x="1783562" y="1135659"/>
                </a:lnTo>
                <a:lnTo>
                  <a:pt x="1788248" y="1151115"/>
                </a:lnTo>
                <a:lnTo>
                  <a:pt x="1761959" y="1188669"/>
                </a:lnTo>
                <a:lnTo>
                  <a:pt x="1768094" y="1202042"/>
                </a:lnTo>
                <a:lnTo>
                  <a:pt x="1781962" y="1182230"/>
                </a:lnTo>
                <a:lnTo>
                  <a:pt x="1805978" y="1192225"/>
                </a:lnTo>
                <a:lnTo>
                  <a:pt x="1799564" y="1201369"/>
                </a:lnTo>
                <a:lnTo>
                  <a:pt x="1787029" y="1197140"/>
                </a:lnTo>
                <a:lnTo>
                  <a:pt x="1777161" y="1211237"/>
                </a:lnTo>
                <a:lnTo>
                  <a:pt x="1762620" y="1209865"/>
                </a:lnTo>
                <a:lnTo>
                  <a:pt x="1758492" y="1215771"/>
                </a:lnTo>
                <a:lnTo>
                  <a:pt x="1765642" y="1249832"/>
                </a:lnTo>
                <a:lnTo>
                  <a:pt x="1772500" y="1284338"/>
                </a:lnTo>
                <a:lnTo>
                  <a:pt x="1768348" y="1312405"/>
                </a:lnTo>
                <a:lnTo>
                  <a:pt x="1773707" y="1349057"/>
                </a:lnTo>
                <a:lnTo>
                  <a:pt x="1798243" y="1313992"/>
                </a:lnTo>
                <a:lnTo>
                  <a:pt x="1804644" y="1326997"/>
                </a:lnTo>
                <a:lnTo>
                  <a:pt x="1800644" y="1332712"/>
                </a:lnTo>
                <a:lnTo>
                  <a:pt x="1807044" y="1345704"/>
                </a:lnTo>
                <a:lnTo>
                  <a:pt x="1798205" y="1358328"/>
                </a:lnTo>
                <a:lnTo>
                  <a:pt x="1803577" y="1372806"/>
                </a:lnTo>
                <a:lnTo>
                  <a:pt x="1792109" y="1389189"/>
                </a:lnTo>
                <a:lnTo>
                  <a:pt x="1807845" y="1388859"/>
                </a:lnTo>
                <a:lnTo>
                  <a:pt x="1806511" y="1390764"/>
                </a:lnTo>
                <a:lnTo>
                  <a:pt x="1817751" y="1396847"/>
                </a:lnTo>
                <a:lnTo>
                  <a:pt x="1804987" y="1415097"/>
                </a:lnTo>
                <a:lnTo>
                  <a:pt x="1821192" y="1414094"/>
                </a:lnTo>
                <a:lnTo>
                  <a:pt x="1808251" y="1432572"/>
                </a:lnTo>
                <a:lnTo>
                  <a:pt x="1811934" y="1449451"/>
                </a:lnTo>
                <a:lnTo>
                  <a:pt x="1804911" y="1459471"/>
                </a:lnTo>
                <a:lnTo>
                  <a:pt x="1794510" y="1452194"/>
                </a:lnTo>
                <a:lnTo>
                  <a:pt x="1793443" y="1453718"/>
                </a:lnTo>
                <a:lnTo>
                  <a:pt x="1783041" y="1446441"/>
                </a:lnTo>
                <a:lnTo>
                  <a:pt x="1785543" y="1487144"/>
                </a:lnTo>
                <a:lnTo>
                  <a:pt x="1788642" y="1527009"/>
                </a:lnTo>
                <a:lnTo>
                  <a:pt x="1792947" y="1565148"/>
                </a:lnTo>
                <a:lnTo>
                  <a:pt x="1798459" y="1579435"/>
                </a:lnTo>
                <a:lnTo>
                  <a:pt x="1809457" y="1608010"/>
                </a:lnTo>
                <a:lnTo>
                  <a:pt x="1812696" y="1603387"/>
                </a:lnTo>
                <a:lnTo>
                  <a:pt x="1826526" y="1605762"/>
                </a:lnTo>
                <a:lnTo>
                  <a:pt x="1830362" y="1600288"/>
                </a:lnTo>
                <a:lnTo>
                  <a:pt x="1845208" y="1601228"/>
                </a:lnTo>
                <a:lnTo>
                  <a:pt x="1812048" y="1648599"/>
                </a:lnTo>
                <a:lnTo>
                  <a:pt x="1819325" y="1660334"/>
                </a:lnTo>
                <a:lnTo>
                  <a:pt x="1810791" y="1672526"/>
                </a:lnTo>
                <a:lnTo>
                  <a:pt x="1828406" y="1691665"/>
                </a:lnTo>
                <a:lnTo>
                  <a:pt x="1846008" y="1710804"/>
                </a:lnTo>
                <a:lnTo>
                  <a:pt x="1834273" y="1727581"/>
                </a:lnTo>
                <a:lnTo>
                  <a:pt x="1846808" y="1731810"/>
                </a:lnTo>
                <a:lnTo>
                  <a:pt x="1838274" y="1744002"/>
                </a:lnTo>
                <a:lnTo>
                  <a:pt x="1850809" y="1748243"/>
                </a:lnTo>
                <a:lnTo>
                  <a:pt x="1835162" y="1748459"/>
                </a:lnTo>
                <a:lnTo>
                  <a:pt x="1840001" y="1763674"/>
                </a:lnTo>
                <a:lnTo>
                  <a:pt x="1835061" y="1770748"/>
                </a:lnTo>
                <a:lnTo>
                  <a:pt x="1821205" y="1768386"/>
                </a:lnTo>
                <a:lnTo>
                  <a:pt x="1816938" y="1774482"/>
                </a:lnTo>
                <a:lnTo>
                  <a:pt x="1827339" y="1781771"/>
                </a:lnTo>
                <a:lnTo>
                  <a:pt x="1834807" y="1771116"/>
                </a:lnTo>
                <a:lnTo>
                  <a:pt x="1849475" y="1772285"/>
                </a:lnTo>
                <a:lnTo>
                  <a:pt x="1835340" y="1792478"/>
                </a:lnTo>
                <a:lnTo>
                  <a:pt x="1839480" y="1808721"/>
                </a:lnTo>
                <a:lnTo>
                  <a:pt x="1837347" y="1811769"/>
                </a:lnTo>
                <a:lnTo>
                  <a:pt x="1850669" y="1814880"/>
                </a:lnTo>
                <a:lnTo>
                  <a:pt x="1864690" y="1817001"/>
                </a:lnTo>
                <a:lnTo>
                  <a:pt x="1849234" y="1816938"/>
                </a:lnTo>
                <a:lnTo>
                  <a:pt x="1838274" y="1832584"/>
                </a:lnTo>
                <a:lnTo>
                  <a:pt x="1842287" y="1849005"/>
                </a:lnTo>
                <a:lnTo>
                  <a:pt x="1846287" y="1865439"/>
                </a:lnTo>
                <a:lnTo>
                  <a:pt x="1843252" y="1869770"/>
                </a:lnTo>
                <a:lnTo>
                  <a:pt x="1847989" y="1885149"/>
                </a:lnTo>
                <a:lnTo>
                  <a:pt x="1839620" y="1897100"/>
                </a:lnTo>
                <a:lnTo>
                  <a:pt x="1854733" y="1919795"/>
                </a:lnTo>
                <a:lnTo>
                  <a:pt x="1866963" y="1946617"/>
                </a:lnTo>
                <a:lnTo>
                  <a:pt x="1866582" y="1969312"/>
                </a:lnTo>
                <a:lnTo>
                  <a:pt x="1875104" y="2001431"/>
                </a:lnTo>
                <a:lnTo>
                  <a:pt x="1896706" y="2037003"/>
                </a:lnTo>
                <a:lnTo>
                  <a:pt x="1907819" y="2043277"/>
                </a:lnTo>
                <a:lnTo>
                  <a:pt x="1916722" y="2052713"/>
                </a:lnTo>
                <a:lnTo>
                  <a:pt x="1922818" y="2066137"/>
                </a:lnTo>
                <a:lnTo>
                  <a:pt x="1925523" y="2084425"/>
                </a:lnTo>
                <a:lnTo>
                  <a:pt x="1924456" y="2085949"/>
                </a:lnTo>
                <a:lnTo>
                  <a:pt x="1914055" y="2078659"/>
                </a:lnTo>
                <a:lnTo>
                  <a:pt x="1911921" y="2081707"/>
                </a:lnTo>
                <a:lnTo>
                  <a:pt x="1921052" y="2090801"/>
                </a:lnTo>
                <a:lnTo>
                  <a:pt x="1920189" y="2092045"/>
                </a:lnTo>
                <a:lnTo>
                  <a:pt x="1929726" y="2100567"/>
                </a:lnTo>
                <a:lnTo>
                  <a:pt x="1938858" y="2109660"/>
                </a:lnTo>
                <a:lnTo>
                  <a:pt x="1954796" y="2131174"/>
                </a:lnTo>
                <a:lnTo>
                  <a:pt x="1973541" y="2148700"/>
                </a:lnTo>
                <a:lnTo>
                  <a:pt x="1994687" y="2162784"/>
                </a:lnTo>
                <a:lnTo>
                  <a:pt x="2017826" y="2174024"/>
                </a:lnTo>
                <a:lnTo>
                  <a:pt x="2041372" y="2184679"/>
                </a:lnTo>
                <a:lnTo>
                  <a:pt x="2078850" y="2197582"/>
                </a:lnTo>
                <a:lnTo>
                  <a:pt x="2102396" y="2208238"/>
                </a:lnTo>
                <a:lnTo>
                  <a:pt x="2127021" y="2217356"/>
                </a:lnTo>
                <a:lnTo>
                  <a:pt x="2151342" y="2226894"/>
                </a:lnTo>
                <a:lnTo>
                  <a:pt x="2185873" y="2244001"/>
                </a:lnTo>
                <a:lnTo>
                  <a:pt x="2209901" y="2253970"/>
                </a:lnTo>
                <a:lnTo>
                  <a:pt x="2222182" y="2258568"/>
                </a:lnTo>
                <a:lnTo>
                  <a:pt x="2224963" y="2254593"/>
                </a:lnTo>
                <a:lnTo>
                  <a:pt x="2239556" y="2255901"/>
                </a:lnTo>
                <a:lnTo>
                  <a:pt x="2256053" y="2254491"/>
                </a:lnTo>
                <a:lnTo>
                  <a:pt x="2347480" y="2123884"/>
                </a:lnTo>
                <a:lnTo>
                  <a:pt x="2413952" y="1940331"/>
                </a:lnTo>
                <a:lnTo>
                  <a:pt x="2452509" y="1840979"/>
                </a:lnTo>
                <a:lnTo>
                  <a:pt x="2460993" y="1784565"/>
                </a:lnTo>
                <a:lnTo>
                  <a:pt x="2479827" y="1735505"/>
                </a:lnTo>
                <a:lnTo>
                  <a:pt x="2488374" y="1679016"/>
                </a:lnTo>
                <a:lnTo>
                  <a:pt x="2519883" y="1589722"/>
                </a:lnTo>
                <a:lnTo>
                  <a:pt x="2525280" y="1537703"/>
                </a:lnTo>
                <a:lnTo>
                  <a:pt x="2541054" y="1493037"/>
                </a:lnTo>
                <a:lnTo>
                  <a:pt x="2546337" y="1441208"/>
                </a:lnTo>
                <a:lnTo>
                  <a:pt x="2577185" y="1352842"/>
                </a:lnTo>
                <a:lnTo>
                  <a:pt x="2587460" y="1249578"/>
                </a:lnTo>
                <a:lnTo>
                  <a:pt x="2602852" y="1205445"/>
                </a:lnTo>
                <a:lnTo>
                  <a:pt x="2607767" y="1154137"/>
                </a:lnTo>
                <a:lnTo>
                  <a:pt x="2623032" y="1110183"/>
                </a:lnTo>
                <a:lnTo>
                  <a:pt x="2637231" y="957046"/>
                </a:lnTo>
                <a:lnTo>
                  <a:pt x="2651836" y="914019"/>
                </a:lnTo>
                <a:lnTo>
                  <a:pt x="2663863" y="763981"/>
                </a:lnTo>
                <a:lnTo>
                  <a:pt x="2672994" y="728789"/>
                </a:lnTo>
                <a:lnTo>
                  <a:pt x="2672130" y="685736"/>
                </a:lnTo>
                <a:lnTo>
                  <a:pt x="2681655" y="649973"/>
                </a:lnTo>
                <a:lnTo>
                  <a:pt x="2680385" y="607491"/>
                </a:lnTo>
                <a:lnTo>
                  <a:pt x="2701709" y="355587"/>
                </a:lnTo>
                <a:lnTo>
                  <a:pt x="2695371" y="298221"/>
                </a:lnTo>
                <a:lnTo>
                  <a:pt x="2707043" y="148666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01983" y="902793"/>
            <a:ext cx="11084560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5195" algn="l"/>
                <a:tab pos="4130675" algn="l"/>
                <a:tab pos="6644005" algn="l"/>
              </a:tabLst>
            </a:pPr>
            <a:r>
              <a:rPr dirty="0" spc="530"/>
              <a:t>T</a:t>
            </a:r>
            <a:r>
              <a:rPr dirty="0" spc="580"/>
              <a:t>R</a:t>
            </a:r>
            <a:r>
              <a:rPr dirty="0" spc="780"/>
              <a:t>I</a:t>
            </a:r>
            <a:r>
              <a:rPr dirty="0" spc="960"/>
              <a:t>A</a:t>
            </a:r>
            <a:r>
              <a:rPr dirty="0" spc="900"/>
              <a:t>G</a:t>
            </a:r>
            <a:r>
              <a:rPr dirty="0" spc="-490"/>
              <a:t>E</a:t>
            </a:r>
            <a:r>
              <a:rPr dirty="0"/>
              <a:t>	</a:t>
            </a:r>
            <a:r>
              <a:rPr dirty="0" spc="610"/>
              <a:t>-</a:t>
            </a:r>
            <a:r>
              <a:rPr dirty="0"/>
              <a:t>	</a:t>
            </a:r>
            <a:r>
              <a:rPr dirty="0" spc="735"/>
              <a:t>U</a:t>
            </a:r>
            <a:r>
              <a:rPr dirty="0" spc="640"/>
              <a:t>S</a:t>
            </a:r>
            <a:r>
              <a:rPr dirty="0" spc="125"/>
              <a:t>E</a:t>
            </a:r>
            <a:r>
              <a:rPr dirty="0" spc="-35"/>
              <a:t>R</a:t>
            </a:r>
            <a:r>
              <a:rPr dirty="0"/>
              <a:t>	</a:t>
            </a:r>
            <a:r>
              <a:rPr dirty="0" spc="365"/>
              <a:t>F</a:t>
            </a:r>
            <a:r>
              <a:rPr dirty="0" spc="125"/>
              <a:t>EE</a:t>
            </a:r>
            <a:r>
              <a:rPr dirty="0" spc="700"/>
              <a:t>D</a:t>
            </a:r>
            <a:r>
              <a:rPr dirty="0" spc="300"/>
              <a:t>B</a:t>
            </a:r>
            <a:r>
              <a:rPr dirty="0" spc="960"/>
              <a:t>A</a:t>
            </a:r>
            <a:r>
              <a:rPr dirty="0" spc="785"/>
              <a:t>C</a:t>
            </a:r>
            <a:r>
              <a:rPr dirty="0" spc="360"/>
              <a:t>K</a:t>
            </a:r>
          </a:p>
        </p:txBody>
      </p:sp>
      <p:sp>
        <p:nvSpPr>
          <p:cNvPr id="5" name="object 5"/>
          <p:cNvSpPr/>
          <p:nvPr/>
        </p:nvSpPr>
        <p:spPr>
          <a:xfrm>
            <a:off x="3759739" y="2022889"/>
            <a:ext cx="10931830" cy="81265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63988" y="7840002"/>
            <a:ext cx="2118995" cy="2446655"/>
          </a:xfrm>
          <a:custGeom>
            <a:avLst/>
            <a:gdLst/>
            <a:ahLst/>
            <a:cxnLst/>
            <a:rect l="l" t="t" r="r" b="b"/>
            <a:pathLst>
              <a:path w="2118994" h="2446654">
                <a:moveTo>
                  <a:pt x="714895" y="1143990"/>
                </a:moveTo>
                <a:lnTo>
                  <a:pt x="707796" y="1124839"/>
                </a:lnTo>
                <a:lnTo>
                  <a:pt x="694677" y="1164983"/>
                </a:lnTo>
                <a:lnTo>
                  <a:pt x="694118" y="1166710"/>
                </a:lnTo>
                <a:lnTo>
                  <a:pt x="710438" y="1157630"/>
                </a:lnTo>
                <a:lnTo>
                  <a:pt x="714895" y="1143990"/>
                </a:lnTo>
                <a:close/>
              </a:path>
              <a:path w="2118994" h="2446654">
                <a:moveTo>
                  <a:pt x="860196" y="1483829"/>
                </a:moveTo>
                <a:lnTo>
                  <a:pt x="856234" y="1473276"/>
                </a:lnTo>
                <a:lnTo>
                  <a:pt x="852855" y="1466608"/>
                </a:lnTo>
                <a:lnTo>
                  <a:pt x="851141" y="1460500"/>
                </a:lnTo>
                <a:lnTo>
                  <a:pt x="840041" y="1466138"/>
                </a:lnTo>
                <a:lnTo>
                  <a:pt x="838911" y="1463916"/>
                </a:lnTo>
                <a:lnTo>
                  <a:pt x="835571" y="1462824"/>
                </a:lnTo>
                <a:lnTo>
                  <a:pt x="834440" y="1460601"/>
                </a:lnTo>
                <a:lnTo>
                  <a:pt x="829995" y="1462849"/>
                </a:lnTo>
                <a:lnTo>
                  <a:pt x="818870" y="1462913"/>
                </a:lnTo>
                <a:lnTo>
                  <a:pt x="822248" y="1469580"/>
                </a:lnTo>
                <a:lnTo>
                  <a:pt x="827849" y="1475105"/>
                </a:lnTo>
                <a:lnTo>
                  <a:pt x="831227" y="1481772"/>
                </a:lnTo>
                <a:lnTo>
                  <a:pt x="838974" y="1482623"/>
                </a:lnTo>
                <a:lnTo>
                  <a:pt x="860196" y="1483829"/>
                </a:lnTo>
                <a:close/>
              </a:path>
              <a:path w="2118994" h="2446654">
                <a:moveTo>
                  <a:pt x="869543" y="1529461"/>
                </a:moveTo>
                <a:lnTo>
                  <a:pt x="868476" y="1529410"/>
                </a:lnTo>
                <a:lnTo>
                  <a:pt x="868565" y="1529689"/>
                </a:lnTo>
                <a:lnTo>
                  <a:pt x="869543" y="1529461"/>
                </a:lnTo>
                <a:close/>
              </a:path>
              <a:path w="2118994" h="2446654">
                <a:moveTo>
                  <a:pt x="997165" y="1756308"/>
                </a:moveTo>
                <a:lnTo>
                  <a:pt x="982548" y="1733016"/>
                </a:lnTo>
                <a:lnTo>
                  <a:pt x="981456" y="1736369"/>
                </a:lnTo>
                <a:lnTo>
                  <a:pt x="976477" y="1740293"/>
                </a:lnTo>
                <a:lnTo>
                  <a:pt x="973162" y="1744764"/>
                </a:lnTo>
                <a:lnTo>
                  <a:pt x="972642" y="1752003"/>
                </a:lnTo>
                <a:lnTo>
                  <a:pt x="971003" y="1757019"/>
                </a:lnTo>
                <a:lnTo>
                  <a:pt x="970495" y="1764258"/>
                </a:lnTo>
                <a:lnTo>
                  <a:pt x="997165" y="1756308"/>
                </a:lnTo>
                <a:close/>
              </a:path>
              <a:path w="2118994" h="2446654">
                <a:moveTo>
                  <a:pt x="1517815" y="1467218"/>
                </a:moveTo>
                <a:lnTo>
                  <a:pt x="1507807" y="1456944"/>
                </a:lnTo>
                <a:lnTo>
                  <a:pt x="1497914" y="1446364"/>
                </a:lnTo>
                <a:lnTo>
                  <a:pt x="1486027" y="1482750"/>
                </a:lnTo>
                <a:lnTo>
                  <a:pt x="1500276" y="1480007"/>
                </a:lnTo>
                <a:lnTo>
                  <a:pt x="1505915" y="1462747"/>
                </a:lnTo>
                <a:lnTo>
                  <a:pt x="1517815" y="1467218"/>
                </a:lnTo>
                <a:close/>
              </a:path>
              <a:path w="2118994" h="2446654">
                <a:moveTo>
                  <a:pt x="1519593" y="1506677"/>
                </a:moveTo>
                <a:lnTo>
                  <a:pt x="1515694" y="1507261"/>
                </a:lnTo>
                <a:lnTo>
                  <a:pt x="1511249" y="1509509"/>
                </a:lnTo>
                <a:lnTo>
                  <a:pt x="1507363" y="1510093"/>
                </a:lnTo>
                <a:lnTo>
                  <a:pt x="1509039" y="1510639"/>
                </a:lnTo>
                <a:lnTo>
                  <a:pt x="1510157" y="1512862"/>
                </a:lnTo>
                <a:lnTo>
                  <a:pt x="1511833" y="1513408"/>
                </a:lnTo>
                <a:lnTo>
                  <a:pt x="1514602" y="1510601"/>
                </a:lnTo>
                <a:lnTo>
                  <a:pt x="1516824" y="1509483"/>
                </a:lnTo>
                <a:lnTo>
                  <a:pt x="1519593" y="1506677"/>
                </a:lnTo>
                <a:close/>
              </a:path>
              <a:path w="2118994" h="2446654">
                <a:moveTo>
                  <a:pt x="1524698" y="1168704"/>
                </a:moveTo>
                <a:lnTo>
                  <a:pt x="1524584" y="1160221"/>
                </a:lnTo>
                <a:lnTo>
                  <a:pt x="1522539" y="1166495"/>
                </a:lnTo>
                <a:lnTo>
                  <a:pt x="1524698" y="1168704"/>
                </a:lnTo>
                <a:close/>
              </a:path>
              <a:path w="2118994" h="2446654">
                <a:moveTo>
                  <a:pt x="1531988" y="1440370"/>
                </a:moveTo>
                <a:lnTo>
                  <a:pt x="1530477" y="1411503"/>
                </a:lnTo>
                <a:lnTo>
                  <a:pt x="1529524" y="1402537"/>
                </a:lnTo>
                <a:lnTo>
                  <a:pt x="1520901" y="1420088"/>
                </a:lnTo>
                <a:lnTo>
                  <a:pt x="1518285" y="1429880"/>
                </a:lnTo>
                <a:lnTo>
                  <a:pt x="1521904" y="1435455"/>
                </a:lnTo>
                <a:lnTo>
                  <a:pt x="1531988" y="1440370"/>
                </a:lnTo>
                <a:close/>
              </a:path>
              <a:path w="2118994" h="2446654">
                <a:moveTo>
                  <a:pt x="1532470" y="1336840"/>
                </a:moveTo>
                <a:lnTo>
                  <a:pt x="1529118" y="1335747"/>
                </a:lnTo>
                <a:lnTo>
                  <a:pt x="1526895" y="1336878"/>
                </a:lnTo>
                <a:lnTo>
                  <a:pt x="1523555" y="1335786"/>
                </a:lnTo>
                <a:lnTo>
                  <a:pt x="1519936" y="1380883"/>
                </a:lnTo>
                <a:lnTo>
                  <a:pt x="1529626" y="1371066"/>
                </a:lnTo>
                <a:lnTo>
                  <a:pt x="1531429" y="1359877"/>
                </a:lnTo>
                <a:lnTo>
                  <a:pt x="1530616" y="1348181"/>
                </a:lnTo>
                <a:lnTo>
                  <a:pt x="1532470" y="1336840"/>
                </a:lnTo>
                <a:close/>
              </a:path>
              <a:path w="2118994" h="2446654">
                <a:moveTo>
                  <a:pt x="1532559" y="1176718"/>
                </a:moveTo>
                <a:lnTo>
                  <a:pt x="1524698" y="1168704"/>
                </a:lnTo>
                <a:lnTo>
                  <a:pt x="1525104" y="1199515"/>
                </a:lnTo>
                <a:lnTo>
                  <a:pt x="1532559" y="1176718"/>
                </a:lnTo>
                <a:close/>
              </a:path>
              <a:path w="2118994" h="2446654">
                <a:moveTo>
                  <a:pt x="1546402" y="1702447"/>
                </a:moveTo>
                <a:lnTo>
                  <a:pt x="1544193" y="1688934"/>
                </a:lnTo>
                <a:lnTo>
                  <a:pt x="1542554" y="1675257"/>
                </a:lnTo>
                <a:lnTo>
                  <a:pt x="1539951" y="1648485"/>
                </a:lnTo>
                <a:lnTo>
                  <a:pt x="1538274" y="1647939"/>
                </a:lnTo>
                <a:lnTo>
                  <a:pt x="1534375" y="1648523"/>
                </a:lnTo>
                <a:lnTo>
                  <a:pt x="1532166" y="1649653"/>
                </a:lnTo>
                <a:lnTo>
                  <a:pt x="1534845" y="1663319"/>
                </a:lnTo>
                <a:lnTo>
                  <a:pt x="1533093" y="1677263"/>
                </a:lnTo>
                <a:lnTo>
                  <a:pt x="1532496" y="1690903"/>
                </a:lnTo>
                <a:lnTo>
                  <a:pt x="1538617" y="1703603"/>
                </a:lnTo>
                <a:lnTo>
                  <a:pt x="1542503" y="1703019"/>
                </a:lnTo>
                <a:lnTo>
                  <a:pt x="1544180" y="1703565"/>
                </a:lnTo>
                <a:lnTo>
                  <a:pt x="1546402" y="1702447"/>
                </a:lnTo>
                <a:close/>
              </a:path>
              <a:path w="2118994" h="2446654">
                <a:moveTo>
                  <a:pt x="1756664" y="286207"/>
                </a:moveTo>
                <a:lnTo>
                  <a:pt x="1746364" y="276821"/>
                </a:lnTo>
                <a:lnTo>
                  <a:pt x="1748967" y="268884"/>
                </a:lnTo>
                <a:lnTo>
                  <a:pt x="1739900" y="255739"/>
                </a:lnTo>
                <a:lnTo>
                  <a:pt x="1742909" y="246532"/>
                </a:lnTo>
                <a:lnTo>
                  <a:pt x="1734604" y="231038"/>
                </a:lnTo>
                <a:lnTo>
                  <a:pt x="1738071" y="220421"/>
                </a:lnTo>
                <a:lnTo>
                  <a:pt x="1728444" y="209003"/>
                </a:lnTo>
                <a:lnTo>
                  <a:pt x="1705000" y="198983"/>
                </a:lnTo>
                <a:lnTo>
                  <a:pt x="1712112" y="177228"/>
                </a:lnTo>
                <a:lnTo>
                  <a:pt x="1700034" y="173278"/>
                </a:lnTo>
                <a:lnTo>
                  <a:pt x="1699488" y="174955"/>
                </a:lnTo>
                <a:lnTo>
                  <a:pt x="1690509" y="161518"/>
                </a:lnTo>
                <a:lnTo>
                  <a:pt x="1698891" y="135877"/>
                </a:lnTo>
                <a:lnTo>
                  <a:pt x="1686826" y="131927"/>
                </a:lnTo>
                <a:lnTo>
                  <a:pt x="1678165" y="158407"/>
                </a:lnTo>
                <a:lnTo>
                  <a:pt x="1669630" y="143675"/>
                </a:lnTo>
                <a:lnTo>
                  <a:pt x="1661185" y="128612"/>
                </a:lnTo>
                <a:lnTo>
                  <a:pt x="1664868" y="117348"/>
                </a:lnTo>
                <a:lnTo>
                  <a:pt x="1639074" y="114477"/>
                </a:lnTo>
                <a:lnTo>
                  <a:pt x="1614119" y="109105"/>
                </a:lnTo>
                <a:lnTo>
                  <a:pt x="1601228" y="107670"/>
                </a:lnTo>
                <a:lnTo>
                  <a:pt x="1590243" y="100380"/>
                </a:lnTo>
                <a:lnTo>
                  <a:pt x="1591335" y="97040"/>
                </a:lnTo>
                <a:lnTo>
                  <a:pt x="1587106" y="69100"/>
                </a:lnTo>
                <a:lnTo>
                  <a:pt x="1566595" y="50076"/>
                </a:lnTo>
                <a:lnTo>
                  <a:pt x="1544040" y="37325"/>
                </a:lnTo>
                <a:lnTo>
                  <a:pt x="1533664" y="28206"/>
                </a:lnTo>
                <a:lnTo>
                  <a:pt x="1521942" y="23190"/>
                </a:lnTo>
                <a:lnTo>
                  <a:pt x="1509039" y="21780"/>
                </a:lnTo>
                <a:lnTo>
                  <a:pt x="1495259" y="23063"/>
                </a:lnTo>
                <a:lnTo>
                  <a:pt x="1484299" y="15722"/>
                </a:lnTo>
                <a:lnTo>
                  <a:pt x="1471383" y="14338"/>
                </a:lnTo>
                <a:lnTo>
                  <a:pt x="1457655" y="15468"/>
                </a:lnTo>
                <a:lnTo>
                  <a:pt x="1432166" y="11709"/>
                </a:lnTo>
                <a:lnTo>
                  <a:pt x="1418767" y="11823"/>
                </a:lnTo>
                <a:lnTo>
                  <a:pt x="1393151" y="8458"/>
                </a:lnTo>
                <a:lnTo>
                  <a:pt x="1379499" y="9347"/>
                </a:lnTo>
                <a:lnTo>
                  <a:pt x="1353718" y="6451"/>
                </a:lnTo>
                <a:lnTo>
                  <a:pt x="1248943" y="0"/>
                </a:lnTo>
                <a:lnTo>
                  <a:pt x="1243482" y="16700"/>
                </a:lnTo>
                <a:lnTo>
                  <a:pt x="1229766" y="17805"/>
                </a:lnTo>
                <a:lnTo>
                  <a:pt x="1232496" y="9436"/>
                </a:lnTo>
                <a:lnTo>
                  <a:pt x="1219885" y="7162"/>
                </a:lnTo>
                <a:lnTo>
                  <a:pt x="1190218" y="97955"/>
                </a:lnTo>
                <a:lnTo>
                  <a:pt x="1171194" y="115316"/>
                </a:lnTo>
                <a:lnTo>
                  <a:pt x="1132840" y="232702"/>
                </a:lnTo>
                <a:lnTo>
                  <a:pt x="1131887" y="276517"/>
                </a:lnTo>
                <a:lnTo>
                  <a:pt x="1084072" y="422871"/>
                </a:lnTo>
                <a:lnTo>
                  <a:pt x="1083906" y="464273"/>
                </a:lnTo>
                <a:lnTo>
                  <a:pt x="1071778" y="501421"/>
                </a:lnTo>
                <a:lnTo>
                  <a:pt x="1071854" y="542036"/>
                </a:lnTo>
                <a:lnTo>
                  <a:pt x="1059649" y="579424"/>
                </a:lnTo>
                <a:lnTo>
                  <a:pt x="1059586" y="661441"/>
                </a:lnTo>
                <a:lnTo>
                  <a:pt x="1047369" y="698830"/>
                </a:lnTo>
                <a:lnTo>
                  <a:pt x="1048778" y="735393"/>
                </a:lnTo>
                <a:lnTo>
                  <a:pt x="1038123" y="768019"/>
                </a:lnTo>
                <a:lnTo>
                  <a:pt x="1039545" y="804583"/>
                </a:lnTo>
                <a:lnTo>
                  <a:pt x="1028890" y="837209"/>
                </a:lnTo>
                <a:lnTo>
                  <a:pt x="1026350" y="1008570"/>
                </a:lnTo>
                <a:lnTo>
                  <a:pt x="1003084" y="1284249"/>
                </a:lnTo>
                <a:lnTo>
                  <a:pt x="1011224" y="1341132"/>
                </a:lnTo>
                <a:lnTo>
                  <a:pt x="1003642" y="1446136"/>
                </a:lnTo>
                <a:lnTo>
                  <a:pt x="1012012" y="1502308"/>
                </a:lnTo>
                <a:lnTo>
                  <a:pt x="1008341" y="1554441"/>
                </a:lnTo>
                <a:lnTo>
                  <a:pt x="1007389" y="1598244"/>
                </a:lnTo>
                <a:lnTo>
                  <a:pt x="1018667" y="1645526"/>
                </a:lnTo>
                <a:lnTo>
                  <a:pt x="1017333" y="1731416"/>
                </a:lnTo>
                <a:lnTo>
                  <a:pt x="1020165" y="1804555"/>
                </a:lnTo>
                <a:lnTo>
                  <a:pt x="1009954" y="1794916"/>
                </a:lnTo>
                <a:lnTo>
                  <a:pt x="1011504" y="1790153"/>
                </a:lnTo>
                <a:lnTo>
                  <a:pt x="1000785" y="1782076"/>
                </a:lnTo>
                <a:lnTo>
                  <a:pt x="989952" y="1774317"/>
                </a:lnTo>
                <a:lnTo>
                  <a:pt x="985583" y="1787702"/>
                </a:lnTo>
                <a:lnTo>
                  <a:pt x="976350" y="1775053"/>
                </a:lnTo>
                <a:lnTo>
                  <a:pt x="976172" y="1775599"/>
                </a:lnTo>
                <a:lnTo>
                  <a:pt x="962596" y="1776285"/>
                </a:lnTo>
                <a:lnTo>
                  <a:pt x="970724" y="1751380"/>
                </a:lnTo>
                <a:lnTo>
                  <a:pt x="960843" y="1740738"/>
                </a:lnTo>
                <a:lnTo>
                  <a:pt x="964526" y="1729473"/>
                </a:lnTo>
                <a:lnTo>
                  <a:pt x="956081" y="1714423"/>
                </a:lnTo>
                <a:lnTo>
                  <a:pt x="959612" y="1703628"/>
                </a:lnTo>
                <a:lnTo>
                  <a:pt x="950912" y="1689354"/>
                </a:lnTo>
                <a:lnTo>
                  <a:pt x="952690" y="1683893"/>
                </a:lnTo>
                <a:lnTo>
                  <a:pt x="942047" y="1675587"/>
                </a:lnTo>
                <a:lnTo>
                  <a:pt x="943368" y="1671535"/>
                </a:lnTo>
                <a:lnTo>
                  <a:pt x="932776" y="1663065"/>
                </a:lnTo>
                <a:lnTo>
                  <a:pt x="925931" y="1643126"/>
                </a:lnTo>
                <a:lnTo>
                  <a:pt x="919695" y="1621294"/>
                </a:lnTo>
                <a:lnTo>
                  <a:pt x="912850" y="1601355"/>
                </a:lnTo>
                <a:lnTo>
                  <a:pt x="892086" y="1583118"/>
                </a:lnTo>
                <a:lnTo>
                  <a:pt x="893737" y="1578102"/>
                </a:lnTo>
                <a:lnTo>
                  <a:pt x="887399" y="1556588"/>
                </a:lnTo>
                <a:lnTo>
                  <a:pt x="868997" y="1531137"/>
                </a:lnTo>
                <a:lnTo>
                  <a:pt x="868565" y="1529689"/>
                </a:lnTo>
                <a:lnTo>
                  <a:pt x="855103" y="1532763"/>
                </a:lnTo>
                <a:lnTo>
                  <a:pt x="838708" y="1542046"/>
                </a:lnTo>
                <a:lnTo>
                  <a:pt x="836650" y="1548345"/>
                </a:lnTo>
                <a:lnTo>
                  <a:pt x="826770" y="1537703"/>
                </a:lnTo>
                <a:lnTo>
                  <a:pt x="817968" y="1523720"/>
                </a:lnTo>
                <a:lnTo>
                  <a:pt x="830783" y="1525397"/>
                </a:lnTo>
                <a:lnTo>
                  <a:pt x="843546" y="1527225"/>
                </a:lnTo>
                <a:lnTo>
                  <a:pt x="856411" y="1528737"/>
                </a:lnTo>
                <a:lnTo>
                  <a:pt x="868476" y="1529410"/>
                </a:lnTo>
                <a:lnTo>
                  <a:pt x="856322" y="1488109"/>
                </a:lnTo>
                <a:lnTo>
                  <a:pt x="842606" y="1489189"/>
                </a:lnTo>
                <a:lnTo>
                  <a:pt x="835507" y="1510944"/>
                </a:lnTo>
                <a:lnTo>
                  <a:pt x="823569" y="1506588"/>
                </a:lnTo>
                <a:lnTo>
                  <a:pt x="824534" y="1503654"/>
                </a:lnTo>
                <a:lnTo>
                  <a:pt x="815047" y="1491754"/>
                </a:lnTo>
                <a:lnTo>
                  <a:pt x="821753" y="1471269"/>
                </a:lnTo>
                <a:lnTo>
                  <a:pt x="810768" y="1463979"/>
                </a:lnTo>
                <a:lnTo>
                  <a:pt x="813638" y="1455191"/>
                </a:lnTo>
                <a:lnTo>
                  <a:pt x="802792" y="1447482"/>
                </a:lnTo>
                <a:lnTo>
                  <a:pt x="804024" y="1443723"/>
                </a:lnTo>
                <a:lnTo>
                  <a:pt x="793178" y="1436014"/>
                </a:lnTo>
                <a:lnTo>
                  <a:pt x="806729" y="1435430"/>
                </a:lnTo>
                <a:lnTo>
                  <a:pt x="808050" y="1431378"/>
                </a:lnTo>
                <a:lnTo>
                  <a:pt x="821550" y="1430959"/>
                </a:lnTo>
                <a:lnTo>
                  <a:pt x="823341" y="1425498"/>
                </a:lnTo>
                <a:lnTo>
                  <a:pt x="834580" y="1431975"/>
                </a:lnTo>
                <a:lnTo>
                  <a:pt x="826122" y="1457883"/>
                </a:lnTo>
                <a:lnTo>
                  <a:pt x="834440" y="1460601"/>
                </a:lnTo>
                <a:lnTo>
                  <a:pt x="838187" y="1461820"/>
                </a:lnTo>
                <a:lnTo>
                  <a:pt x="843457" y="1445691"/>
                </a:lnTo>
                <a:lnTo>
                  <a:pt x="835621" y="1428813"/>
                </a:lnTo>
                <a:lnTo>
                  <a:pt x="827265" y="1413497"/>
                </a:lnTo>
                <a:lnTo>
                  <a:pt x="819467" y="1396453"/>
                </a:lnTo>
                <a:lnTo>
                  <a:pt x="823290" y="1384744"/>
                </a:lnTo>
                <a:lnTo>
                  <a:pt x="813079" y="1375117"/>
                </a:lnTo>
                <a:lnTo>
                  <a:pt x="813955" y="1372438"/>
                </a:lnTo>
                <a:lnTo>
                  <a:pt x="801331" y="1370164"/>
                </a:lnTo>
                <a:lnTo>
                  <a:pt x="790943" y="1401953"/>
                </a:lnTo>
                <a:lnTo>
                  <a:pt x="781799" y="1389049"/>
                </a:lnTo>
                <a:lnTo>
                  <a:pt x="789711" y="1364843"/>
                </a:lnTo>
                <a:lnTo>
                  <a:pt x="806246" y="1355115"/>
                </a:lnTo>
                <a:lnTo>
                  <a:pt x="807339" y="1351762"/>
                </a:lnTo>
                <a:lnTo>
                  <a:pt x="797458" y="1341132"/>
                </a:lnTo>
                <a:lnTo>
                  <a:pt x="794727" y="1349489"/>
                </a:lnTo>
                <a:lnTo>
                  <a:pt x="778281" y="1358938"/>
                </a:lnTo>
                <a:lnTo>
                  <a:pt x="764565" y="1360004"/>
                </a:lnTo>
                <a:lnTo>
                  <a:pt x="765657" y="1356664"/>
                </a:lnTo>
                <a:lnTo>
                  <a:pt x="754138" y="1351051"/>
                </a:lnTo>
                <a:lnTo>
                  <a:pt x="767854" y="1349971"/>
                </a:lnTo>
                <a:lnTo>
                  <a:pt x="768946" y="1346631"/>
                </a:lnTo>
                <a:lnTo>
                  <a:pt x="782650" y="1345552"/>
                </a:lnTo>
                <a:lnTo>
                  <a:pt x="790308" y="1322133"/>
                </a:lnTo>
                <a:lnTo>
                  <a:pt x="785228" y="1296771"/>
                </a:lnTo>
                <a:lnTo>
                  <a:pt x="776732" y="1281887"/>
                </a:lnTo>
                <a:lnTo>
                  <a:pt x="768235" y="1267002"/>
                </a:lnTo>
                <a:lnTo>
                  <a:pt x="763612" y="1240243"/>
                </a:lnTo>
                <a:lnTo>
                  <a:pt x="747382" y="1208125"/>
                </a:lnTo>
                <a:lnTo>
                  <a:pt x="734809" y="1246606"/>
                </a:lnTo>
                <a:lnTo>
                  <a:pt x="724789" y="1236383"/>
                </a:lnTo>
                <a:lnTo>
                  <a:pt x="726846" y="1230109"/>
                </a:lnTo>
                <a:lnTo>
                  <a:pt x="716813" y="1219898"/>
                </a:lnTo>
                <a:lnTo>
                  <a:pt x="721347" y="1206042"/>
                </a:lnTo>
                <a:lnTo>
                  <a:pt x="711847" y="1194206"/>
                </a:lnTo>
                <a:lnTo>
                  <a:pt x="717727" y="1176223"/>
                </a:lnTo>
                <a:lnTo>
                  <a:pt x="702919" y="1180642"/>
                </a:lnTo>
                <a:lnTo>
                  <a:pt x="703605" y="1178547"/>
                </a:lnTo>
                <a:lnTo>
                  <a:pt x="691108" y="1175905"/>
                </a:lnTo>
                <a:lnTo>
                  <a:pt x="694677" y="1164983"/>
                </a:lnTo>
                <a:lnTo>
                  <a:pt x="682599" y="1161046"/>
                </a:lnTo>
                <a:lnTo>
                  <a:pt x="696810" y="1117549"/>
                </a:lnTo>
                <a:lnTo>
                  <a:pt x="708888" y="1121486"/>
                </a:lnTo>
                <a:lnTo>
                  <a:pt x="701497" y="1103198"/>
                </a:lnTo>
                <a:lnTo>
                  <a:pt x="694118" y="1084897"/>
                </a:lnTo>
                <a:lnTo>
                  <a:pt x="686574" y="1067079"/>
                </a:lnTo>
                <a:lnTo>
                  <a:pt x="681405" y="1054849"/>
                </a:lnTo>
                <a:lnTo>
                  <a:pt x="681405" y="1082890"/>
                </a:lnTo>
                <a:lnTo>
                  <a:pt x="679234" y="1089583"/>
                </a:lnTo>
                <a:lnTo>
                  <a:pt x="665518" y="1090650"/>
                </a:lnTo>
                <a:lnTo>
                  <a:pt x="653440" y="1086713"/>
                </a:lnTo>
                <a:lnTo>
                  <a:pt x="658291" y="1071867"/>
                </a:lnTo>
                <a:lnTo>
                  <a:pt x="648538" y="1060831"/>
                </a:lnTo>
                <a:lnTo>
                  <a:pt x="651205" y="1052664"/>
                </a:lnTo>
                <a:lnTo>
                  <a:pt x="661365" y="1062456"/>
                </a:lnTo>
                <a:lnTo>
                  <a:pt x="672592" y="1069009"/>
                </a:lnTo>
                <a:lnTo>
                  <a:pt x="670979" y="1073924"/>
                </a:lnTo>
                <a:lnTo>
                  <a:pt x="681405" y="1082890"/>
                </a:lnTo>
                <a:lnTo>
                  <a:pt x="681405" y="1054849"/>
                </a:lnTo>
                <a:lnTo>
                  <a:pt x="679043" y="1049248"/>
                </a:lnTo>
                <a:lnTo>
                  <a:pt x="663346" y="1015479"/>
                </a:lnTo>
                <a:lnTo>
                  <a:pt x="646734" y="984542"/>
                </a:lnTo>
                <a:lnTo>
                  <a:pt x="645083" y="989609"/>
                </a:lnTo>
                <a:lnTo>
                  <a:pt x="631253" y="991057"/>
                </a:lnTo>
                <a:lnTo>
                  <a:pt x="629285" y="997064"/>
                </a:lnTo>
                <a:lnTo>
                  <a:pt x="614946" y="1000074"/>
                </a:lnTo>
                <a:lnTo>
                  <a:pt x="631926" y="948080"/>
                </a:lnTo>
                <a:lnTo>
                  <a:pt x="631037" y="947343"/>
                </a:lnTo>
                <a:lnTo>
                  <a:pt x="621449" y="939253"/>
                </a:lnTo>
                <a:lnTo>
                  <a:pt x="625830" y="925868"/>
                </a:lnTo>
                <a:lnTo>
                  <a:pt x="603326" y="912952"/>
                </a:lnTo>
                <a:lnTo>
                  <a:pt x="592074" y="906500"/>
                </a:lnTo>
                <a:lnTo>
                  <a:pt x="595617" y="895629"/>
                </a:lnTo>
                <a:lnTo>
                  <a:pt x="585736" y="884999"/>
                </a:lnTo>
                <a:lnTo>
                  <a:pt x="586828" y="881646"/>
                </a:lnTo>
                <a:lnTo>
                  <a:pt x="573659" y="881049"/>
                </a:lnTo>
                <a:lnTo>
                  <a:pt x="579628" y="862774"/>
                </a:lnTo>
                <a:lnTo>
                  <a:pt x="570407" y="850125"/>
                </a:lnTo>
                <a:lnTo>
                  <a:pt x="572935" y="842365"/>
                </a:lnTo>
                <a:lnTo>
                  <a:pt x="586778" y="840905"/>
                </a:lnTo>
                <a:lnTo>
                  <a:pt x="588962" y="834212"/>
                </a:lnTo>
                <a:lnTo>
                  <a:pt x="574713" y="836955"/>
                </a:lnTo>
                <a:lnTo>
                  <a:pt x="573062" y="841984"/>
                </a:lnTo>
                <a:lnTo>
                  <a:pt x="558812" y="844727"/>
                </a:lnTo>
                <a:lnTo>
                  <a:pt x="572477" y="802894"/>
                </a:lnTo>
                <a:lnTo>
                  <a:pt x="559473" y="801801"/>
                </a:lnTo>
                <a:lnTo>
                  <a:pt x="558279" y="805434"/>
                </a:lnTo>
                <a:lnTo>
                  <a:pt x="544715" y="806069"/>
                </a:lnTo>
                <a:lnTo>
                  <a:pt x="551065" y="786650"/>
                </a:lnTo>
                <a:lnTo>
                  <a:pt x="545553" y="762622"/>
                </a:lnTo>
                <a:lnTo>
                  <a:pt x="535025" y="753922"/>
                </a:lnTo>
                <a:lnTo>
                  <a:pt x="537933" y="745032"/>
                </a:lnTo>
                <a:lnTo>
                  <a:pt x="527418" y="736333"/>
                </a:lnTo>
                <a:lnTo>
                  <a:pt x="529056" y="731329"/>
                </a:lnTo>
                <a:lnTo>
                  <a:pt x="542226" y="731913"/>
                </a:lnTo>
                <a:lnTo>
                  <a:pt x="531609" y="723519"/>
                </a:lnTo>
                <a:lnTo>
                  <a:pt x="520992" y="715111"/>
                </a:lnTo>
                <a:lnTo>
                  <a:pt x="501243" y="693762"/>
                </a:lnTo>
                <a:lnTo>
                  <a:pt x="482625" y="668959"/>
                </a:lnTo>
                <a:lnTo>
                  <a:pt x="476846" y="645756"/>
                </a:lnTo>
                <a:lnTo>
                  <a:pt x="480225" y="635406"/>
                </a:lnTo>
                <a:lnTo>
                  <a:pt x="469696" y="626757"/>
                </a:lnTo>
                <a:lnTo>
                  <a:pt x="457923" y="621868"/>
                </a:lnTo>
                <a:lnTo>
                  <a:pt x="445541" y="618871"/>
                </a:lnTo>
                <a:lnTo>
                  <a:pt x="433120" y="616013"/>
                </a:lnTo>
                <a:lnTo>
                  <a:pt x="421817" y="609727"/>
                </a:lnTo>
                <a:lnTo>
                  <a:pt x="411949" y="599033"/>
                </a:lnTo>
                <a:lnTo>
                  <a:pt x="416433" y="585292"/>
                </a:lnTo>
                <a:lnTo>
                  <a:pt x="429602" y="585889"/>
                </a:lnTo>
                <a:lnTo>
                  <a:pt x="418172" y="579958"/>
                </a:lnTo>
                <a:lnTo>
                  <a:pt x="394919" y="569341"/>
                </a:lnTo>
                <a:lnTo>
                  <a:pt x="395566" y="567359"/>
                </a:lnTo>
                <a:lnTo>
                  <a:pt x="373926" y="551840"/>
                </a:lnTo>
                <a:lnTo>
                  <a:pt x="326517" y="533349"/>
                </a:lnTo>
                <a:lnTo>
                  <a:pt x="275640" y="525513"/>
                </a:lnTo>
                <a:lnTo>
                  <a:pt x="236207" y="523519"/>
                </a:lnTo>
                <a:lnTo>
                  <a:pt x="222732" y="523862"/>
                </a:lnTo>
                <a:lnTo>
                  <a:pt x="184569" y="518007"/>
                </a:lnTo>
                <a:lnTo>
                  <a:pt x="158623" y="515645"/>
                </a:lnTo>
                <a:lnTo>
                  <a:pt x="132778" y="512953"/>
                </a:lnTo>
                <a:lnTo>
                  <a:pt x="106984" y="510108"/>
                </a:lnTo>
                <a:lnTo>
                  <a:pt x="93941" y="509117"/>
                </a:lnTo>
                <a:lnTo>
                  <a:pt x="80441" y="509549"/>
                </a:lnTo>
                <a:lnTo>
                  <a:pt x="78308" y="516102"/>
                </a:lnTo>
                <a:lnTo>
                  <a:pt x="63119" y="521703"/>
                </a:lnTo>
                <a:lnTo>
                  <a:pt x="16281" y="665060"/>
                </a:lnTo>
                <a:lnTo>
                  <a:pt x="9194" y="850328"/>
                </a:lnTo>
                <a:lnTo>
                  <a:pt x="0" y="1001166"/>
                </a:lnTo>
                <a:lnTo>
                  <a:pt x="9169" y="1054900"/>
                </a:lnTo>
                <a:lnTo>
                  <a:pt x="6210" y="1104861"/>
                </a:lnTo>
                <a:lnTo>
                  <a:pt x="14744" y="1160538"/>
                </a:lnTo>
                <a:lnTo>
                  <a:pt x="11150" y="1212418"/>
                </a:lnTo>
                <a:lnTo>
                  <a:pt x="19634" y="1268247"/>
                </a:lnTo>
                <a:lnTo>
                  <a:pt x="16090" y="1319987"/>
                </a:lnTo>
                <a:lnTo>
                  <a:pt x="24714" y="1375397"/>
                </a:lnTo>
                <a:lnTo>
                  <a:pt x="21399" y="1426438"/>
                </a:lnTo>
                <a:lnTo>
                  <a:pt x="47447" y="1592097"/>
                </a:lnTo>
                <a:lnTo>
                  <a:pt x="44170" y="1643024"/>
                </a:lnTo>
                <a:lnTo>
                  <a:pt x="61836" y="1752549"/>
                </a:lnTo>
                <a:lnTo>
                  <a:pt x="72974" y="1800225"/>
                </a:lnTo>
                <a:lnTo>
                  <a:pt x="72237" y="1843405"/>
                </a:lnTo>
                <a:lnTo>
                  <a:pt x="106540" y="1983778"/>
                </a:lnTo>
                <a:lnTo>
                  <a:pt x="110464" y="2053577"/>
                </a:lnTo>
                <a:lnTo>
                  <a:pt x="124396" y="2092718"/>
                </a:lnTo>
                <a:lnTo>
                  <a:pt x="126453" y="2127300"/>
                </a:lnTo>
                <a:lnTo>
                  <a:pt x="194373" y="2410180"/>
                </a:lnTo>
                <a:lnTo>
                  <a:pt x="209334" y="2446172"/>
                </a:lnTo>
                <a:lnTo>
                  <a:pt x="556704" y="2446159"/>
                </a:lnTo>
                <a:lnTo>
                  <a:pt x="547331" y="2433955"/>
                </a:lnTo>
                <a:lnTo>
                  <a:pt x="540931" y="2412682"/>
                </a:lnTo>
                <a:lnTo>
                  <a:pt x="542569" y="2407653"/>
                </a:lnTo>
                <a:lnTo>
                  <a:pt x="534593" y="2391168"/>
                </a:lnTo>
                <a:lnTo>
                  <a:pt x="542785" y="2366073"/>
                </a:lnTo>
                <a:lnTo>
                  <a:pt x="534822" y="2349576"/>
                </a:lnTo>
                <a:lnTo>
                  <a:pt x="538416" y="2338578"/>
                </a:lnTo>
                <a:lnTo>
                  <a:pt x="530987" y="2326144"/>
                </a:lnTo>
                <a:lnTo>
                  <a:pt x="530987" y="2361298"/>
                </a:lnTo>
                <a:lnTo>
                  <a:pt x="514553" y="2370734"/>
                </a:lnTo>
                <a:lnTo>
                  <a:pt x="512356" y="2377427"/>
                </a:lnTo>
                <a:lnTo>
                  <a:pt x="502526" y="2366632"/>
                </a:lnTo>
                <a:lnTo>
                  <a:pt x="507822" y="2350427"/>
                </a:lnTo>
                <a:lnTo>
                  <a:pt x="522744" y="2345639"/>
                </a:lnTo>
                <a:lnTo>
                  <a:pt x="520560" y="2352332"/>
                </a:lnTo>
                <a:lnTo>
                  <a:pt x="530987" y="2361298"/>
                </a:lnTo>
                <a:lnTo>
                  <a:pt x="530987" y="2326144"/>
                </a:lnTo>
                <a:lnTo>
                  <a:pt x="529780" y="2324112"/>
                </a:lnTo>
                <a:lnTo>
                  <a:pt x="533120" y="2313876"/>
                </a:lnTo>
                <a:lnTo>
                  <a:pt x="524332" y="2299868"/>
                </a:lnTo>
                <a:lnTo>
                  <a:pt x="521690" y="2267064"/>
                </a:lnTo>
                <a:lnTo>
                  <a:pt x="504329" y="2197519"/>
                </a:lnTo>
                <a:lnTo>
                  <a:pt x="489610" y="2160765"/>
                </a:lnTo>
                <a:lnTo>
                  <a:pt x="479450" y="2069185"/>
                </a:lnTo>
                <a:lnTo>
                  <a:pt x="464235" y="2033981"/>
                </a:lnTo>
                <a:lnTo>
                  <a:pt x="450380" y="1912810"/>
                </a:lnTo>
                <a:lnTo>
                  <a:pt x="447230" y="1881517"/>
                </a:lnTo>
                <a:lnTo>
                  <a:pt x="428675" y="1815630"/>
                </a:lnTo>
                <a:lnTo>
                  <a:pt x="425538" y="1784350"/>
                </a:lnTo>
                <a:lnTo>
                  <a:pt x="414782" y="1735467"/>
                </a:lnTo>
                <a:lnTo>
                  <a:pt x="416102" y="1690535"/>
                </a:lnTo>
                <a:lnTo>
                  <a:pt x="404482" y="1603425"/>
                </a:lnTo>
                <a:lnTo>
                  <a:pt x="397738" y="1583169"/>
                </a:lnTo>
                <a:lnTo>
                  <a:pt x="396316" y="1546606"/>
                </a:lnTo>
                <a:lnTo>
                  <a:pt x="401650" y="1530286"/>
                </a:lnTo>
                <a:lnTo>
                  <a:pt x="414388" y="1573098"/>
                </a:lnTo>
                <a:lnTo>
                  <a:pt x="420878" y="1594116"/>
                </a:lnTo>
                <a:lnTo>
                  <a:pt x="427532" y="1614652"/>
                </a:lnTo>
                <a:lnTo>
                  <a:pt x="445452" y="1641602"/>
                </a:lnTo>
                <a:lnTo>
                  <a:pt x="451243" y="1664754"/>
                </a:lnTo>
                <a:lnTo>
                  <a:pt x="457149" y="1687601"/>
                </a:lnTo>
                <a:lnTo>
                  <a:pt x="475373" y="1713598"/>
                </a:lnTo>
                <a:lnTo>
                  <a:pt x="488137" y="1756333"/>
                </a:lnTo>
                <a:lnTo>
                  <a:pt x="563346" y="1894166"/>
                </a:lnTo>
                <a:lnTo>
                  <a:pt x="596125" y="1957412"/>
                </a:lnTo>
                <a:lnTo>
                  <a:pt x="612648" y="1988642"/>
                </a:lnTo>
                <a:lnTo>
                  <a:pt x="629323" y="2019401"/>
                </a:lnTo>
                <a:lnTo>
                  <a:pt x="657847" y="2054783"/>
                </a:lnTo>
                <a:lnTo>
                  <a:pt x="674446" y="2085759"/>
                </a:lnTo>
                <a:lnTo>
                  <a:pt x="703224" y="2120354"/>
                </a:lnTo>
                <a:lnTo>
                  <a:pt x="728370" y="2166074"/>
                </a:lnTo>
                <a:lnTo>
                  <a:pt x="736815" y="2181123"/>
                </a:lnTo>
                <a:lnTo>
                  <a:pt x="745363" y="2195855"/>
                </a:lnTo>
                <a:lnTo>
                  <a:pt x="754062" y="2210130"/>
                </a:lnTo>
                <a:lnTo>
                  <a:pt x="784720" y="2238959"/>
                </a:lnTo>
                <a:lnTo>
                  <a:pt x="803630" y="2262886"/>
                </a:lnTo>
                <a:lnTo>
                  <a:pt x="822731" y="2286203"/>
                </a:lnTo>
                <a:lnTo>
                  <a:pt x="841946" y="2309203"/>
                </a:lnTo>
                <a:lnTo>
                  <a:pt x="863244" y="2325763"/>
                </a:lnTo>
                <a:lnTo>
                  <a:pt x="872693" y="2337765"/>
                </a:lnTo>
                <a:lnTo>
                  <a:pt x="894613" y="2352446"/>
                </a:lnTo>
                <a:lnTo>
                  <a:pt x="905078" y="2361298"/>
                </a:lnTo>
                <a:lnTo>
                  <a:pt x="928357" y="2371852"/>
                </a:lnTo>
                <a:lnTo>
                  <a:pt x="940066" y="2376894"/>
                </a:lnTo>
                <a:lnTo>
                  <a:pt x="964057" y="2385250"/>
                </a:lnTo>
                <a:lnTo>
                  <a:pt x="975880" y="2389987"/>
                </a:lnTo>
                <a:lnTo>
                  <a:pt x="987945" y="2393924"/>
                </a:lnTo>
                <a:lnTo>
                  <a:pt x="989037" y="2390584"/>
                </a:lnTo>
                <a:lnTo>
                  <a:pt x="1004379" y="2384539"/>
                </a:lnTo>
                <a:lnTo>
                  <a:pt x="1019606" y="2378811"/>
                </a:lnTo>
                <a:lnTo>
                  <a:pt x="1046708" y="2377656"/>
                </a:lnTo>
                <a:lnTo>
                  <a:pt x="1061427" y="2373490"/>
                </a:lnTo>
                <a:lnTo>
                  <a:pt x="1104531" y="2364257"/>
                </a:lnTo>
                <a:lnTo>
                  <a:pt x="1148753" y="2351570"/>
                </a:lnTo>
                <a:lnTo>
                  <a:pt x="1193596" y="2337003"/>
                </a:lnTo>
                <a:lnTo>
                  <a:pt x="1238542" y="2322118"/>
                </a:lnTo>
                <a:lnTo>
                  <a:pt x="1238783" y="2321369"/>
                </a:lnTo>
                <a:lnTo>
                  <a:pt x="1250950" y="2325014"/>
                </a:lnTo>
                <a:lnTo>
                  <a:pt x="1263218" y="2328354"/>
                </a:lnTo>
                <a:lnTo>
                  <a:pt x="1263777" y="2326652"/>
                </a:lnTo>
                <a:lnTo>
                  <a:pt x="1277264" y="2326259"/>
                </a:lnTo>
                <a:lnTo>
                  <a:pt x="1278991" y="2320975"/>
                </a:lnTo>
                <a:lnTo>
                  <a:pt x="1516253" y="1594688"/>
                </a:lnTo>
                <a:lnTo>
                  <a:pt x="1522387" y="1616837"/>
                </a:lnTo>
                <a:lnTo>
                  <a:pt x="1509217" y="1616240"/>
                </a:lnTo>
                <a:lnTo>
                  <a:pt x="1278991" y="2320975"/>
                </a:lnTo>
                <a:lnTo>
                  <a:pt x="1292987" y="2319020"/>
                </a:lnTo>
                <a:lnTo>
                  <a:pt x="1295019" y="2312797"/>
                </a:lnTo>
                <a:lnTo>
                  <a:pt x="1325079" y="2302586"/>
                </a:lnTo>
                <a:lnTo>
                  <a:pt x="1373517" y="2276995"/>
                </a:lnTo>
                <a:lnTo>
                  <a:pt x="1391500" y="2262848"/>
                </a:lnTo>
                <a:lnTo>
                  <a:pt x="1422120" y="2250922"/>
                </a:lnTo>
                <a:lnTo>
                  <a:pt x="1440980" y="2234107"/>
                </a:lnTo>
                <a:lnTo>
                  <a:pt x="1460855" y="2214156"/>
                </a:lnTo>
                <a:lnTo>
                  <a:pt x="1512570" y="2055850"/>
                </a:lnTo>
                <a:lnTo>
                  <a:pt x="1506423" y="2033765"/>
                </a:lnTo>
                <a:lnTo>
                  <a:pt x="1515160" y="2007006"/>
                </a:lnTo>
                <a:lnTo>
                  <a:pt x="1528330" y="2007590"/>
                </a:lnTo>
                <a:lnTo>
                  <a:pt x="1517281" y="2000542"/>
                </a:lnTo>
                <a:lnTo>
                  <a:pt x="1507401" y="1989874"/>
                </a:lnTo>
                <a:lnTo>
                  <a:pt x="1520037" y="1951189"/>
                </a:lnTo>
                <a:lnTo>
                  <a:pt x="1514614" y="1926882"/>
                </a:lnTo>
                <a:lnTo>
                  <a:pt x="1509356" y="1902104"/>
                </a:lnTo>
                <a:lnTo>
                  <a:pt x="1516265" y="1880958"/>
                </a:lnTo>
                <a:lnTo>
                  <a:pt x="1511147" y="1855711"/>
                </a:lnTo>
                <a:lnTo>
                  <a:pt x="1517154" y="1837321"/>
                </a:lnTo>
                <a:lnTo>
                  <a:pt x="1525955" y="1851291"/>
                </a:lnTo>
                <a:lnTo>
                  <a:pt x="1526501" y="1849628"/>
                </a:lnTo>
                <a:lnTo>
                  <a:pt x="1539113" y="1851888"/>
                </a:lnTo>
                <a:lnTo>
                  <a:pt x="1533055" y="1759597"/>
                </a:lnTo>
                <a:lnTo>
                  <a:pt x="1533055" y="1829536"/>
                </a:lnTo>
                <a:lnTo>
                  <a:pt x="1532509" y="1831213"/>
                </a:lnTo>
                <a:lnTo>
                  <a:pt x="1519897" y="1828939"/>
                </a:lnTo>
                <a:lnTo>
                  <a:pt x="1524215" y="1815719"/>
                </a:lnTo>
                <a:lnTo>
                  <a:pt x="1523695" y="1796859"/>
                </a:lnTo>
                <a:lnTo>
                  <a:pt x="1525409" y="1812061"/>
                </a:lnTo>
                <a:lnTo>
                  <a:pt x="1533055" y="1829536"/>
                </a:lnTo>
                <a:lnTo>
                  <a:pt x="1533055" y="1759597"/>
                </a:lnTo>
                <a:lnTo>
                  <a:pt x="1532407" y="1749729"/>
                </a:lnTo>
                <a:lnTo>
                  <a:pt x="1542249" y="1719605"/>
                </a:lnTo>
                <a:lnTo>
                  <a:pt x="1530184" y="1715655"/>
                </a:lnTo>
                <a:lnTo>
                  <a:pt x="1527492" y="1723885"/>
                </a:lnTo>
                <a:lnTo>
                  <a:pt x="1527492" y="1764766"/>
                </a:lnTo>
                <a:lnTo>
                  <a:pt x="1523174" y="1778000"/>
                </a:lnTo>
                <a:lnTo>
                  <a:pt x="1516519" y="1757476"/>
                </a:lnTo>
                <a:lnTo>
                  <a:pt x="1517611" y="1754136"/>
                </a:lnTo>
                <a:lnTo>
                  <a:pt x="1527492" y="1764766"/>
                </a:lnTo>
                <a:lnTo>
                  <a:pt x="1527492" y="1723885"/>
                </a:lnTo>
                <a:lnTo>
                  <a:pt x="1526349" y="1727365"/>
                </a:lnTo>
                <a:lnTo>
                  <a:pt x="1509471" y="1697266"/>
                </a:lnTo>
                <a:lnTo>
                  <a:pt x="1505572" y="1668297"/>
                </a:lnTo>
                <a:lnTo>
                  <a:pt x="1516367" y="1635252"/>
                </a:lnTo>
                <a:lnTo>
                  <a:pt x="1526260" y="1645869"/>
                </a:lnTo>
                <a:lnTo>
                  <a:pt x="1534121" y="1621790"/>
                </a:lnTo>
                <a:lnTo>
                  <a:pt x="1529143" y="1596123"/>
                </a:lnTo>
                <a:lnTo>
                  <a:pt x="1522018" y="1577047"/>
                </a:lnTo>
                <a:lnTo>
                  <a:pt x="1513649" y="1570583"/>
                </a:lnTo>
                <a:lnTo>
                  <a:pt x="1513649" y="1578800"/>
                </a:lnTo>
                <a:lnTo>
                  <a:pt x="1508620" y="1577162"/>
                </a:lnTo>
                <a:lnTo>
                  <a:pt x="1508074" y="1578825"/>
                </a:lnTo>
                <a:lnTo>
                  <a:pt x="1497101" y="1571536"/>
                </a:lnTo>
                <a:lnTo>
                  <a:pt x="1497647" y="1569872"/>
                </a:lnTo>
                <a:lnTo>
                  <a:pt x="1509306" y="1575066"/>
                </a:lnTo>
                <a:lnTo>
                  <a:pt x="1513649" y="1578800"/>
                </a:lnTo>
                <a:lnTo>
                  <a:pt x="1513649" y="1570583"/>
                </a:lnTo>
                <a:lnTo>
                  <a:pt x="1511350" y="1568792"/>
                </a:lnTo>
                <a:lnTo>
                  <a:pt x="1502232" y="1555813"/>
                </a:lnTo>
                <a:lnTo>
                  <a:pt x="1511312" y="1528038"/>
                </a:lnTo>
                <a:lnTo>
                  <a:pt x="1500873" y="1519085"/>
                </a:lnTo>
                <a:lnTo>
                  <a:pt x="1501419" y="1517408"/>
                </a:lnTo>
                <a:lnTo>
                  <a:pt x="1491792" y="1505991"/>
                </a:lnTo>
                <a:lnTo>
                  <a:pt x="1496263" y="1492288"/>
                </a:lnTo>
                <a:lnTo>
                  <a:pt x="1486027" y="1482750"/>
                </a:lnTo>
                <a:lnTo>
                  <a:pt x="1500276" y="1439100"/>
                </a:lnTo>
                <a:lnTo>
                  <a:pt x="1490891" y="1426946"/>
                </a:lnTo>
                <a:lnTo>
                  <a:pt x="1493431" y="1419161"/>
                </a:lnTo>
                <a:lnTo>
                  <a:pt x="1510804" y="1406893"/>
                </a:lnTo>
                <a:lnTo>
                  <a:pt x="1516621" y="1389062"/>
                </a:lnTo>
                <a:lnTo>
                  <a:pt x="1506258" y="1379905"/>
                </a:lnTo>
                <a:lnTo>
                  <a:pt x="1509471" y="1370063"/>
                </a:lnTo>
                <a:lnTo>
                  <a:pt x="1498498" y="1362773"/>
                </a:lnTo>
                <a:lnTo>
                  <a:pt x="1487957" y="1354124"/>
                </a:lnTo>
                <a:lnTo>
                  <a:pt x="1503908" y="1305306"/>
                </a:lnTo>
                <a:lnTo>
                  <a:pt x="1514182" y="1314729"/>
                </a:lnTo>
                <a:lnTo>
                  <a:pt x="1512709" y="1319276"/>
                </a:lnTo>
                <a:lnTo>
                  <a:pt x="1523288" y="1327772"/>
                </a:lnTo>
                <a:lnTo>
                  <a:pt x="1531607" y="1302308"/>
                </a:lnTo>
                <a:lnTo>
                  <a:pt x="1523873" y="1285100"/>
                </a:lnTo>
                <a:lnTo>
                  <a:pt x="1528013" y="1272438"/>
                </a:lnTo>
                <a:lnTo>
                  <a:pt x="1522082" y="1249667"/>
                </a:lnTo>
                <a:lnTo>
                  <a:pt x="1528229" y="1230845"/>
                </a:lnTo>
                <a:lnTo>
                  <a:pt x="1522310" y="1208087"/>
                </a:lnTo>
                <a:lnTo>
                  <a:pt x="1514246" y="1232763"/>
                </a:lnTo>
                <a:lnTo>
                  <a:pt x="1502727" y="1227137"/>
                </a:lnTo>
                <a:lnTo>
                  <a:pt x="1506423" y="1215796"/>
                </a:lnTo>
                <a:lnTo>
                  <a:pt x="1496529" y="1205217"/>
                </a:lnTo>
                <a:lnTo>
                  <a:pt x="1517434" y="1141222"/>
                </a:lnTo>
                <a:lnTo>
                  <a:pt x="1527314" y="1151864"/>
                </a:lnTo>
                <a:lnTo>
                  <a:pt x="1531543" y="1138923"/>
                </a:lnTo>
                <a:lnTo>
                  <a:pt x="1526374" y="1113840"/>
                </a:lnTo>
                <a:lnTo>
                  <a:pt x="1541894" y="1066330"/>
                </a:lnTo>
                <a:lnTo>
                  <a:pt x="1531937" y="1055928"/>
                </a:lnTo>
                <a:lnTo>
                  <a:pt x="1545805" y="1013472"/>
                </a:lnTo>
                <a:lnTo>
                  <a:pt x="1532089" y="1014552"/>
                </a:lnTo>
                <a:lnTo>
                  <a:pt x="1531543" y="1016228"/>
                </a:lnTo>
                <a:lnTo>
                  <a:pt x="1518373" y="1015631"/>
                </a:lnTo>
                <a:lnTo>
                  <a:pt x="1526679" y="990219"/>
                </a:lnTo>
                <a:lnTo>
                  <a:pt x="1756664" y="286207"/>
                </a:lnTo>
                <a:close/>
              </a:path>
              <a:path w="2118994" h="2446654">
                <a:moveTo>
                  <a:pt x="1838693" y="518528"/>
                </a:moveTo>
                <a:lnTo>
                  <a:pt x="1837575" y="516305"/>
                </a:lnTo>
                <a:lnTo>
                  <a:pt x="1835899" y="515759"/>
                </a:lnTo>
                <a:lnTo>
                  <a:pt x="1837029" y="517982"/>
                </a:lnTo>
                <a:lnTo>
                  <a:pt x="1838693" y="518528"/>
                </a:lnTo>
                <a:close/>
              </a:path>
              <a:path w="2118994" h="2446654">
                <a:moveTo>
                  <a:pt x="2118753" y="1222692"/>
                </a:moveTo>
                <a:lnTo>
                  <a:pt x="2118182" y="406501"/>
                </a:lnTo>
                <a:lnTo>
                  <a:pt x="2118017" y="161645"/>
                </a:lnTo>
                <a:lnTo>
                  <a:pt x="2105901" y="198716"/>
                </a:lnTo>
                <a:lnTo>
                  <a:pt x="2105736" y="240118"/>
                </a:lnTo>
                <a:lnTo>
                  <a:pt x="2093442" y="277736"/>
                </a:lnTo>
                <a:lnTo>
                  <a:pt x="2089505" y="330682"/>
                </a:lnTo>
                <a:lnTo>
                  <a:pt x="2073579" y="379463"/>
                </a:lnTo>
                <a:lnTo>
                  <a:pt x="2069744" y="432092"/>
                </a:lnTo>
                <a:lnTo>
                  <a:pt x="2053805" y="480860"/>
                </a:lnTo>
                <a:lnTo>
                  <a:pt x="2049868" y="533819"/>
                </a:lnTo>
                <a:lnTo>
                  <a:pt x="2028215" y="600113"/>
                </a:lnTo>
                <a:lnTo>
                  <a:pt x="2018220" y="671601"/>
                </a:lnTo>
                <a:lnTo>
                  <a:pt x="1989302" y="801014"/>
                </a:lnTo>
                <a:lnTo>
                  <a:pt x="1988210" y="804367"/>
                </a:lnTo>
                <a:lnTo>
                  <a:pt x="1979739" y="789393"/>
                </a:lnTo>
                <a:lnTo>
                  <a:pt x="1971167" y="774725"/>
                </a:lnTo>
                <a:lnTo>
                  <a:pt x="1950529" y="756119"/>
                </a:lnTo>
                <a:lnTo>
                  <a:pt x="1942058" y="741146"/>
                </a:lnTo>
                <a:lnTo>
                  <a:pt x="1937753" y="754316"/>
                </a:lnTo>
                <a:lnTo>
                  <a:pt x="1948103" y="763524"/>
                </a:lnTo>
                <a:lnTo>
                  <a:pt x="1945932" y="770191"/>
                </a:lnTo>
                <a:lnTo>
                  <a:pt x="1934997" y="762762"/>
                </a:lnTo>
                <a:lnTo>
                  <a:pt x="1935975" y="759764"/>
                </a:lnTo>
                <a:lnTo>
                  <a:pt x="1924786" y="753122"/>
                </a:lnTo>
                <a:lnTo>
                  <a:pt x="1913547" y="746645"/>
                </a:lnTo>
                <a:lnTo>
                  <a:pt x="1926780" y="747026"/>
                </a:lnTo>
                <a:lnTo>
                  <a:pt x="1929307" y="739292"/>
                </a:lnTo>
                <a:lnTo>
                  <a:pt x="1943150" y="737806"/>
                </a:lnTo>
                <a:lnTo>
                  <a:pt x="1935099" y="721575"/>
                </a:lnTo>
                <a:lnTo>
                  <a:pt x="1926932" y="705650"/>
                </a:lnTo>
                <a:lnTo>
                  <a:pt x="1918766" y="689737"/>
                </a:lnTo>
                <a:lnTo>
                  <a:pt x="1908708" y="679653"/>
                </a:lnTo>
                <a:lnTo>
                  <a:pt x="1898637" y="669569"/>
                </a:lnTo>
                <a:lnTo>
                  <a:pt x="1894725" y="681558"/>
                </a:lnTo>
                <a:lnTo>
                  <a:pt x="1904898" y="691286"/>
                </a:lnTo>
                <a:lnTo>
                  <a:pt x="1900859" y="703643"/>
                </a:lnTo>
                <a:lnTo>
                  <a:pt x="1890369" y="694867"/>
                </a:lnTo>
                <a:lnTo>
                  <a:pt x="1893176" y="686295"/>
                </a:lnTo>
                <a:lnTo>
                  <a:pt x="1882686" y="677494"/>
                </a:lnTo>
                <a:lnTo>
                  <a:pt x="1889848" y="655586"/>
                </a:lnTo>
                <a:lnTo>
                  <a:pt x="1883244" y="634911"/>
                </a:lnTo>
                <a:lnTo>
                  <a:pt x="1882838" y="636143"/>
                </a:lnTo>
                <a:lnTo>
                  <a:pt x="1871649" y="629500"/>
                </a:lnTo>
                <a:lnTo>
                  <a:pt x="1876628" y="614235"/>
                </a:lnTo>
                <a:lnTo>
                  <a:pt x="1866201" y="605269"/>
                </a:lnTo>
                <a:lnTo>
                  <a:pt x="1868932" y="596912"/>
                </a:lnTo>
                <a:lnTo>
                  <a:pt x="1859051" y="586270"/>
                </a:lnTo>
                <a:lnTo>
                  <a:pt x="1857413" y="591286"/>
                </a:lnTo>
                <a:lnTo>
                  <a:pt x="1845424" y="587082"/>
                </a:lnTo>
                <a:lnTo>
                  <a:pt x="1833727" y="581990"/>
                </a:lnTo>
                <a:lnTo>
                  <a:pt x="1821738" y="577786"/>
                </a:lnTo>
                <a:lnTo>
                  <a:pt x="1824469" y="569429"/>
                </a:lnTo>
                <a:lnTo>
                  <a:pt x="1848612" y="577316"/>
                </a:lnTo>
                <a:lnTo>
                  <a:pt x="1851342" y="568947"/>
                </a:lnTo>
                <a:lnTo>
                  <a:pt x="1837042" y="530948"/>
                </a:lnTo>
                <a:lnTo>
                  <a:pt x="1829892" y="511949"/>
                </a:lnTo>
                <a:lnTo>
                  <a:pt x="1826602" y="521982"/>
                </a:lnTo>
                <a:lnTo>
                  <a:pt x="1817814" y="508000"/>
                </a:lnTo>
                <a:lnTo>
                  <a:pt x="1822183" y="494614"/>
                </a:lnTo>
                <a:lnTo>
                  <a:pt x="1815960" y="472795"/>
                </a:lnTo>
                <a:lnTo>
                  <a:pt x="1820773" y="458050"/>
                </a:lnTo>
                <a:lnTo>
                  <a:pt x="1813102" y="440613"/>
                </a:lnTo>
                <a:lnTo>
                  <a:pt x="1805647" y="422554"/>
                </a:lnTo>
                <a:lnTo>
                  <a:pt x="1797316" y="407162"/>
                </a:lnTo>
                <a:lnTo>
                  <a:pt x="1788464" y="393344"/>
                </a:lnTo>
                <a:lnTo>
                  <a:pt x="1779422" y="380136"/>
                </a:lnTo>
                <a:lnTo>
                  <a:pt x="1770468" y="366636"/>
                </a:lnTo>
                <a:lnTo>
                  <a:pt x="1776831" y="347154"/>
                </a:lnTo>
                <a:lnTo>
                  <a:pt x="1767357" y="335292"/>
                </a:lnTo>
                <a:lnTo>
                  <a:pt x="1772069" y="320865"/>
                </a:lnTo>
                <a:lnTo>
                  <a:pt x="1760537" y="315252"/>
                </a:lnTo>
                <a:lnTo>
                  <a:pt x="1759445" y="318592"/>
                </a:lnTo>
                <a:lnTo>
                  <a:pt x="1747380" y="314642"/>
                </a:lnTo>
                <a:lnTo>
                  <a:pt x="1526679" y="990219"/>
                </a:lnTo>
                <a:lnTo>
                  <a:pt x="1539735" y="991133"/>
                </a:lnTo>
                <a:lnTo>
                  <a:pt x="1556677" y="939279"/>
                </a:lnTo>
                <a:lnTo>
                  <a:pt x="1565986" y="951687"/>
                </a:lnTo>
                <a:lnTo>
                  <a:pt x="1575485" y="963472"/>
                </a:lnTo>
                <a:lnTo>
                  <a:pt x="1573136" y="970686"/>
                </a:lnTo>
                <a:lnTo>
                  <a:pt x="1583067" y="981214"/>
                </a:lnTo>
                <a:lnTo>
                  <a:pt x="1603121" y="1001623"/>
                </a:lnTo>
                <a:lnTo>
                  <a:pt x="1611147" y="1017930"/>
                </a:lnTo>
                <a:lnTo>
                  <a:pt x="1619288" y="1033919"/>
                </a:lnTo>
                <a:lnTo>
                  <a:pt x="1639646" y="1053388"/>
                </a:lnTo>
                <a:lnTo>
                  <a:pt x="1659204" y="1075321"/>
                </a:lnTo>
                <a:lnTo>
                  <a:pt x="1678711" y="1097394"/>
                </a:lnTo>
                <a:lnTo>
                  <a:pt x="1698320" y="1119162"/>
                </a:lnTo>
                <a:lnTo>
                  <a:pt x="1718183" y="1140155"/>
                </a:lnTo>
                <a:lnTo>
                  <a:pt x="1738922" y="1158468"/>
                </a:lnTo>
                <a:lnTo>
                  <a:pt x="1760118" y="1175372"/>
                </a:lnTo>
                <a:lnTo>
                  <a:pt x="1769554" y="1187399"/>
                </a:lnTo>
                <a:lnTo>
                  <a:pt x="1802333" y="1209763"/>
                </a:lnTo>
                <a:lnTo>
                  <a:pt x="1837321" y="1225359"/>
                </a:lnTo>
                <a:lnTo>
                  <a:pt x="1885607" y="1241132"/>
                </a:lnTo>
                <a:lnTo>
                  <a:pt x="1898218" y="1243406"/>
                </a:lnTo>
                <a:lnTo>
                  <a:pt x="1922437" y="1251077"/>
                </a:lnTo>
                <a:lnTo>
                  <a:pt x="1934984" y="1253566"/>
                </a:lnTo>
                <a:lnTo>
                  <a:pt x="1960435" y="1257477"/>
                </a:lnTo>
                <a:lnTo>
                  <a:pt x="1975027" y="1253680"/>
                </a:lnTo>
                <a:lnTo>
                  <a:pt x="1989886" y="1249108"/>
                </a:lnTo>
                <a:lnTo>
                  <a:pt x="2031466" y="1244523"/>
                </a:lnTo>
                <a:lnTo>
                  <a:pt x="2046325" y="1239939"/>
                </a:lnTo>
                <a:lnTo>
                  <a:pt x="2076284" y="1230007"/>
                </a:lnTo>
                <a:lnTo>
                  <a:pt x="2118753" y="1222692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66" y="75"/>
            <a:ext cx="2707640" cy="2416810"/>
          </a:xfrm>
          <a:custGeom>
            <a:avLst/>
            <a:gdLst/>
            <a:ahLst/>
            <a:cxnLst/>
            <a:rect l="l" t="t" r="r" b="b"/>
            <a:pathLst>
              <a:path w="2707640" h="2416810">
                <a:moveTo>
                  <a:pt x="458431" y="1713738"/>
                </a:moveTo>
                <a:lnTo>
                  <a:pt x="457962" y="1711147"/>
                </a:lnTo>
                <a:lnTo>
                  <a:pt x="456438" y="1710080"/>
                </a:lnTo>
                <a:lnTo>
                  <a:pt x="456895" y="1712671"/>
                </a:lnTo>
                <a:lnTo>
                  <a:pt x="458431" y="1713738"/>
                </a:lnTo>
                <a:close/>
              </a:path>
              <a:path w="2707640" h="2416810">
                <a:moveTo>
                  <a:pt x="1043952" y="935850"/>
                </a:moveTo>
                <a:lnTo>
                  <a:pt x="1031125" y="942809"/>
                </a:lnTo>
                <a:lnTo>
                  <a:pt x="1025867" y="953566"/>
                </a:lnTo>
                <a:lnTo>
                  <a:pt x="1023099" y="965644"/>
                </a:lnTo>
                <a:lnTo>
                  <a:pt x="1017739" y="976553"/>
                </a:lnTo>
                <a:lnTo>
                  <a:pt x="1020800" y="978687"/>
                </a:lnTo>
                <a:lnTo>
                  <a:pt x="1023391" y="978242"/>
                </a:lnTo>
                <a:lnTo>
                  <a:pt x="1026452" y="980376"/>
                </a:lnTo>
                <a:lnTo>
                  <a:pt x="1043952" y="935850"/>
                </a:lnTo>
                <a:close/>
              </a:path>
              <a:path w="2707640" h="2416810">
                <a:moveTo>
                  <a:pt x="1060653" y="886802"/>
                </a:moveTo>
                <a:lnTo>
                  <a:pt x="1058697" y="880033"/>
                </a:lnTo>
                <a:lnTo>
                  <a:pt x="1049997" y="871956"/>
                </a:lnTo>
                <a:lnTo>
                  <a:pt x="1042657" y="901623"/>
                </a:lnTo>
                <a:lnTo>
                  <a:pt x="1040879" y="910983"/>
                </a:lnTo>
                <a:lnTo>
                  <a:pt x="1055001" y="895896"/>
                </a:lnTo>
                <a:lnTo>
                  <a:pt x="1060653" y="886802"/>
                </a:lnTo>
                <a:close/>
              </a:path>
              <a:path w="2707640" h="2416810">
                <a:moveTo>
                  <a:pt x="1096340" y="809002"/>
                </a:moveTo>
                <a:lnTo>
                  <a:pt x="1094803" y="807935"/>
                </a:lnTo>
                <a:lnTo>
                  <a:pt x="1094346" y="805345"/>
                </a:lnTo>
                <a:lnTo>
                  <a:pt x="1092822" y="804278"/>
                </a:lnTo>
                <a:lnTo>
                  <a:pt x="1089152" y="806246"/>
                </a:lnTo>
                <a:lnTo>
                  <a:pt x="1086561" y="806704"/>
                </a:lnTo>
                <a:lnTo>
                  <a:pt x="1082903" y="808685"/>
                </a:lnTo>
                <a:lnTo>
                  <a:pt x="1087018" y="809294"/>
                </a:lnTo>
                <a:lnTo>
                  <a:pt x="1092212" y="808393"/>
                </a:lnTo>
                <a:lnTo>
                  <a:pt x="1096340" y="809002"/>
                </a:lnTo>
                <a:close/>
              </a:path>
              <a:path w="2707640" h="2416810">
                <a:moveTo>
                  <a:pt x="1126363" y="618312"/>
                </a:moveTo>
                <a:lnTo>
                  <a:pt x="1124051" y="603567"/>
                </a:lnTo>
                <a:lnTo>
                  <a:pt x="1119936" y="602957"/>
                </a:lnTo>
                <a:lnTo>
                  <a:pt x="1118400" y="601891"/>
                </a:lnTo>
                <a:lnTo>
                  <a:pt x="1115809" y="602348"/>
                </a:lnTo>
                <a:lnTo>
                  <a:pt x="1113904" y="616699"/>
                </a:lnTo>
                <a:lnTo>
                  <a:pt x="1111377" y="631037"/>
                </a:lnTo>
                <a:lnTo>
                  <a:pt x="1105789" y="658926"/>
                </a:lnTo>
                <a:lnTo>
                  <a:pt x="1107325" y="659993"/>
                </a:lnTo>
                <a:lnTo>
                  <a:pt x="1111440" y="660603"/>
                </a:lnTo>
                <a:lnTo>
                  <a:pt x="1114044" y="660158"/>
                </a:lnTo>
                <a:lnTo>
                  <a:pt x="1115517" y="645502"/>
                </a:lnTo>
                <a:lnTo>
                  <a:pt x="1121562" y="631926"/>
                </a:lnTo>
                <a:lnTo>
                  <a:pt x="1126363" y="618312"/>
                </a:lnTo>
                <a:close/>
              </a:path>
              <a:path w="2707640" h="2416810">
                <a:moveTo>
                  <a:pt x="1164907" y="491363"/>
                </a:moveTo>
                <a:lnTo>
                  <a:pt x="1163739" y="493039"/>
                </a:lnTo>
                <a:lnTo>
                  <a:pt x="1163396" y="494741"/>
                </a:lnTo>
                <a:lnTo>
                  <a:pt x="1164907" y="491363"/>
                </a:lnTo>
                <a:close/>
              </a:path>
              <a:path w="2707640" h="2416810">
                <a:moveTo>
                  <a:pt x="1718157" y="717410"/>
                </a:moveTo>
                <a:lnTo>
                  <a:pt x="1688693" y="717232"/>
                </a:lnTo>
                <a:lnTo>
                  <a:pt x="1696351" y="745299"/>
                </a:lnTo>
                <a:lnTo>
                  <a:pt x="1698485" y="742251"/>
                </a:lnTo>
                <a:lnTo>
                  <a:pt x="1704746" y="739825"/>
                </a:lnTo>
                <a:lnTo>
                  <a:pt x="1709470" y="736320"/>
                </a:lnTo>
                <a:lnTo>
                  <a:pt x="1712214" y="729157"/>
                </a:lnTo>
                <a:lnTo>
                  <a:pt x="1715414" y="724585"/>
                </a:lnTo>
                <a:lnTo>
                  <a:pt x="1718157" y="717410"/>
                </a:lnTo>
                <a:close/>
              </a:path>
              <a:path w="2707640" h="2416810">
                <a:moveTo>
                  <a:pt x="1803577" y="1417091"/>
                </a:moveTo>
                <a:lnTo>
                  <a:pt x="1784477" y="1422247"/>
                </a:lnTo>
                <a:lnTo>
                  <a:pt x="1785175" y="1443380"/>
                </a:lnTo>
                <a:lnTo>
                  <a:pt x="1803577" y="1417091"/>
                </a:lnTo>
                <a:close/>
              </a:path>
              <a:path w="2707640" h="2416810">
                <a:moveTo>
                  <a:pt x="2374633" y="3441"/>
                </a:moveTo>
                <a:lnTo>
                  <a:pt x="2361539" y="0"/>
                </a:lnTo>
                <a:lnTo>
                  <a:pt x="2367229" y="5689"/>
                </a:lnTo>
                <a:lnTo>
                  <a:pt x="2373084" y="5664"/>
                </a:lnTo>
                <a:lnTo>
                  <a:pt x="2374633" y="3441"/>
                </a:lnTo>
                <a:close/>
              </a:path>
              <a:path w="2707640" h="2416810">
                <a:moveTo>
                  <a:pt x="2707043" y="148666"/>
                </a:moveTo>
                <a:lnTo>
                  <a:pt x="2700007" y="92278"/>
                </a:lnTo>
                <a:lnTo>
                  <a:pt x="2702776" y="44043"/>
                </a:lnTo>
                <a:lnTo>
                  <a:pt x="2699855" y="3924"/>
                </a:lnTo>
                <a:lnTo>
                  <a:pt x="2373084" y="5664"/>
                </a:lnTo>
                <a:lnTo>
                  <a:pt x="2370658" y="9131"/>
                </a:lnTo>
                <a:lnTo>
                  <a:pt x="2367229" y="5689"/>
                </a:lnTo>
                <a:lnTo>
                  <a:pt x="2357513" y="5740"/>
                </a:lnTo>
                <a:lnTo>
                  <a:pt x="2358491" y="26492"/>
                </a:lnTo>
                <a:lnTo>
                  <a:pt x="2346248" y="43992"/>
                </a:lnTo>
                <a:lnTo>
                  <a:pt x="2344597" y="68491"/>
                </a:lnTo>
                <a:lnTo>
                  <a:pt x="2343442" y="92278"/>
                </a:lnTo>
                <a:lnTo>
                  <a:pt x="2352598" y="123494"/>
                </a:lnTo>
                <a:lnTo>
                  <a:pt x="2350655" y="192709"/>
                </a:lnTo>
                <a:lnTo>
                  <a:pt x="2347455" y="197281"/>
                </a:lnTo>
                <a:lnTo>
                  <a:pt x="2349855" y="216001"/>
                </a:lnTo>
                <a:lnTo>
                  <a:pt x="2344255" y="246138"/>
                </a:lnTo>
                <a:lnTo>
                  <a:pt x="2343721" y="246900"/>
                </a:lnTo>
                <a:lnTo>
                  <a:pt x="2362657" y="241998"/>
                </a:lnTo>
                <a:lnTo>
                  <a:pt x="2366924" y="235902"/>
                </a:lnTo>
                <a:lnTo>
                  <a:pt x="2372969" y="249415"/>
                </a:lnTo>
                <a:lnTo>
                  <a:pt x="2357056" y="272135"/>
                </a:lnTo>
                <a:lnTo>
                  <a:pt x="2348788" y="261810"/>
                </a:lnTo>
                <a:lnTo>
                  <a:pt x="2350922" y="258762"/>
                </a:lnTo>
                <a:lnTo>
                  <a:pt x="2343721" y="246900"/>
                </a:lnTo>
                <a:lnTo>
                  <a:pt x="2336254" y="257568"/>
                </a:lnTo>
                <a:lnTo>
                  <a:pt x="2339632" y="274878"/>
                </a:lnTo>
                <a:lnTo>
                  <a:pt x="2332913" y="284480"/>
                </a:lnTo>
                <a:lnTo>
                  <a:pt x="2336800" y="301078"/>
                </a:lnTo>
                <a:lnTo>
                  <a:pt x="2330386" y="310248"/>
                </a:lnTo>
                <a:lnTo>
                  <a:pt x="2332786" y="351104"/>
                </a:lnTo>
                <a:lnTo>
                  <a:pt x="2327186" y="425538"/>
                </a:lnTo>
                <a:lnTo>
                  <a:pt x="2319185" y="459105"/>
                </a:lnTo>
                <a:lnTo>
                  <a:pt x="2323173" y="497700"/>
                </a:lnTo>
                <a:lnTo>
                  <a:pt x="2309939" y="560908"/>
                </a:lnTo>
                <a:lnTo>
                  <a:pt x="2313330" y="600354"/>
                </a:lnTo>
                <a:lnTo>
                  <a:pt x="2287727" y="725512"/>
                </a:lnTo>
                <a:lnTo>
                  <a:pt x="2291092" y="764984"/>
                </a:lnTo>
                <a:lnTo>
                  <a:pt x="2277427" y="828802"/>
                </a:lnTo>
                <a:lnTo>
                  <a:pt x="2280793" y="868286"/>
                </a:lnTo>
                <a:lnTo>
                  <a:pt x="2267826" y="886802"/>
                </a:lnTo>
                <a:lnTo>
                  <a:pt x="2259723" y="964819"/>
                </a:lnTo>
                <a:lnTo>
                  <a:pt x="2242921" y="1055255"/>
                </a:lnTo>
                <a:lnTo>
                  <a:pt x="2232520" y="1070114"/>
                </a:lnTo>
                <a:lnTo>
                  <a:pt x="2232520" y="1114399"/>
                </a:lnTo>
                <a:lnTo>
                  <a:pt x="2222119" y="1129258"/>
                </a:lnTo>
                <a:lnTo>
                  <a:pt x="2223579" y="1082878"/>
                </a:lnTo>
                <a:lnTo>
                  <a:pt x="2224062" y="1060043"/>
                </a:lnTo>
                <a:lnTo>
                  <a:pt x="2213838" y="1030351"/>
                </a:lnTo>
                <a:lnTo>
                  <a:pt x="2217445" y="980922"/>
                </a:lnTo>
                <a:lnTo>
                  <a:pt x="2208682" y="949134"/>
                </a:lnTo>
                <a:lnTo>
                  <a:pt x="2209838" y="925347"/>
                </a:lnTo>
                <a:lnTo>
                  <a:pt x="2200846" y="871753"/>
                </a:lnTo>
                <a:lnTo>
                  <a:pt x="2172474" y="712965"/>
                </a:lnTo>
                <a:lnTo>
                  <a:pt x="2161146" y="640588"/>
                </a:lnTo>
                <a:lnTo>
                  <a:pt x="2144814" y="597471"/>
                </a:lnTo>
                <a:lnTo>
                  <a:pt x="2138591" y="562063"/>
                </a:lnTo>
                <a:lnTo>
                  <a:pt x="2132812" y="526046"/>
                </a:lnTo>
                <a:lnTo>
                  <a:pt x="2116315" y="483171"/>
                </a:lnTo>
                <a:lnTo>
                  <a:pt x="2099627" y="440575"/>
                </a:lnTo>
                <a:lnTo>
                  <a:pt x="2093239" y="405409"/>
                </a:lnTo>
                <a:lnTo>
                  <a:pt x="2079612" y="380580"/>
                </a:lnTo>
                <a:lnTo>
                  <a:pt x="2068957" y="329361"/>
                </a:lnTo>
                <a:lnTo>
                  <a:pt x="2038007" y="262839"/>
                </a:lnTo>
                <a:lnTo>
                  <a:pt x="2027047" y="234226"/>
                </a:lnTo>
                <a:lnTo>
                  <a:pt x="2015871" y="205892"/>
                </a:lnTo>
                <a:lnTo>
                  <a:pt x="2000592" y="183426"/>
                </a:lnTo>
                <a:lnTo>
                  <a:pt x="1995322" y="168808"/>
                </a:lnTo>
                <a:lnTo>
                  <a:pt x="1978850" y="148043"/>
                </a:lnTo>
                <a:lnTo>
                  <a:pt x="1961184" y="129006"/>
                </a:lnTo>
                <a:lnTo>
                  <a:pt x="1952472" y="119291"/>
                </a:lnTo>
                <a:lnTo>
                  <a:pt x="1932368" y="103720"/>
                </a:lnTo>
                <a:lnTo>
                  <a:pt x="1911858" y="88722"/>
                </a:lnTo>
                <a:lnTo>
                  <a:pt x="1901952" y="80733"/>
                </a:lnTo>
                <a:lnTo>
                  <a:pt x="1891550" y="73444"/>
                </a:lnTo>
                <a:lnTo>
                  <a:pt x="1889417" y="76492"/>
                </a:lnTo>
                <a:lnTo>
                  <a:pt x="1872640" y="78308"/>
                </a:lnTo>
                <a:lnTo>
                  <a:pt x="1856066" y="79832"/>
                </a:lnTo>
                <a:lnTo>
                  <a:pt x="1830311" y="73710"/>
                </a:lnTo>
                <a:lnTo>
                  <a:pt x="1830311" y="1511782"/>
                </a:lnTo>
                <a:lnTo>
                  <a:pt x="1821878" y="1523834"/>
                </a:lnTo>
                <a:lnTo>
                  <a:pt x="1827060" y="1538566"/>
                </a:lnTo>
                <a:lnTo>
                  <a:pt x="1809991" y="1518666"/>
                </a:lnTo>
                <a:lnTo>
                  <a:pt x="1811655" y="1516291"/>
                </a:lnTo>
                <a:lnTo>
                  <a:pt x="1803323" y="1506054"/>
                </a:lnTo>
                <a:lnTo>
                  <a:pt x="1815058" y="1489290"/>
                </a:lnTo>
                <a:lnTo>
                  <a:pt x="1825459" y="1496568"/>
                </a:lnTo>
                <a:lnTo>
                  <a:pt x="1823326" y="1499616"/>
                </a:lnTo>
                <a:lnTo>
                  <a:pt x="1830311" y="1511782"/>
                </a:lnTo>
                <a:lnTo>
                  <a:pt x="1830311" y="73710"/>
                </a:lnTo>
                <a:lnTo>
                  <a:pt x="1829498" y="73507"/>
                </a:lnTo>
                <a:lnTo>
                  <a:pt x="1813928" y="73609"/>
                </a:lnTo>
                <a:lnTo>
                  <a:pt x="1796630" y="72593"/>
                </a:lnTo>
                <a:lnTo>
                  <a:pt x="1796630" y="1006271"/>
                </a:lnTo>
                <a:lnTo>
                  <a:pt x="1784769" y="1001064"/>
                </a:lnTo>
                <a:lnTo>
                  <a:pt x="1773021" y="995705"/>
                </a:lnTo>
                <a:lnTo>
                  <a:pt x="1761058" y="990638"/>
                </a:lnTo>
                <a:lnTo>
                  <a:pt x="1748612" y="986282"/>
                </a:lnTo>
                <a:lnTo>
                  <a:pt x="1763636" y="986967"/>
                </a:lnTo>
                <a:lnTo>
                  <a:pt x="1782470" y="982205"/>
                </a:lnTo>
                <a:lnTo>
                  <a:pt x="1786483" y="976464"/>
                </a:lnTo>
                <a:lnTo>
                  <a:pt x="1792630" y="989838"/>
                </a:lnTo>
                <a:lnTo>
                  <a:pt x="1796630" y="1006271"/>
                </a:lnTo>
                <a:lnTo>
                  <a:pt x="1796630" y="72593"/>
                </a:lnTo>
                <a:lnTo>
                  <a:pt x="1769275" y="70954"/>
                </a:lnTo>
                <a:lnTo>
                  <a:pt x="1712023" y="64160"/>
                </a:lnTo>
                <a:lnTo>
                  <a:pt x="1663966" y="66357"/>
                </a:lnTo>
                <a:lnTo>
                  <a:pt x="1626120" y="76136"/>
                </a:lnTo>
                <a:lnTo>
                  <a:pt x="1615236" y="69545"/>
                </a:lnTo>
                <a:lnTo>
                  <a:pt x="1604645" y="62522"/>
                </a:lnTo>
                <a:lnTo>
                  <a:pt x="1593862" y="55791"/>
                </a:lnTo>
                <a:lnTo>
                  <a:pt x="1592783" y="57327"/>
                </a:lnTo>
                <a:lnTo>
                  <a:pt x="1579600" y="54000"/>
                </a:lnTo>
                <a:lnTo>
                  <a:pt x="1576235" y="58813"/>
                </a:lnTo>
                <a:lnTo>
                  <a:pt x="1562061" y="56908"/>
                </a:lnTo>
                <a:lnTo>
                  <a:pt x="1547698" y="55295"/>
                </a:lnTo>
                <a:lnTo>
                  <a:pt x="1525752" y="64490"/>
                </a:lnTo>
                <a:lnTo>
                  <a:pt x="1470672" y="76746"/>
                </a:lnTo>
                <a:lnTo>
                  <a:pt x="1448727" y="85940"/>
                </a:lnTo>
                <a:lnTo>
                  <a:pt x="1381239" y="93776"/>
                </a:lnTo>
                <a:lnTo>
                  <a:pt x="1266799" y="235089"/>
                </a:lnTo>
                <a:lnTo>
                  <a:pt x="1265034" y="259765"/>
                </a:lnTo>
                <a:lnTo>
                  <a:pt x="1236395" y="300672"/>
                </a:lnTo>
                <a:lnTo>
                  <a:pt x="1223860" y="296443"/>
                </a:lnTo>
                <a:lnTo>
                  <a:pt x="1233271" y="305142"/>
                </a:lnTo>
                <a:lnTo>
                  <a:pt x="1242682" y="313842"/>
                </a:lnTo>
                <a:lnTo>
                  <a:pt x="1238402" y="319963"/>
                </a:lnTo>
                <a:lnTo>
                  <a:pt x="1242314" y="336511"/>
                </a:lnTo>
                <a:lnTo>
                  <a:pt x="1211135" y="381038"/>
                </a:lnTo>
                <a:lnTo>
                  <a:pt x="1208252" y="407301"/>
                </a:lnTo>
                <a:lnTo>
                  <a:pt x="1201991" y="460552"/>
                </a:lnTo>
                <a:lnTo>
                  <a:pt x="1194917" y="470649"/>
                </a:lnTo>
                <a:lnTo>
                  <a:pt x="1180630" y="468922"/>
                </a:lnTo>
                <a:lnTo>
                  <a:pt x="1186256" y="460883"/>
                </a:lnTo>
                <a:lnTo>
                  <a:pt x="1174775" y="455129"/>
                </a:lnTo>
                <a:lnTo>
                  <a:pt x="1173708" y="456653"/>
                </a:lnTo>
                <a:lnTo>
                  <a:pt x="1164907" y="491363"/>
                </a:lnTo>
                <a:lnTo>
                  <a:pt x="1176629" y="474611"/>
                </a:lnTo>
                <a:lnTo>
                  <a:pt x="1176477" y="496989"/>
                </a:lnTo>
                <a:lnTo>
                  <a:pt x="1165352" y="535038"/>
                </a:lnTo>
                <a:lnTo>
                  <a:pt x="1165186" y="557415"/>
                </a:lnTo>
                <a:lnTo>
                  <a:pt x="1164120" y="558939"/>
                </a:lnTo>
                <a:lnTo>
                  <a:pt x="1153706" y="551662"/>
                </a:lnTo>
                <a:lnTo>
                  <a:pt x="1159040" y="544042"/>
                </a:lnTo>
                <a:lnTo>
                  <a:pt x="1157274" y="524421"/>
                </a:lnTo>
                <a:lnTo>
                  <a:pt x="1163396" y="494741"/>
                </a:lnTo>
                <a:lnTo>
                  <a:pt x="1136904" y="553516"/>
                </a:lnTo>
                <a:lnTo>
                  <a:pt x="1128102" y="588238"/>
                </a:lnTo>
                <a:lnTo>
                  <a:pt x="1129169" y="586714"/>
                </a:lnTo>
                <a:lnTo>
                  <a:pt x="1139571" y="594004"/>
                </a:lnTo>
                <a:lnTo>
                  <a:pt x="1145971" y="584860"/>
                </a:lnTo>
                <a:lnTo>
                  <a:pt x="1152613" y="619658"/>
                </a:lnTo>
                <a:lnTo>
                  <a:pt x="1147051" y="649757"/>
                </a:lnTo>
                <a:lnTo>
                  <a:pt x="1126769" y="678726"/>
                </a:lnTo>
                <a:lnTo>
                  <a:pt x="1126769" y="700862"/>
                </a:lnTo>
                <a:lnTo>
                  <a:pt x="1126248" y="701611"/>
                </a:lnTo>
                <a:lnTo>
                  <a:pt x="1126248" y="745909"/>
                </a:lnTo>
                <a:lnTo>
                  <a:pt x="1123048" y="750481"/>
                </a:lnTo>
                <a:lnTo>
                  <a:pt x="1113434" y="742061"/>
                </a:lnTo>
                <a:lnTo>
                  <a:pt x="1110437" y="737120"/>
                </a:lnTo>
                <a:lnTo>
                  <a:pt x="1114767" y="740156"/>
                </a:lnTo>
                <a:lnTo>
                  <a:pt x="1116901" y="737120"/>
                </a:lnTo>
                <a:lnTo>
                  <a:pt x="1126248" y="745909"/>
                </a:lnTo>
                <a:lnTo>
                  <a:pt x="1126248" y="701611"/>
                </a:lnTo>
                <a:lnTo>
                  <a:pt x="1113040" y="720483"/>
                </a:lnTo>
                <a:lnTo>
                  <a:pt x="1114234" y="696633"/>
                </a:lnTo>
                <a:lnTo>
                  <a:pt x="1126769" y="700862"/>
                </a:lnTo>
                <a:lnTo>
                  <a:pt x="1126769" y="678726"/>
                </a:lnTo>
                <a:lnTo>
                  <a:pt x="1125969" y="679856"/>
                </a:lnTo>
                <a:lnTo>
                  <a:pt x="1119835" y="666483"/>
                </a:lnTo>
                <a:lnTo>
                  <a:pt x="1104480" y="688416"/>
                </a:lnTo>
                <a:lnTo>
                  <a:pt x="1101026" y="715492"/>
                </a:lnTo>
                <a:lnTo>
                  <a:pt x="1101788" y="736561"/>
                </a:lnTo>
                <a:lnTo>
                  <a:pt x="1119835" y="755053"/>
                </a:lnTo>
                <a:lnTo>
                  <a:pt x="1096365" y="788593"/>
                </a:lnTo>
                <a:lnTo>
                  <a:pt x="1103566" y="800442"/>
                </a:lnTo>
                <a:lnTo>
                  <a:pt x="1102499" y="801966"/>
                </a:lnTo>
                <a:lnTo>
                  <a:pt x="1108138" y="816063"/>
                </a:lnTo>
                <a:lnTo>
                  <a:pt x="1103566" y="822591"/>
                </a:lnTo>
                <a:lnTo>
                  <a:pt x="1109802" y="835825"/>
                </a:lnTo>
                <a:lnTo>
                  <a:pt x="1101966" y="847013"/>
                </a:lnTo>
                <a:lnTo>
                  <a:pt x="1090498" y="841260"/>
                </a:lnTo>
                <a:lnTo>
                  <a:pt x="1080566" y="855459"/>
                </a:lnTo>
                <a:lnTo>
                  <a:pt x="1070495" y="847699"/>
                </a:lnTo>
                <a:lnTo>
                  <a:pt x="1076858" y="860742"/>
                </a:lnTo>
                <a:lnTo>
                  <a:pt x="1083030" y="874077"/>
                </a:lnTo>
                <a:lnTo>
                  <a:pt x="1088809" y="887971"/>
                </a:lnTo>
                <a:lnTo>
                  <a:pt x="1093978" y="902741"/>
                </a:lnTo>
                <a:lnTo>
                  <a:pt x="1078598" y="902550"/>
                </a:lnTo>
                <a:lnTo>
                  <a:pt x="1057859" y="910031"/>
                </a:lnTo>
                <a:lnTo>
                  <a:pt x="1046492" y="926274"/>
                </a:lnTo>
                <a:lnTo>
                  <a:pt x="1056894" y="933551"/>
                </a:lnTo>
                <a:lnTo>
                  <a:pt x="1050226" y="943089"/>
                </a:lnTo>
                <a:lnTo>
                  <a:pt x="1057694" y="954557"/>
                </a:lnTo>
                <a:lnTo>
                  <a:pt x="1055560" y="957605"/>
                </a:lnTo>
                <a:lnTo>
                  <a:pt x="1062964" y="969175"/>
                </a:lnTo>
                <a:lnTo>
                  <a:pt x="1035316" y="1008659"/>
                </a:lnTo>
                <a:lnTo>
                  <a:pt x="1027823" y="997229"/>
                </a:lnTo>
                <a:lnTo>
                  <a:pt x="1030719" y="993089"/>
                </a:lnTo>
                <a:lnTo>
                  <a:pt x="1023823" y="980808"/>
                </a:lnTo>
                <a:lnTo>
                  <a:pt x="1013345" y="995756"/>
                </a:lnTo>
                <a:lnTo>
                  <a:pt x="1014476" y="1016292"/>
                </a:lnTo>
                <a:lnTo>
                  <a:pt x="1006017" y="1028382"/>
                </a:lnTo>
                <a:lnTo>
                  <a:pt x="1008341" y="1047191"/>
                </a:lnTo>
                <a:lnTo>
                  <a:pt x="996340" y="1064336"/>
                </a:lnTo>
                <a:lnTo>
                  <a:pt x="994740" y="1088771"/>
                </a:lnTo>
                <a:lnTo>
                  <a:pt x="982738" y="1105916"/>
                </a:lnTo>
                <a:lnTo>
                  <a:pt x="981138" y="1130350"/>
                </a:lnTo>
                <a:lnTo>
                  <a:pt x="999197" y="1104557"/>
                </a:lnTo>
                <a:lnTo>
                  <a:pt x="1000607" y="1080389"/>
                </a:lnTo>
                <a:lnTo>
                  <a:pt x="1008888" y="1090714"/>
                </a:lnTo>
                <a:lnTo>
                  <a:pt x="1007821" y="1092238"/>
                </a:lnTo>
                <a:lnTo>
                  <a:pt x="1015022" y="1104099"/>
                </a:lnTo>
                <a:lnTo>
                  <a:pt x="1002118" y="1122527"/>
                </a:lnTo>
                <a:lnTo>
                  <a:pt x="1007287" y="1137297"/>
                </a:lnTo>
                <a:lnTo>
                  <a:pt x="976337" y="1181493"/>
                </a:lnTo>
                <a:lnTo>
                  <a:pt x="970203" y="1168120"/>
                </a:lnTo>
                <a:lnTo>
                  <a:pt x="973404" y="1163535"/>
                </a:lnTo>
                <a:lnTo>
                  <a:pt x="965136" y="1153210"/>
                </a:lnTo>
                <a:lnTo>
                  <a:pt x="961948" y="1179906"/>
                </a:lnTo>
                <a:lnTo>
                  <a:pt x="948461" y="1199172"/>
                </a:lnTo>
                <a:lnTo>
                  <a:pt x="945578" y="1225435"/>
                </a:lnTo>
                <a:lnTo>
                  <a:pt x="924458" y="1255610"/>
                </a:lnTo>
                <a:lnTo>
                  <a:pt x="930541" y="1269060"/>
                </a:lnTo>
                <a:lnTo>
                  <a:pt x="907796" y="1301559"/>
                </a:lnTo>
                <a:lnTo>
                  <a:pt x="921397" y="1304277"/>
                </a:lnTo>
                <a:lnTo>
                  <a:pt x="924598" y="1299705"/>
                </a:lnTo>
                <a:lnTo>
                  <a:pt x="928268" y="1316609"/>
                </a:lnTo>
                <a:lnTo>
                  <a:pt x="918794" y="1330134"/>
                </a:lnTo>
                <a:lnTo>
                  <a:pt x="906462" y="1325613"/>
                </a:lnTo>
                <a:lnTo>
                  <a:pt x="873379" y="1372857"/>
                </a:lnTo>
                <a:lnTo>
                  <a:pt x="868375" y="1357858"/>
                </a:lnTo>
                <a:lnTo>
                  <a:pt x="862977" y="1343431"/>
                </a:lnTo>
                <a:lnTo>
                  <a:pt x="857173" y="1329575"/>
                </a:lnTo>
                <a:lnTo>
                  <a:pt x="850976" y="1316291"/>
                </a:lnTo>
                <a:lnTo>
                  <a:pt x="848550" y="1297609"/>
                </a:lnTo>
                <a:lnTo>
                  <a:pt x="835634" y="1271778"/>
                </a:lnTo>
                <a:lnTo>
                  <a:pt x="832916" y="1253515"/>
                </a:lnTo>
                <a:lnTo>
                  <a:pt x="819492" y="1228394"/>
                </a:lnTo>
                <a:lnTo>
                  <a:pt x="807631" y="1201039"/>
                </a:lnTo>
                <a:lnTo>
                  <a:pt x="795883" y="1173543"/>
                </a:lnTo>
                <a:lnTo>
                  <a:pt x="783920" y="1146327"/>
                </a:lnTo>
                <a:lnTo>
                  <a:pt x="757313" y="1095768"/>
                </a:lnTo>
                <a:lnTo>
                  <a:pt x="726592" y="1051052"/>
                </a:lnTo>
                <a:lnTo>
                  <a:pt x="702106" y="1019606"/>
                </a:lnTo>
                <a:lnTo>
                  <a:pt x="673290" y="994333"/>
                </a:lnTo>
                <a:lnTo>
                  <a:pt x="621271" y="957910"/>
                </a:lnTo>
                <a:lnTo>
                  <a:pt x="620204" y="959434"/>
                </a:lnTo>
                <a:lnTo>
                  <a:pt x="599262" y="945057"/>
                </a:lnTo>
                <a:lnTo>
                  <a:pt x="577519" y="931824"/>
                </a:lnTo>
                <a:lnTo>
                  <a:pt x="564578" y="928166"/>
                </a:lnTo>
                <a:lnTo>
                  <a:pt x="538835" y="920648"/>
                </a:lnTo>
                <a:lnTo>
                  <a:pt x="522998" y="921131"/>
                </a:lnTo>
                <a:lnTo>
                  <a:pt x="491718" y="921512"/>
                </a:lnTo>
                <a:lnTo>
                  <a:pt x="465480" y="914717"/>
                </a:lnTo>
                <a:lnTo>
                  <a:pt x="433298" y="916393"/>
                </a:lnTo>
                <a:lnTo>
                  <a:pt x="347738" y="905738"/>
                </a:lnTo>
                <a:lnTo>
                  <a:pt x="315556" y="907415"/>
                </a:lnTo>
                <a:lnTo>
                  <a:pt x="313423" y="910463"/>
                </a:lnTo>
                <a:lnTo>
                  <a:pt x="301955" y="904709"/>
                </a:lnTo>
                <a:lnTo>
                  <a:pt x="300888" y="906233"/>
                </a:lnTo>
                <a:lnTo>
                  <a:pt x="299821" y="905548"/>
                </a:lnTo>
                <a:lnTo>
                  <a:pt x="299821" y="907757"/>
                </a:lnTo>
                <a:lnTo>
                  <a:pt x="296621" y="912329"/>
                </a:lnTo>
                <a:lnTo>
                  <a:pt x="284086" y="908088"/>
                </a:lnTo>
                <a:lnTo>
                  <a:pt x="287286" y="903516"/>
                </a:lnTo>
                <a:lnTo>
                  <a:pt x="299821" y="907757"/>
                </a:lnTo>
                <a:lnTo>
                  <a:pt x="299821" y="905548"/>
                </a:lnTo>
                <a:lnTo>
                  <a:pt x="290245" y="899287"/>
                </a:lnTo>
                <a:lnTo>
                  <a:pt x="279019" y="893191"/>
                </a:lnTo>
                <a:lnTo>
                  <a:pt x="277380" y="895527"/>
                </a:lnTo>
                <a:lnTo>
                  <a:pt x="264337" y="891997"/>
                </a:lnTo>
                <a:lnTo>
                  <a:pt x="245732" y="896442"/>
                </a:lnTo>
                <a:lnTo>
                  <a:pt x="216319" y="894156"/>
                </a:lnTo>
                <a:lnTo>
                  <a:pt x="196913" y="899731"/>
                </a:lnTo>
                <a:lnTo>
                  <a:pt x="177114" y="905878"/>
                </a:lnTo>
                <a:lnTo>
                  <a:pt x="146672" y="905078"/>
                </a:lnTo>
                <a:lnTo>
                  <a:pt x="126428" y="911847"/>
                </a:lnTo>
                <a:lnTo>
                  <a:pt x="105791" y="919187"/>
                </a:lnTo>
                <a:lnTo>
                  <a:pt x="74142" y="920102"/>
                </a:lnTo>
                <a:lnTo>
                  <a:pt x="4953" y="1018933"/>
                </a:lnTo>
                <a:lnTo>
                  <a:pt x="3644" y="1308696"/>
                </a:lnTo>
                <a:lnTo>
                  <a:pt x="812" y="1932800"/>
                </a:lnTo>
                <a:lnTo>
                  <a:pt x="0" y="2111121"/>
                </a:lnTo>
                <a:lnTo>
                  <a:pt x="29667" y="2068753"/>
                </a:lnTo>
                <a:lnTo>
                  <a:pt x="46443" y="2022627"/>
                </a:lnTo>
                <a:lnTo>
                  <a:pt x="59436" y="1981936"/>
                </a:lnTo>
                <a:lnTo>
                  <a:pt x="107010" y="1913966"/>
                </a:lnTo>
                <a:lnTo>
                  <a:pt x="120599" y="1872411"/>
                </a:lnTo>
                <a:lnTo>
                  <a:pt x="151866" y="1827758"/>
                </a:lnTo>
                <a:lnTo>
                  <a:pt x="193205" y="1724406"/>
                </a:lnTo>
                <a:lnTo>
                  <a:pt x="224320" y="1679968"/>
                </a:lnTo>
                <a:lnTo>
                  <a:pt x="245173" y="1628038"/>
                </a:lnTo>
                <a:lnTo>
                  <a:pt x="287451" y="1567637"/>
                </a:lnTo>
                <a:lnTo>
                  <a:pt x="320128" y="1498828"/>
                </a:lnTo>
                <a:lnTo>
                  <a:pt x="389737" y="1377226"/>
                </a:lnTo>
                <a:lnTo>
                  <a:pt x="391871" y="1374178"/>
                </a:lnTo>
                <a:lnTo>
                  <a:pt x="395249" y="1391513"/>
                </a:lnTo>
                <a:lnTo>
                  <a:pt x="409219" y="1415846"/>
                </a:lnTo>
                <a:lnTo>
                  <a:pt x="412788" y="1432890"/>
                </a:lnTo>
                <a:lnTo>
                  <a:pt x="416153" y="1450225"/>
                </a:lnTo>
                <a:lnTo>
                  <a:pt x="429755" y="1452930"/>
                </a:lnTo>
                <a:lnTo>
                  <a:pt x="421805" y="1442148"/>
                </a:lnTo>
                <a:lnTo>
                  <a:pt x="427913" y="1433436"/>
                </a:lnTo>
                <a:lnTo>
                  <a:pt x="421754" y="1420075"/>
                </a:lnTo>
                <a:lnTo>
                  <a:pt x="429945" y="1430528"/>
                </a:lnTo>
                <a:lnTo>
                  <a:pt x="438429" y="1440548"/>
                </a:lnTo>
                <a:lnTo>
                  <a:pt x="447116" y="1450289"/>
                </a:lnTo>
                <a:lnTo>
                  <a:pt x="440969" y="1459077"/>
                </a:lnTo>
                <a:lnTo>
                  <a:pt x="427888" y="1455597"/>
                </a:lnTo>
                <a:lnTo>
                  <a:pt x="424421" y="1460550"/>
                </a:lnTo>
                <a:lnTo>
                  <a:pt x="426999" y="1479029"/>
                </a:lnTo>
                <a:lnTo>
                  <a:pt x="432536" y="1515414"/>
                </a:lnTo>
                <a:lnTo>
                  <a:pt x="435102" y="1533893"/>
                </a:lnTo>
                <a:lnTo>
                  <a:pt x="449770" y="1535074"/>
                </a:lnTo>
                <a:lnTo>
                  <a:pt x="442747" y="1522958"/>
                </a:lnTo>
                <a:lnTo>
                  <a:pt x="450316" y="1512150"/>
                </a:lnTo>
                <a:lnTo>
                  <a:pt x="443903" y="1499184"/>
                </a:lnTo>
                <a:lnTo>
                  <a:pt x="447103" y="1494599"/>
                </a:lnTo>
                <a:lnTo>
                  <a:pt x="454317" y="1506435"/>
                </a:lnTo>
                <a:lnTo>
                  <a:pt x="451231" y="1510830"/>
                </a:lnTo>
                <a:lnTo>
                  <a:pt x="458762" y="1522234"/>
                </a:lnTo>
                <a:lnTo>
                  <a:pt x="456171" y="1525930"/>
                </a:lnTo>
                <a:lnTo>
                  <a:pt x="463473" y="1537639"/>
                </a:lnTo>
                <a:lnTo>
                  <a:pt x="438835" y="1572844"/>
                </a:lnTo>
                <a:lnTo>
                  <a:pt x="450024" y="1579003"/>
                </a:lnTo>
                <a:lnTo>
                  <a:pt x="448310" y="1581454"/>
                </a:lnTo>
                <a:lnTo>
                  <a:pt x="455587" y="1593189"/>
                </a:lnTo>
                <a:lnTo>
                  <a:pt x="445770" y="1607223"/>
                </a:lnTo>
                <a:lnTo>
                  <a:pt x="454037" y="1617548"/>
                </a:lnTo>
                <a:lnTo>
                  <a:pt x="450837" y="1622120"/>
                </a:lnTo>
                <a:lnTo>
                  <a:pt x="456984" y="1635506"/>
                </a:lnTo>
                <a:lnTo>
                  <a:pt x="460184" y="1630934"/>
                </a:lnTo>
                <a:lnTo>
                  <a:pt x="470420" y="1638452"/>
                </a:lnTo>
                <a:lnTo>
                  <a:pt x="480085" y="1646783"/>
                </a:lnTo>
                <a:lnTo>
                  <a:pt x="490321" y="1654302"/>
                </a:lnTo>
                <a:lnTo>
                  <a:pt x="484987" y="1661934"/>
                </a:lnTo>
                <a:lnTo>
                  <a:pt x="464185" y="1647367"/>
                </a:lnTo>
                <a:lnTo>
                  <a:pt x="458851" y="1654987"/>
                </a:lnTo>
                <a:lnTo>
                  <a:pt x="460451" y="1696986"/>
                </a:lnTo>
                <a:lnTo>
                  <a:pt x="461251" y="1717979"/>
                </a:lnTo>
                <a:lnTo>
                  <a:pt x="470852" y="1704263"/>
                </a:lnTo>
                <a:lnTo>
                  <a:pt x="479120" y="1714601"/>
                </a:lnTo>
                <a:lnTo>
                  <a:pt x="471652" y="1725269"/>
                </a:lnTo>
                <a:lnTo>
                  <a:pt x="477786" y="1738642"/>
                </a:lnTo>
                <a:lnTo>
                  <a:pt x="462114" y="1761032"/>
                </a:lnTo>
                <a:lnTo>
                  <a:pt x="463118" y="1781746"/>
                </a:lnTo>
                <a:lnTo>
                  <a:pt x="464921" y="1801317"/>
                </a:lnTo>
                <a:lnTo>
                  <a:pt x="466318" y="1821459"/>
                </a:lnTo>
                <a:lnTo>
                  <a:pt x="459016" y="1831898"/>
                </a:lnTo>
                <a:lnTo>
                  <a:pt x="463118" y="1848180"/>
                </a:lnTo>
                <a:lnTo>
                  <a:pt x="467626" y="1863890"/>
                </a:lnTo>
                <a:lnTo>
                  <a:pt x="471932" y="1879892"/>
                </a:lnTo>
                <a:lnTo>
                  <a:pt x="464464" y="1890560"/>
                </a:lnTo>
                <a:lnTo>
                  <a:pt x="469912" y="1904923"/>
                </a:lnTo>
                <a:lnTo>
                  <a:pt x="464858" y="1912137"/>
                </a:lnTo>
                <a:lnTo>
                  <a:pt x="470408" y="1926348"/>
                </a:lnTo>
                <a:lnTo>
                  <a:pt x="464997" y="1934083"/>
                </a:lnTo>
                <a:lnTo>
                  <a:pt x="477532" y="1938324"/>
                </a:lnTo>
                <a:lnTo>
                  <a:pt x="487934" y="1945601"/>
                </a:lnTo>
                <a:lnTo>
                  <a:pt x="469798" y="1971522"/>
                </a:lnTo>
                <a:lnTo>
                  <a:pt x="476732" y="1983752"/>
                </a:lnTo>
                <a:lnTo>
                  <a:pt x="471665" y="1990991"/>
                </a:lnTo>
                <a:lnTo>
                  <a:pt x="476199" y="2006663"/>
                </a:lnTo>
                <a:lnTo>
                  <a:pt x="470331" y="2015045"/>
                </a:lnTo>
                <a:lnTo>
                  <a:pt x="473367" y="2032850"/>
                </a:lnTo>
                <a:lnTo>
                  <a:pt x="466598" y="2042515"/>
                </a:lnTo>
                <a:lnTo>
                  <a:pt x="472236" y="2056612"/>
                </a:lnTo>
                <a:lnTo>
                  <a:pt x="491680" y="2073135"/>
                </a:lnTo>
                <a:lnTo>
                  <a:pt x="477812" y="2092947"/>
                </a:lnTo>
                <a:lnTo>
                  <a:pt x="488213" y="2100237"/>
                </a:lnTo>
                <a:lnTo>
                  <a:pt x="489280" y="2098713"/>
                </a:lnTo>
                <a:lnTo>
                  <a:pt x="499681" y="2105990"/>
                </a:lnTo>
                <a:lnTo>
                  <a:pt x="477278" y="2137994"/>
                </a:lnTo>
                <a:lnTo>
                  <a:pt x="487680" y="2145284"/>
                </a:lnTo>
                <a:lnTo>
                  <a:pt x="511149" y="2111743"/>
                </a:lnTo>
                <a:lnTo>
                  <a:pt x="514972" y="2128443"/>
                </a:lnTo>
                <a:lnTo>
                  <a:pt x="508088" y="2138273"/>
                </a:lnTo>
                <a:lnTo>
                  <a:pt x="511403" y="2155685"/>
                </a:lnTo>
                <a:lnTo>
                  <a:pt x="514629" y="2173224"/>
                </a:lnTo>
                <a:lnTo>
                  <a:pt x="550633" y="2188222"/>
                </a:lnTo>
                <a:lnTo>
                  <a:pt x="573049" y="2200503"/>
                </a:lnTo>
                <a:lnTo>
                  <a:pt x="581317" y="2210828"/>
                </a:lnTo>
                <a:lnTo>
                  <a:pt x="579183" y="2213876"/>
                </a:lnTo>
                <a:lnTo>
                  <a:pt x="574281" y="2243023"/>
                </a:lnTo>
                <a:lnTo>
                  <a:pt x="587984" y="2267737"/>
                </a:lnTo>
                <a:lnTo>
                  <a:pt x="605688" y="2286736"/>
                </a:lnTo>
                <a:lnTo>
                  <a:pt x="623201" y="2306015"/>
                </a:lnTo>
                <a:lnTo>
                  <a:pt x="622515" y="2306993"/>
                </a:lnTo>
                <a:lnTo>
                  <a:pt x="634542" y="2311958"/>
                </a:lnTo>
                <a:lnTo>
                  <a:pt x="648271" y="2314486"/>
                </a:lnTo>
                <a:lnTo>
                  <a:pt x="656513" y="2324862"/>
                </a:lnTo>
                <a:lnTo>
                  <a:pt x="678954" y="2337092"/>
                </a:lnTo>
                <a:lnTo>
                  <a:pt x="692594" y="2339759"/>
                </a:lnTo>
                <a:lnTo>
                  <a:pt x="705637" y="2343277"/>
                </a:lnTo>
                <a:lnTo>
                  <a:pt x="729018" y="2354148"/>
                </a:lnTo>
                <a:lnTo>
                  <a:pt x="752716" y="2364600"/>
                </a:lnTo>
                <a:lnTo>
                  <a:pt x="766203" y="2367483"/>
                </a:lnTo>
                <a:lnTo>
                  <a:pt x="790194" y="2377490"/>
                </a:lnTo>
                <a:lnTo>
                  <a:pt x="889431" y="2412898"/>
                </a:lnTo>
                <a:lnTo>
                  <a:pt x="893254" y="2407450"/>
                </a:lnTo>
                <a:lnTo>
                  <a:pt x="907161" y="2409710"/>
                </a:lnTo>
                <a:lnTo>
                  <a:pt x="906233" y="2411044"/>
                </a:lnTo>
                <a:lnTo>
                  <a:pt x="917714" y="2416797"/>
                </a:lnTo>
                <a:lnTo>
                  <a:pt x="924026" y="2407780"/>
                </a:lnTo>
                <a:lnTo>
                  <a:pt x="938923" y="2408644"/>
                </a:lnTo>
                <a:lnTo>
                  <a:pt x="1001737" y="2318918"/>
                </a:lnTo>
                <a:lnTo>
                  <a:pt x="1036967" y="2290737"/>
                </a:lnTo>
                <a:lnTo>
                  <a:pt x="1061885" y="2255139"/>
                </a:lnTo>
                <a:lnTo>
                  <a:pt x="1076591" y="2211984"/>
                </a:lnTo>
                <a:lnTo>
                  <a:pt x="1171384" y="2076577"/>
                </a:lnTo>
                <a:lnTo>
                  <a:pt x="1184973" y="2035022"/>
                </a:lnTo>
                <a:lnTo>
                  <a:pt x="1208862" y="2000897"/>
                </a:lnTo>
                <a:lnTo>
                  <a:pt x="1222133" y="1959787"/>
                </a:lnTo>
                <a:lnTo>
                  <a:pt x="1245539" y="1926361"/>
                </a:lnTo>
                <a:lnTo>
                  <a:pt x="1272209" y="1843963"/>
                </a:lnTo>
                <a:lnTo>
                  <a:pt x="1295857" y="1810194"/>
                </a:lnTo>
                <a:lnTo>
                  <a:pt x="1309293" y="1768856"/>
                </a:lnTo>
                <a:lnTo>
                  <a:pt x="1319695" y="1731848"/>
                </a:lnTo>
                <a:lnTo>
                  <a:pt x="1340497" y="1702130"/>
                </a:lnTo>
                <a:lnTo>
                  <a:pt x="1350899" y="1665135"/>
                </a:lnTo>
                <a:lnTo>
                  <a:pt x="1371701" y="1635404"/>
                </a:lnTo>
                <a:lnTo>
                  <a:pt x="1429321" y="1464525"/>
                </a:lnTo>
                <a:lnTo>
                  <a:pt x="1530134" y="1187627"/>
                </a:lnTo>
                <a:lnTo>
                  <a:pt x="1607223" y="966800"/>
                </a:lnTo>
                <a:lnTo>
                  <a:pt x="1612023" y="915644"/>
                </a:lnTo>
                <a:lnTo>
                  <a:pt x="1641767" y="828878"/>
                </a:lnTo>
                <a:lnTo>
                  <a:pt x="1645881" y="778700"/>
                </a:lnTo>
                <a:lnTo>
                  <a:pt x="1660296" y="735965"/>
                </a:lnTo>
                <a:lnTo>
                  <a:pt x="1681099" y="661949"/>
                </a:lnTo>
                <a:lnTo>
                  <a:pt x="1687868" y="674433"/>
                </a:lnTo>
                <a:lnTo>
                  <a:pt x="1684832" y="678764"/>
                </a:lnTo>
                <a:lnTo>
                  <a:pt x="1692605" y="689813"/>
                </a:lnTo>
                <a:lnTo>
                  <a:pt x="1700580" y="700570"/>
                </a:lnTo>
                <a:lnTo>
                  <a:pt x="1709115" y="688378"/>
                </a:lnTo>
                <a:lnTo>
                  <a:pt x="1713966" y="703592"/>
                </a:lnTo>
                <a:lnTo>
                  <a:pt x="1714322" y="703084"/>
                </a:lnTo>
                <a:lnTo>
                  <a:pt x="1727669" y="706158"/>
                </a:lnTo>
                <a:lnTo>
                  <a:pt x="1740331" y="710222"/>
                </a:lnTo>
                <a:lnTo>
                  <a:pt x="1710740" y="752500"/>
                </a:lnTo>
                <a:lnTo>
                  <a:pt x="1714055" y="769899"/>
                </a:lnTo>
                <a:lnTo>
                  <a:pt x="1717573" y="787019"/>
                </a:lnTo>
                <a:lnTo>
                  <a:pt x="1710982" y="796429"/>
                </a:lnTo>
                <a:lnTo>
                  <a:pt x="1717903" y="808685"/>
                </a:lnTo>
                <a:lnTo>
                  <a:pt x="1715122" y="812660"/>
                </a:lnTo>
                <a:lnTo>
                  <a:pt x="1722945" y="823645"/>
                </a:lnTo>
                <a:lnTo>
                  <a:pt x="1720062" y="827760"/>
                </a:lnTo>
                <a:lnTo>
                  <a:pt x="1720253" y="849617"/>
                </a:lnTo>
                <a:lnTo>
                  <a:pt x="1719262" y="873188"/>
                </a:lnTo>
                <a:lnTo>
                  <a:pt x="1729867" y="902335"/>
                </a:lnTo>
                <a:lnTo>
                  <a:pt x="1733664" y="919048"/>
                </a:lnTo>
                <a:lnTo>
                  <a:pt x="1744065" y="926325"/>
                </a:lnTo>
                <a:lnTo>
                  <a:pt x="1740865" y="930897"/>
                </a:lnTo>
                <a:lnTo>
                  <a:pt x="1739277" y="977480"/>
                </a:lnTo>
                <a:lnTo>
                  <a:pt x="1744078" y="992759"/>
                </a:lnTo>
                <a:lnTo>
                  <a:pt x="1748878" y="1008049"/>
                </a:lnTo>
                <a:lnTo>
                  <a:pt x="1748078" y="1031328"/>
                </a:lnTo>
                <a:lnTo>
                  <a:pt x="1761680" y="1034046"/>
                </a:lnTo>
                <a:lnTo>
                  <a:pt x="1775548" y="1014234"/>
                </a:lnTo>
                <a:lnTo>
                  <a:pt x="1785696" y="1021892"/>
                </a:lnTo>
                <a:lnTo>
                  <a:pt x="1794230" y="1031849"/>
                </a:lnTo>
                <a:lnTo>
                  <a:pt x="1776095" y="1057757"/>
                </a:lnTo>
                <a:lnTo>
                  <a:pt x="1784362" y="1068082"/>
                </a:lnTo>
                <a:lnTo>
                  <a:pt x="1781162" y="1072654"/>
                </a:lnTo>
                <a:lnTo>
                  <a:pt x="1789163" y="1083373"/>
                </a:lnTo>
                <a:lnTo>
                  <a:pt x="1786763" y="1086802"/>
                </a:lnTo>
                <a:lnTo>
                  <a:pt x="1794764" y="1097508"/>
                </a:lnTo>
                <a:lnTo>
                  <a:pt x="1789480" y="1105065"/>
                </a:lnTo>
                <a:lnTo>
                  <a:pt x="1776488" y="1101471"/>
                </a:lnTo>
                <a:lnTo>
                  <a:pt x="1773707" y="1105446"/>
                </a:lnTo>
                <a:lnTo>
                  <a:pt x="1759813" y="1103147"/>
                </a:lnTo>
                <a:lnTo>
                  <a:pt x="1761439" y="1100836"/>
                </a:lnTo>
                <a:lnTo>
                  <a:pt x="1755152" y="1087666"/>
                </a:lnTo>
                <a:lnTo>
                  <a:pt x="1767547" y="1069949"/>
                </a:lnTo>
                <a:lnTo>
                  <a:pt x="1763814" y="1066431"/>
                </a:lnTo>
                <a:lnTo>
                  <a:pt x="1767979" y="1065707"/>
                </a:lnTo>
                <a:lnTo>
                  <a:pt x="1779282" y="1069073"/>
                </a:lnTo>
                <a:lnTo>
                  <a:pt x="1777898" y="1061288"/>
                </a:lnTo>
                <a:lnTo>
                  <a:pt x="1773923" y="1053960"/>
                </a:lnTo>
                <a:lnTo>
                  <a:pt x="1772539" y="1046187"/>
                </a:lnTo>
                <a:lnTo>
                  <a:pt x="1764957" y="1042936"/>
                </a:lnTo>
                <a:lnTo>
                  <a:pt x="1743824" y="1035164"/>
                </a:lnTo>
                <a:lnTo>
                  <a:pt x="1745843" y="1061554"/>
                </a:lnTo>
                <a:lnTo>
                  <a:pt x="1758810" y="1059281"/>
                </a:lnTo>
                <a:lnTo>
                  <a:pt x="1759267" y="1061885"/>
                </a:lnTo>
                <a:lnTo>
                  <a:pt x="1762328" y="1064018"/>
                </a:lnTo>
                <a:lnTo>
                  <a:pt x="1762531" y="1065225"/>
                </a:lnTo>
                <a:lnTo>
                  <a:pt x="1758213" y="1061135"/>
                </a:lnTo>
                <a:lnTo>
                  <a:pt x="1746859" y="1077353"/>
                </a:lnTo>
                <a:lnTo>
                  <a:pt x="1749018" y="1096429"/>
                </a:lnTo>
                <a:lnTo>
                  <a:pt x="1752168" y="1114069"/>
                </a:lnTo>
                <a:lnTo>
                  <a:pt x="1754200" y="1133284"/>
                </a:lnTo>
                <a:lnTo>
                  <a:pt x="1750377" y="1138758"/>
                </a:lnTo>
                <a:lnTo>
                  <a:pt x="1757146" y="1151242"/>
                </a:lnTo>
                <a:lnTo>
                  <a:pt x="1749679" y="1161910"/>
                </a:lnTo>
                <a:lnTo>
                  <a:pt x="1761159" y="1167663"/>
                </a:lnTo>
                <a:lnTo>
                  <a:pt x="1783562" y="1135659"/>
                </a:lnTo>
                <a:lnTo>
                  <a:pt x="1788248" y="1151115"/>
                </a:lnTo>
                <a:lnTo>
                  <a:pt x="1761959" y="1188669"/>
                </a:lnTo>
                <a:lnTo>
                  <a:pt x="1768094" y="1202042"/>
                </a:lnTo>
                <a:lnTo>
                  <a:pt x="1781962" y="1182230"/>
                </a:lnTo>
                <a:lnTo>
                  <a:pt x="1805978" y="1192225"/>
                </a:lnTo>
                <a:lnTo>
                  <a:pt x="1799564" y="1201369"/>
                </a:lnTo>
                <a:lnTo>
                  <a:pt x="1787029" y="1197140"/>
                </a:lnTo>
                <a:lnTo>
                  <a:pt x="1777161" y="1211237"/>
                </a:lnTo>
                <a:lnTo>
                  <a:pt x="1762620" y="1209865"/>
                </a:lnTo>
                <a:lnTo>
                  <a:pt x="1758492" y="1215771"/>
                </a:lnTo>
                <a:lnTo>
                  <a:pt x="1765642" y="1249832"/>
                </a:lnTo>
                <a:lnTo>
                  <a:pt x="1772500" y="1284338"/>
                </a:lnTo>
                <a:lnTo>
                  <a:pt x="1768348" y="1312405"/>
                </a:lnTo>
                <a:lnTo>
                  <a:pt x="1773707" y="1349057"/>
                </a:lnTo>
                <a:lnTo>
                  <a:pt x="1798243" y="1313992"/>
                </a:lnTo>
                <a:lnTo>
                  <a:pt x="1804644" y="1326997"/>
                </a:lnTo>
                <a:lnTo>
                  <a:pt x="1800644" y="1332712"/>
                </a:lnTo>
                <a:lnTo>
                  <a:pt x="1807044" y="1345704"/>
                </a:lnTo>
                <a:lnTo>
                  <a:pt x="1798205" y="1358328"/>
                </a:lnTo>
                <a:lnTo>
                  <a:pt x="1803577" y="1372806"/>
                </a:lnTo>
                <a:lnTo>
                  <a:pt x="1792109" y="1389189"/>
                </a:lnTo>
                <a:lnTo>
                  <a:pt x="1807845" y="1388859"/>
                </a:lnTo>
                <a:lnTo>
                  <a:pt x="1806511" y="1390764"/>
                </a:lnTo>
                <a:lnTo>
                  <a:pt x="1817751" y="1396847"/>
                </a:lnTo>
                <a:lnTo>
                  <a:pt x="1804987" y="1415097"/>
                </a:lnTo>
                <a:lnTo>
                  <a:pt x="1821192" y="1414094"/>
                </a:lnTo>
                <a:lnTo>
                  <a:pt x="1808251" y="1432572"/>
                </a:lnTo>
                <a:lnTo>
                  <a:pt x="1811934" y="1449451"/>
                </a:lnTo>
                <a:lnTo>
                  <a:pt x="1804911" y="1459471"/>
                </a:lnTo>
                <a:lnTo>
                  <a:pt x="1794510" y="1452194"/>
                </a:lnTo>
                <a:lnTo>
                  <a:pt x="1793443" y="1453718"/>
                </a:lnTo>
                <a:lnTo>
                  <a:pt x="1783041" y="1446441"/>
                </a:lnTo>
                <a:lnTo>
                  <a:pt x="1785543" y="1487144"/>
                </a:lnTo>
                <a:lnTo>
                  <a:pt x="1788642" y="1527009"/>
                </a:lnTo>
                <a:lnTo>
                  <a:pt x="1792947" y="1565148"/>
                </a:lnTo>
                <a:lnTo>
                  <a:pt x="1798459" y="1579435"/>
                </a:lnTo>
                <a:lnTo>
                  <a:pt x="1809457" y="1608010"/>
                </a:lnTo>
                <a:lnTo>
                  <a:pt x="1812696" y="1603387"/>
                </a:lnTo>
                <a:lnTo>
                  <a:pt x="1826526" y="1605762"/>
                </a:lnTo>
                <a:lnTo>
                  <a:pt x="1830362" y="1600288"/>
                </a:lnTo>
                <a:lnTo>
                  <a:pt x="1845208" y="1601228"/>
                </a:lnTo>
                <a:lnTo>
                  <a:pt x="1812048" y="1648599"/>
                </a:lnTo>
                <a:lnTo>
                  <a:pt x="1819325" y="1660334"/>
                </a:lnTo>
                <a:lnTo>
                  <a:pt x="1810791" y="1672526"/>
                </a:lnTo>
                <a:lnTo>
                  <a:pt x="1828406" y="1691665"/>
                </a:lnTo>
                <a:lnTo>
                  <a:pt x="1846008" y="1710804"/>
                </a:lnTo>
                <a:lnTo>
                  <a:pt x="1834273" y="1727581"/>
                </a:lnTo>
                <a:lnTo>
                  <a:pt x="1846808" y="1731810"/>
                </a:lnTo>
                <a:lnTo>
                  <a:pt x="1838274" y="1744002"/>
                </a:lnTo>
                <a:lnTo>
                  <a:pt x="1850809" y="1748243"/>
                </a:lnTo>
                <a:lnTo>
                  <a:pt x="1835162" y="1748459"/>
                </a:lnTo>
                <a:lnTo>
                  <a:pt x="1840001" y="1763674"/>
                </a:lnTo>
                <a:lnTo>
                  <a:pt x="1835061" y="1770748"/>
                </a:lnTo>
                <a:lnTo>
                  <a:pt x="1821205" y="1768386"/>
                </a:lnTo>
                <a:lnTo>
                  <a:pt x="1816938" y="1774482"/>
                </a:lnTo>
                <a:lnTo>
                  <a:pt x="1827339" y="1781771"/>
                </a:lnTo>
                <a:lnTo>
                  <a:pt x="1834807" y="1771116"/>
                </a:lnTo>
                <a:lnTo>
                  <a:pt x="1849475" y="1772285"/>
                </a:lnTo>
                <a:lnTo>
                  <a:pt x="1835340" y="1792478"/>
                </a:lnTo>
                <a:lnTo>
                  <a:pt x="1839480" y="1808721"/>
                </a:lnTo>
                <a:lnTo>
                  <a:pt x="1837347" y="1811769"/>
                </a:lnTo>
                <a:lnTo>
                  <a:pt x="1850669" y="1814880"/>
                </a:lnTo>
                <a:lnTo>
                  <a:pt x="1864690" y="1817001"/>
                </a:lnTo>
                <a:lnTo>
                  <a:pt x="1849234" y="1816938"/>
                </a:lnTo>
                <a:lnTo>
                  <a:pt x="1838274" y="1832584"/>
                </a:lnTo>
                <a:lnTo>
                  <a:pt x="1842287" y="1849005"/>
                </a:lnTo>
                <a:lnTo>
                  <a:pt x="1846287" y="1865439"/>
                </a:lnTo>
                <a:lnTo>
                  <a:pt x="1843252" y="1869770"/>
                </a:lnTo>
                <a:lnTo>
                  <a:pt x="1847989" y="1885149"/>
                </a:lnTo>
                <a:lnTo>
                  <a:pt x="1839620" y="1897100"/>
                </a:lnTo>
                <a:lnTo>
                  <a:pt x="1854733" y="1919795"/>
                </a:lnTo>
                <a:lnTo>
                  <a:pt x="1866963" y="1946617"/>
                </a:lnTo>
                <a:lnTo>
                  <a:pt x="1866582" y="1969312"/>
                </a:lnTo>
                <a:lnTo>
                  <a:pt x="1875104" y="2001431"/>
                </a:lnTo>
                <a:lnTo>
                  <a:pt x="1896706" y="2037003"/>
                </a:lnTo>
                <a:lnTo>
                  <a:pt x="1907819" y="2043277"/>
                </a:lnTo>
                <a:lnTo>
                  <a:pt x="1916722" y="2052713"/>
                </a:lnTo>
                <a:lnTo>
                  <a:pt x="1922818" y="2066137"/>
                </a:lnTo>
                <a:lnTo>
                  <a:pt x="1925523" y="2084425"/>
                </a:lnTo>
                <a:lnTo>
                  <a:pt x="1924456" y="2085949"/>
                </a:lnTo>
                <a:lnTo>
                  <a:pt x="1914055" y="2078659"/>
                </a:lnTo>
                <a:lnTo>
                  <a:pt x="1911921" y="2081707"/>
                </a:lnTo>
                <a:lnTo>
                  <a:pt x="1921052" y="2090801"/>
                </a:lnTo>
                <a:lnTo>
                  <a:pt x="1920189" y="2092045"/>
                </a:lnTo>
                <a:lnTo>
                  <a:pt x="1929726" y="2100567"/>
                </a:lnTo>
                <a:lnTo>
                  <a:pt x="1938858" y="2109660"/>
                </a:lnTo>
                <a:lnTo>
                  <a:pt x="1954796" y="2131174"/>
                </a:lnTo>
                <a:lnTo>
                  <a:pt x="1973541" y="2148700"/>
                </a:lnTo>
                <a:lnTo>
                  <a:pt x="1994687" y="2162784"/>
                </a:lnTo>
                <a:lnTo>
                  <a:pt x="2017826" y="2174024"/>
                </a:lnTo>
                <a:lnTo>
                  <a:pt x="2041372" y="2184679"/>
                </a:lnTo>
                <a:lnTo>
                  <a:pt x="2078850" y="2197582"/>
                </a:lnTo>
                <a:lnTo>
                  <a:pt x="2102396" y="2208238"/>
                </a:lnTo>
                <a:lnTo>
                  <a:pt x="2127021" y="2217356"/>
                </a:lnTo>
                <a:lnTo>
                  <a:pt x="2151342" y="2226894"/>
                </a:lnTo>
                <a:lnTo>
                  <a:pt x="2185873" y="2244001"/>
                </a:lnTo>
                <a:lnTo>
                  <a:pt x="2209901" y="2253970"/>
                </a:lnTo>
                <a:lnTo>
                  <a:pt x="2222182" y="2258568"/>
                </a:lnTo>
                <a:lnTo>
                  <a:pt x="2224963" y="2254593"/>
                </a:lnTo>
                <a:lnTo>
                  <a:pt x="2239556" y="2255901"/>
                </a:lnTo>
                <a:lnTo>
                  <a:pt x="2256053" y="2254491"/>
                </a:lnTo>
                <a:lnTo>
                  <a:pt x="2347480" y="2123884"/>
                </a:lnTo>
                <a:lnTo>
                  <a:pt x="2413952" y="1940331"/>
                </a:lnTo>
                <a:lnTo>
                  <a:pt x="2452509" y="1840979"/>
                </a:lnTo>
                <a:lnTo>
                  <a:pt x="2460993" y="1784565"/>
                </a:lnTo>
                <a:lnTo>
                  <a:pt x="2479827" y="1735505"/>
                </a:lnTo>
                <a:lnTo>
                  <a:pt x="2488374" y="1679016"/>
                </a:lnTo>
                <a:lnTo>
                  <a:pt x="2519883" y="1589722"/>
                </a:lnTo>
                <a:lnTo>
                  <a:pt x="2525280" y="1537703"/>
                </a:lnTo>
                <a:lnTo>
                  <a:pt x="2541054" y="1493037"/>
                </a:lnTo>
                <a:lnTo>
                  <a:pt x="2546337" y="1441208"/>
                </a:lnTo>
                <a:lnTo>
                  <a:pt x="2577185" y="1352842"/>
                </a:lnTo>
                <a:lnTo>
                  <a:pt x="2587460" y="1249578"/>
                </a:lnTo>
                <a:lnTo>
                  <a:pt x="2602852" y="1205445"/>
                </a:lnTo>
                <a:lnTo>
                  <a:pt x="2607767" y="1154137"/>
                </a:lnTo>
                <a:lnTo>
                  <a:pt x="2623032" y="1110183"/>
                </a:lnTo>
                <a:lnTo>
                  <a:pt x="2637231" y="957046"/>
                </a:lnTo>
                <a:lnTo>
                  <a:pt x="2651836" y="914019"/>
                </a:lnTo>
                <a:lnTo>
                  <a:pt x="2663863" y="763981"/>
                </a:lnTo>
                <a:lnTo>
                  <a:pt x="2672994" y="728789"/>
                </a:lnTo>
                <a:lnTo>
                  <a:pt x="2672130" y="685736"/>
                </a:lnTo>
                <a:lnTo>
                  <a:pt x="2681655" y="649973"/>
                </a:lnTo>
                <a:lnTo>
                  <a:pt x="2680385" y="607491"/>
                </a:lnTo>
                <a:lnTo>
                  <a:pt x="2701709" y="355587"/>
                </a:lnTo>
                <a:lnTo>
                  <a:pt x="2695371" y="298221"/>
                </a:lnTo>
                <a:lnTo>
                  <a:pt x="2707043" y="148666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05520" y="902804"/>
            <a:ext cx="10119360" cy="472313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30"/>
              <a:t>RESOLVER</a:t>
            </a:r>
          </a:p>
          <a:p>
            <a:pPr marL="118110" marR="5080">
              <a:lnSpc>
                <a:spcPct val="145100"/>
              </a:lnSpc>
              <a:spcBef>
                <a:spcPts val="1015"/>
              </a:spcBef>
            </a:pPr>
            <a:r>
              <a:rPr dirty="0" sz="2800" spc="-220" b="0">
                <a:latin typeface="Arial"/>
                <a:cs typeface="Arial"/>
              </a:rPr>
              <a:t>The </a:t>
            </a:r>
            <a:r>
              <a:rPr dirty="0" sz="2800" spc="-80" b="0">
                <a:latin typeface="Arial"/>
                <a:cs typeface="Arial"/>
              </a:rPr>
              <a:t>newly </a:t>
            </a:r>
            <a:r>
              <a:rPr dirty="0" sz="2800" spc="-75" b="0">
                <a:latin typeface="Arial"/>
                <a:cs typeface="Arial"/>
              </a:rPr>
              <a:t>assigned </a:t>
            </a:r>
            <a:r>
              <a:rPr dirty="0" sz="2800" spc="-140" b="0">
                <a:latin typeface="Arial"/>
                <a:cs typeface="Arial"/>
              </a:rPr>
              <a:t>issue </a:t>
            </a:r>
            <a:r>
              <a:rPr dirty="0" sz="2800" spc="-55" b="0">
                <a:latin typeface="Arial"/>
                <a:cs typeface="Arial"/>
              </a:rPr>
              <a:t>owner now </a:t>
            </a:r>
            <a:r>
              <a:rPr dirty="0" sz="2800" spc="-130" b="0">
                <a:latin typeface="Arial"/>
                <a:cs typeface="Arial"/>
              </a:rPr>
              <a:t>has </a:t>
            </a:r>
            <a:r>
              <a:rPr dirty="0" sz="2800" spc="-10" b="0">
                <a:latin typeface="Arial"/>
                <a:cs typeface="Arial"/>
              </a:rPr>
              <a:t>the </a:t>
            </a:r>
            <a:r>
              <a:rPr dirty="0" sz="2800" spc="-5" b="0">
                <a:latin typeface="Arial"/>
                <a:cs typeface="Arial"/>
              </a:rPr>
              <a:t>context </a:t>
            </a:r>
            <a:r>
              <a:rPr dirty="0" sz="2800" spc="60" b="0">
                <a:latin typeface="Arial"/>
                <a:cs typeface="Arial"/>
              </a:rPr>
              <a:t>to </a:t>
            </a:r>
            <a:r>
              <a:rPr dirty="0" sz="2800" spc="30" b="0">
                <a:latin typeface="Arial"/>
                <a:cs typeface="Arial"/>
              </a:rPr>
              <a:t>iterate </a:t>
            </a:r>
            <a:r>
              <a:rPr dirty="0" sz="2800" spc="-80" b="0">
                <a:latin typeface="Arial"/>
                <a:cs typeface="Arial"/>
              </a:rPr>
              <a:t>on  </a:t>
            </a:r>
            <a:r>
              <a:rPr dirty="0" sz="2800" spc="-10" b="0">
                <a:latin typeface="Arial"/>
                <a:cs typeface="Arial"/>
              </a:rPr>
              <a:t>the </a:t>
            </a:r>
            <a:r>
              <a:rPr dirty="0" sz="2800" spc="5" b="0">
                <a:latin typeface="Arial"/>
                <a:cs typeface="Arial"/>
              </a:rPr>
              <a:t>code </a:t>
            </a:r>
            <a:r>
              <a:rPr dirty="0" sz="2800" spc="-25" b="0">
                <a:latin typeface="Arial"/>
                <a:cs typeface="Arial"/>
              </a:rPr>
              <a:t>and </a:t>
            </a:r>
            <a:r>
              <a:rPr dirty="0" sz="2800" spc="-35" b="0">
                <a:latin typeface="Arial"/>
                <a:cs typeface="Arial"/>
              </a:rPr>
              <a:t>commit </a:t>
            </a:r>
            <a:r>
              <a:rPr dirty="0" sz="2800" spc="-10" b="0">
                <a:latin typeface="Arial"/>
                <a:cs typeface="Arial"/>
              </a:rPr>
              <a:t>the </a:t>
            </a:r>
            <a:r>
              <a:rPr dirty="0" sz="2800" b="0">
                <a:latin typeface="Arial"/>
                <a:cs typeface="Arial"/>
              </a:rPr>
              <a:t>fix. </a:t>
            </a:r>
            <a:r>
              <a:rPr dirty="0" sz="2800" spc="-160" b="0">
                <a:latin typeface="Arial"/>
                <a:cs typeface="Arial"/>
              </a:rPr>
              <a:t>Resolve </a:t>
            </a:r>
            <a:r>
              <a:rPr dirty="0" sz="2800" spc="-55" b="0">
                <a:latin typeface="Arial"/>
                <a:cs typeface="Arial"/>
              </a:rPr>
              <a:t>via </a:t>
            </a:r>
            <a:r>
              <a:rPr dirty="0" sz="2800" spc="-35" b="0">
                <a:latin typeface="Arial"/>
                <a:cs typeface="Arial"/>
              </a:rPr>
              <a:t>commit </a:t>
            </a:r>
            <a:r>
              <a:rPr dirty="0" sz="2800" spc="-130" b="0">
                <a:latin typeface="Arial"/>
                <a:cs typeface="Arial"/>
              </a:rPr>
              <a:t>is </a:t>
            </a:r>
            <a:r>
              <a:rPr dirty="0" sz="2800" spc="35" b="0">
                <a:latin typeface="Arial"/>
                <a:cs typeface="Arial"/>
              </a:rPr>
              <a:t>a </a:t>
            </a:r>
            <a:r>
              <a:rPr dirty="0" sz="2800" spc="-70" b="0">
                <a:latin typeface="Arial"/>
                <a:cs typeface="Arial"/>
              </a:rPr>
              <a:t>useful </a:t>
            </a:r>
            <a:r>
              <a:rPr dirty="0" sz="2800" spc="-60" b="0">
                <a:latin typeface="Arial"/>
                <a:cs typeface="Arial"/>
              </a:rPr>
              <a:t>way  </a:t>
            </a:r>
            <a:r>
              <a:rPr dirty="0" sz="2800" spc="30" b="0">
                <a:latin typeface="Arial"/>
                <a:cs typeface="Arial"/>
              </a:rPr>
              <a:t>for </a:t>
            </a:r>
            <a:r>
              <a:rPr dirty="0" sz="2800" spc="45" b="0">
                <a:latin typeface="Arial"/>
                <a:cs typeface="Arial"/>
              </a:rPr>
              <a:t>that </a:t>
            </a:r>
            <a:r>
              <a:rPr dirty="0" sz="2800" spc="-50" b="0">
                <a:latin typeface="Arial"/>
                <a:cs typeface="Arial"/>
              </a:rPr>
              <a:t>engineer </a:t>
            </a:r>
            <a:r>
              <a:rPr dirty="0" sz="2800" spc="60" b="0">
                <a:latin typeface="Arial"/>
                <a:cs typeface="Arial"/>
              </a:rPr>
              <a:t>to </a:t>
            </a:r>
            <a:r>
              <a:rPr dirty="0" sz="2800" spc="-80" b="0">
                <a:latin typeface="Arial"/>
                <a:cs typeface="Arial"/>
              </a:rPr>
              <a:t>stay </a:t>
            </a:r>
            <a:r>
              <a:rPr dirty="0" sz="2800" spc="-30" b="0">
                <a:latin typeface="Arial"/>
                <a:cs typeface="Arial"/>
              </a:rPr>
              <a:t>organized </a:t>
            </a:r>
            <a:r>
              <a:rPr dirty="0" sz="2800" spc="-25" b="0">
                <a:latin typeface="Arial"/>
                <a:cs typeface="Arial"/>
              </a:rPr>
              <a:t>and </a:t>
            </a:r>
            <a:r>
              <a:rPr dirty="0" sz="2800" spc="-20" b="0">
                <a:latin typeface="Arial"/>
                <a:cs typeface="Arial"/>
              </a:rPr>
              <a:t>productive. </a:t>
            </a:r>
            <a:r>
              <a:rPr dirty="0" sz="2800" spc="-60" b="0">
                <a:latin typeface="Arial"/>
                <a:cs typeface="Arial"/>
              </a:rPr>
              <a:t>Referencing  </a:t>
            </a:r>
            <a:r>
              <a:rPr dirty="0" sz="2800" spc="-10" b="0">
                <a:latin typeface="Arial"/>
                <a:cs typeface="Arial"/>
              </a:rPr>
              <a:t>the </a:t>
            </a:r>
            <a:r>
              <a:rPr dirty="0" sz="2800" spc="-140" b="0">
                <a:latin typeface="Arial"/>
                <a:cs typeface="Arial"/>
              </a:rPr>
              <a:t>issue </a:t>
            </a:r>
            <a:r>
              <a:rPr dirty="0" sz="2800" spc="-60" b="0">
                <a:latin typeface="Arial"/>
                <a:cs typeface="Arial"/>
              </a:rPr>
              <a:t>in </a:t>
            </a:r>
            <a:r>
              <a:rPr dirty="0" sz="2800" spc="-10" b="0">
                <a:latin typeface="Arial"/>
                <a:cs typeface="Arial"/>
              </a:rPr>
              <a:t>the </a:t>
            </a:r>
            <a:r>
              <a:rPr dirty="0" sz="2800" spc="-35" b="0">
                <a:latin typeface="Arial"/>
                <a:cs typeface="Arial"/>
              </a:rPr>
              <a:t>commit </a:t>
            </a:r>
            <a:r>
              <a:rPr dirty="0" sz="2800" spc="-45" b="0">
                <a:latin typeface="Arial"/>
                <a:cs typeface="Arial"/>
              </a:rPr>
              <a:t>(e.g., </a:t>
            </a:r>
            <a:r>
              <a:rPr dirty="0" sz="2800" spc="-155" b="0">
                <a:latin typeface="Arial"/>
                <a:cs typeface="Arial"/>
              </a:rPr>
              <a:t>Fixes ISSUE-ID-123) </a:t>
            </a:r>
            <a:r>
              <a:rPr dirty="0" sz="2800" b="0">
                <a:latin typeface="Arial"/>
                <a:cs typeface="Arial"/>
              </a:rPr>
              <a:t>will </a:t>
            </a:r>
            <a:r>
              <a:rPr dirty="0" sz="2800" spc="-114" b="0">
                <a:latin typeface="Arial"/>
                <a:cs typeface="Arial"/>
              </a:rPr>
              <a:t>mark </a:t>
            </a:r>
            <a:r>
              <a:rPr dirty="0" sz="2800" spc="80" b="0">
                <a:latin typeface="Arial"/>
                <a:cs typeface="Arial"/>
              </a:rPr>
              <a:t>it </a:t>
            </a:r>
            <a:r>
              <a:rPr dirty="0" sz="2800" spc="60" b="0">
                <a:latin typeface="Arial"/>
                <a:cs typeface="Arial"/>
              </a:rPr>
              <a:t>to  </a:t>
            </a:r>
            <a:r>
              <a:rPr dirty="0" sz="2800" spc="-95" b="0">
                <a:latin typeface="Arial"/>
                <a:cs typeface="Arial"/>
              </a:rPr>
              <a:t>resolve </a:t>
            </a:r>
            <a:r>
              <a:rPr dirty="0" sz="2800" spc="-60" b="0">
                <a:latin typeface="Arial"/>
                <a:cs typeface="Arial"/>
              </a:rPr>
              <a:t>in </a:t>
            </a:r>
            <a:r>
              <a:rPr dirty="0" sz="2800" spc="45" b="0">
                <a:latin typeface="Arial"/>
                <a:cs typeface="Arial"/>
              </a:rPr>
              <a:t>that </a:t>
            </a:r>
            <a:r>
              <a:rPr dirty="0" sz="2800" spc="5" b="0">
                <a:latin typeface="Arial"/>
                <a:cs typeface="Arial"/>
              </a:rPr>
              <a:t>specific </a:t>
            </a:r>
            <a:r>
              <a:rPr dirty="0" sz="2800" spc="-60" b="0">
                <a:latin typeface="Arial"/>
                <a:cs typeface="Arial"/>
              </a:rPr>
              <a:t>release </a:t>
            </a:r>
            <a:r>
              <a:rPr dirty="0" sz="2800" spc="-25" b="0">
                <a:latin typeface="Arial"/>
                <a:cs typeface="Arial"/>
              </a:rPr>
              <a:t>and </a:t>
            </a:r>
            <a:r>
              <a:rPr dirty="0" sz="2800" spc="-60" b="0">
                <a:latin typeface="Arial"/>
                <a:cs typeface="Arial"/>
              </a:rPr>
              <a:t>mute </a:t>
            </a:r>
            <a:r>
              <a:rPr dirty="0" sz="2800" b="0">
                <a:latin typeface="Arial"/>
                <a:cs typeface="Arial"/>
              </a:rPr>
              <a:t>notifications </a:t>
            </a:r>
            <a:r>
              <a:rPr dirty="0" sz="2800" spc="30" b="0">
                <a:latin typeface="Arial"/>
                <a:cs typeface="Arial"/>
              </a:rPr>
              <a:t>for </a:t>
            </a:r>
            <a:r>
              <a:rPr dirty="0" sz="2800" spc="45" b="0">
                <a:latin typeface="Arial"/>
                <a:cs typeface="Arial"/>
              </a:rPr>
              <a:t>that  </a:t>
            </a:r>
            <a:r>
              <a:rPr dirty="0" sz="2800" spc="-140" b="0">
                <a:latin typeface="Arial"/>
                <a:cs typeface="Arial"/>
              </a:rPr>
              <a:t>issue </a:t>
            </a:r>
            <a:r>
              <a:rPr dirty="0" sz="2800" spc="5" b="0">
                <a:latin typeface="Arial"/>
                <a:cs typeface="Arial"/>
              </a:rPr>
              <a:t>before </a:t>
            </a:r>
            <a:r>
              <a:rPr dirty="0" sz="2800" spc="-10" b="0">
                <a:latin typeface="Arial"/>
                <a:cs typeface="Arial"/>
              </a:rPr>
              <a:t>the </a:t>
            </a:r>
            <a:r>
              <a:rPr dirty="0" sz="2800" spc="15" b="0">
                <a:latin typeface="Arial"/>
                <a:cs typeface="Arial"/>
              </a:rPr>
              <a:t>fix</a:t>
            </a:r>
            <a:r>
              <a:rPr dirty="0" sz="2800" spc="40" b="0">
                <a:latin typeface="Arial"/>
                <a:cs typeface="Arial"/>
              </a:rPr>
              <a:t> </a:t>
            </a:r>
            <a:r>
              <a:rPr dirty="0" sz="2800" spc="-65" b="0">
                <a:latin typeface="Arial"/>
                <a:cs typeface="Arial"/>
              </a:rPr>
              <a:t>deploys.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242" y="3956859"/>
            <a:ext cx="6746719" cy="32116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011555" y="6219259"/>
            <a:ext cx="10228580" cy="2501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5100"/>
              </a:lnSpc>
              <a:spcBef>
                <a:spcPts val="100"/>
              </a:spcBef>
            </a:pPr>
            <a:r>
              <a:rPr dirty="0" sz="2800" spc="-220">
                <a:solidFill>
                  <a:srgbClr val="2B122F"/>
                </a:solidFill>
                <a:latin typeface="Arial"/>
                <a:cs typeface="Arial"/>
              </a:rPr>
              <a:t>The </a:t>
            </a:r>
            <a:r>
              <a:rPr dirty="0" sz="2800" spc="-45">
                <a:solidFill>
                  <a:srgbClr val="2B122F"/>
                </a:solidFill>
                <a:latin typeface="Arial"/>
                <a:cs typeface="Arial"/>
              </a:rPr>
              <a:t>deployment </a:t>
            </a:r>
            <a:r>
              <a:rPr dirty="0" sz="2800" spc="-15">
                <a:solidFill>
                  <a:srgbClr val="2B122F"/>
                </a:solidFill>
                <a:latin typeface="Arial"/>
                <a:cs typeface="Arial"/>
              </a:rPr>
              <a:t>pipeline </a:t>
            </a:r>
            <a:r>
              <a:rPr dirty="0" sz="2800" spc="-45">
                <a:solidFill>
                  <a:srgbClr val="2B122F"/>
                </a:solidFill>
                <a:latin typeface="Arial"/>
                <a:cs typeface="Arial"/>
              </a:rPr>
              <a:t>then </a:t>
            </a:r>
            <a:r>
              <a:rPr dirty="0" sz="2800" spc="-80">
                <a:solidFill>
                  <a:srgbClr val="2B122F"/>
                </a:solidFill>
                <a:latin typeface="Arial"/>
                <a:cs typeface="Arial"/>
              </a:rPr>
              <a:t>picks </a:t>
            </a:r>
            <a:r>
              <a:rPr dirty="0" sz="2800" spc="-50">
                <a:solidFill>
                  <a:srgbClr val="2B122F"/>
                </a:solidFill>
                <a:latin typeface="Arial"/>
                <a:cs typeface="Arial"/>
              </a:rPr>
              <a:t>up </a:t>
            </a:r>
            <a:r>
              <a:rPr dirty="0" sz="2800" spc="-10">
                <a:solidFill>
                  <a:srgbClr val="2B122F"/>
                </a:solidFill>
                <a:latin typeface="Arial"/>
                <a:cs typeface="Arial"/>
              </a:rPr>
              <a:t>the </a:t>
            </a:r>
            <a:r>
              <a:rPr dirty="0" sz="2800" spc="-30">
                <a:solidFill>
                  <a:srgbClr val="2B122F"/>
                </a:solidFill>
                <a:latin typeface="Arial"/>
                <a:cs typeface="Arial"/>
              </a:rPr>
              <a:t>change </a:t>
            </a:r>
            <a:r>
              <a:rPr dirty="0" sz="2800" spc="-25">
                <a:solidFill>
                  <a:srgbClr val="2B122F"/>
                </a:solidFill>
                <a:latin typeface="Arial"/>
                <a:cs typeface="Arial"/>
              </a:rPr>
              <a:t>and </a:t>
            </a:r>
            <a:r>
              <a:rPr dirty="0" sz="2800" spc="-70">
                <a:solidFill>
                  <a:srgbClr val="2B122F"/>
                </a:solidFill>
                <a:latin typeface="Arial"/>
                <a:cs typeface="Arial"/>
              </a:rPr>
              <a:t>deploys </a:t>
            </a:r>
            <a:r>
              <a:rPr dirty="0" sz="2800" spc="40">
                <a:solidFill>
                  <a:srgbClr val="2B122F"/>
                </a:solidFill>
                <a:latin typeface="Arial"/>
                <a:cs typeface="Arial"/>
              </a:rPr>
              <a:t>it.  </a:t>
            </a:r>
            <a:r>
              <a:rPr dirty="0" sz="2800" spc="-114">
                <a:solidFill>
                  <a:srgbClr val="2B122F"/>
                </a:solidFill>
                <a:latin typeface="Arial"/>
                <a:cs typeface="Arial"/>
              </a:rPr>
              <a:t>You </a:t>
            </a:r>
            <a:r>
              <a:rPr dirty="0" sz="2800" spc="-15">
                <a:solidFill>
                  <a:srgbClr val="2B122F"/>
                </a:solidFill>
                <a:latin typeface="Arial"/>
                <a:cs typeface="Arial"/>
              </a:rPr>
              <a:t>can </a:t>
            </a:r>
            <a:r>
              <a:rPr dirty="0" sz="2800" spc="-70">
                <a:solidFill>
                  <a:srgbClr val="2B122F"/>
                </a:solidFill>
                <a:latin typeface="Arial"/>
                <a:cs typeface="Arial"/>
              </a:rPr>
              <a:t>also </a:t>
            </a:r>
            <a:r>
              <a:rPr dirty="0" sz="2800" spc="-10">
                <a:solidFill>
                  <a:srgbClr val="2B122F"/>
                </a:solidFill>
                <a:latin typeface="Arial"/>
                <a:cs typeface="Arial"/>
              </a:rPr>
              <a:t>configure </a:t>
            </a:r>
            <a:r>
              <a:rPr dirty="0" sz="2800" spc="-35">
                <a:solidFill>
                  <a:srgbClr val="2B122F"/>
                </a:solidFill>
                <a:latin typeface="Arial"/>
                <a:cs typeface="Arial"/>
              </a:rPr>
              <a:t>deploy </a:t>
            </a:r>
            <a:r>
              <a:rPr dirty="0" sz="2800" spc="-80">
                <a:solidFill>
                  <a:srgbClr val="2B122F"/>
                </a:solidFill>
                <a:latin typeface="Arial"/>
                <a:cs typeface="Arial"/>
              </a:rPr>
              <a:t>emails </a:t>
            </a:r>
            <a:r>
              <a:rPr dirty="0" sz="2800" spc="60">
                <a:solidFill>
                  <a:srgbClr val="2B122F"/>
                </a:solidFill>
                <a:latin typeface="Arial"/>
                <a:cs typeface="Arial"/>
              </a:rPr>
              <a:t>to </a:t>
            </a:r>
            <a:r>
              <a:rPr dirty="0" sz="2800" spc="-105">
                <a:solidFill>
                  <a:srgbClr val="2B122F"/>
                </a:solidFill>
                <a:latin typeface="Arial"/>
                <a:cs typeface="Arial"/>
              </a:rPr>
              <a:t>send </a:t>
            </a:r>
            <a:r>
              <a:rPr dirty="0" sz="2800" spc="-15">
                <a:solidFill>
                  <a:srgbClr val="2B122F"/>
                </a:solidFill>
                <a:latin typeface="Arial"/>
                <a:cs typeface="Arial"/>
              </a:rPr>
              <a:t>details </a:t>
            </a:r>
            <a:r>
              <a:rPr dirty="0" sz="2800" spc="-80">
                <a:solidFill>
                  <a:srgbClr val="2B122F"/>
                </a:solidFill>
                <a:latin typeface="Arial"/>
                <a:cs typeface="Arial"/>
              </a:rPr>
              <a:t>on </a:t>
            </a:r>
            <a:r>
              <a:rPr dirty="0" sz="2800" spc="-55">
                <a:solidFill>
                  <a:srgbClr val="2B122F"/>
                </a:solidFill>
                <a:latin typeface="Arial"/>
                <a:cs typeface="Arial"/>
              </a:rPr>
              <a:t>how </a:t>
            </a:r>
            <a:r>
              <a:rPr dirty="0" sz="2800" spc="-130">
                <a:solidFill>
                  <a:srgbClr val="2B122F"/>
                </a:solidFill>
                <a:latin typeface="Arial"/>
                <a:cs typeface="Arial"/>
              </a:rPr>
              <a:t>many  </a:t>
            </a:r>
            <a:r>
              <a:rPr dirty="0" sz="2800" spc="-25">
                <a:solidFill>
                  <a:srgbClr val="2B122F"/>
                </a:solidFill>
                <a:latin typeface="Arial"/>
                <a:cs typeface="Arial"/>
              </a:rPr>
              <a:t>files </a:t>
            </a:r>
            <a:r>
              <a:rPr dirty="0" sz="2800" spc="-90">
                <a:solidFill>
                  <a:srgbClr val="2B122F"/>
                </a:solidFill>
                <a:latin typeface="Arial"/>
                <a:cs typeface="Arial"/>
              </a:rPr>
              <a:t>have </a:t>
            </a:r>
            <a:r>
              <a:rPr dirty="0" sz="2800" spc="-20">
                <a:solidFill>
                  <a:srgbClr val="2B122F"/>
                </a:solidFill>
                <a:latin typeface="Arial"/>
                <a:cs typeface="Arial"/>
              </a:rPr>
              <a:t>changed </a:t>
            </a:r>
            <a:r>
              <a:rPr dirty="0" sz="2800" spc="-25">
                <a:solidFill>
                  <a:srgbClr val="2B122F"/>
                </a:solidFill>
                <a:latin typeface="Arial"/>
                <a:cs typeface="Arial"/>
              </a:rPr>
              <a:t>and </a:t>
            </a:r>
            <a:r>
              <a:rPr dirty="0" sz="2800" spc="10">
                <a:solidFill>
                  <a:srgbClr val="2B122F"/>
                </a:solidFill>
                <a:latin typeface="Arial"/>
                <a:cs typeface="Arial"/>
              </a:rPr>
              <a:t>what </a:t>
            </a:r>
            <a:r>
              <a:rPr dirty="0" sz="2800" spc="-70">
                <a:solidFill>
                  <a:srgbClr val="2B122F"/>
                </a:solidFill>
                <a:latin typeface="Arial"/>
                <a:cs typeface="Arial"/>
              </a:rPr>
              <a:t>commits </a:t>
            </a:r>
            <a:r>
              <a:rPr dirty="0" sz="2800" spc="-20">
                <a:solidFill>
                  <a:srgbClr val="2B122F"/>
                </a:solidFill>
                <a:latin typeface="Arial"/>
                <a:cs typeface="Arial"/>
              </a:rPr>
              <a:t>are </a:t>
            </a:r>
            <a:r>
              <a:rPr dirty="0" sz="2800" spc="-15">
                <a:solidFill>
                  <a:srgbClr val="2B122F"/>
                </a:solidFill>
                <a:latin typeface="Arial"/>
                <a:cs typeface="Arial"/>
              </a:rPr>
              <a:t>being </a:t>
            </a:r>
            <a:r>
              <a:rPr dirty="0" sz="2800" spc="-50">
                <a:solidFill>
                  <a:srgbClr val="2B122F"/>
                </a:solidFill>
                <a:latin typeface="Arial"/>
                <a:cs typeface="Arial"/>
              </a:rPr>
              <a:t>released </a:t>
            </a:r>
            <a:r>
              <a:rPr dirty="0" sz="2800" spc="-35">
                <a:solidFill>
                  <a:srgbClr val="2B122F"/>
                </a:solidFill>
                <a:latin typeface="Arial"/>
                <a:cs typeface="Arial"/>
              </a:rPr>
              <a:t>once </a:t>
            </a:r>
            <a:r>
              <a:rPr dirty="0" sz="2800" spc="-10">
                <a:solidFill>
                  <a:srgbClr val="2B122F"/>
                </a:solidFill>
                <a:latin typeface="Arial"/>
                <a:cs typeface="Arial"/>
              </a:rPr>
              <a:t>the  </a:t>
            </a:r>
            <a:r>
              <a:rPr dirty="0" sz="2800" spc="5">
                <a:solidFill>
                  <a:srgbClr val="2B122F"/>
                </a:solidFill>
                <a:latin typeface="Arial"/>
                <a:cs typeface="Arial"/>
              </a:rPr>
              <a:t>code </a:t>
            </a:r>
            <a:r>
              <a:rPr dirty="0" sz="2800" spc="-30">
                <a:solidFill>
                  <a:srgbClr val="2B122F"/>
                </a:solidFill>
                <a:latin typeface="Arial"/>
                <a:cs typeface="Arial"/>
              </a:rPr>
              <a:t>gets</a:t>
            </a:r>
            <a:r>
              <a:rPr dirty="0" sz="2800" spc="-60">
                <a:solidFill>
                  <a:srgbClr val="2B122F"/>
                </a:solidFill>
                <a:latin typeface="Arial"/>
                <a:cs typeface="Arial"/>
              </a:rPr>
              <a:t> </a:t>
            </a:r>
            <a:r>
              <a:rPr dirty="0" sz="2800" spc="-30">
                <a:solidFill>
                  <a:srgbClr val="2B122F"/>
                </a:solidFill>
                <a:latin typeface="Arial"/>
                <a:cs typeface="Arial"/>
              </a:rPr>
              <a:t>deployed.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63988" y="7840002"/>
            <a:ext cx="2118995" cy="2446655"/>
          </a:xfrm>
          <a:custGeom>
            <a:avLst/>
            <a:gdLst/>
            <a:ahLst/>
            <a:cxnLst/>
            <a:rect l="l" t="t" r="r" b="b"/>
            <a:pathLst>
              <a:path w="2118994" h="2446654">
                <a:moveTo>
                  <a:pt x="714895" y="1143990"/>
                </a:moveTo>
                <a:lnTo>
                  <a:pt x="707796" y="1124839"/>
                </a:lnTo>
                <a:lnTo>
                  <a:pt x="694677" y="1164983"/>
                </a:lnTo>
                <a:lnTo>
                  <a:pt x="694118" y="1166710"/>
                </a:lnTo>
                <a:lnTo>
                  <a:pt x="710438" y="1157630"/>
                </a:lnTo>
                <a:lnTo>
                  <a:pt x="714895" y="1143990"/>
                </a:lnTo>
                <a:close/>
              </a:path>
              <a:path w="2118994" h="2446654">
                <a:moveTo>
                  <a:pt x="860196" y="1483829"/>
                </a:moveTo>
                <a:lnTo>
                  <a:pt x="856234" y="1473276"/>
                </a:lnTo>
                <a:lnTo>
                  <a:pt x="852855" y="1466608"/>
                </a:lnTo>
                <a:lnTo>
                  <a:pt x="851141" y="1460500"/>
                </a:lnTo>
                <a:lnTo>
                  <a:pt x="840041" y="1466138"/>
                </a:lnTo>
                <a:lnTo>
                  <a:pt x="838911" y="1463916"/>
                </a:lnTo>
                <a:lnTo>
                  <a:pt x="835571" y="1462824"/>
                </a:lnTo>
                <a:lnTo>
                  <a:pt x="834440" y="1460601"/>
                </a:lnTo>
                <a:lnTo>
                  <a:pt x="829995" y="1462849"/>
                </a:lnTo>
                <a:lnTo>
                  <a:pt x="818870" y="1462913"/>
                </a:lnTo>
                <a:lnTo>
                  <a:pt x="822248" y="1469580"/>
                </a:lnTo>
                <a:lnTo>
                  <a:pt x="827849" y="1475105"/>
                </a:lnTo>
                <a:lnTo>
                  <a:pt x="831227" y="1481772"/>
                </a:lnTo>
                <a:lnTo>
                  <a:pt x="838974" y="1482623"/>
                </a:lnTo>
                <a:lnTo>
                  <a:pt x="860196" y="1483829"/>
                </a:lnTo>
                <a:close/>
              </a:path>
              <a:path w="2118994" h="2446654">
                <a:moveTo>
                  <a:pt x="869543" y="1529461"/>
                </a:moveTo>
                <a:lnTo>
                  <a:pt x="868476" y="1529410"/>
                </a:lnTo>
                <a:lnTo>
                  <a:pt x="868565" y="1529689"/>
                </a:lnTo>
                <a:lnTo>
                  <a:pt x="869543" y="1529461"/>
                </a:lnTo>
                <a:close/>
              </a:path>
              <a:path w="2118994" h="2446654">
                <a:moveTo>
                  <a:pt x="997165" y="1756308"/>
                </a:moveTo>
                <a:lnTo>
                  <a:pt x="982548" y="1733016"/>
                </a:lnTo>
                <a:lnTo>
                  <a:pt x="981456" y="1736369"/>
                </a:lnTo>
                <a:lnTo>
                  <a:pt x="976477" y="1740293"/>
                </a:lnTo>
                <a:lnTo>
                  <a:pt x="973162" y="1744764"/>
                </a:lnTo>
                <a:lnTo>
                  <a:pt x="972642" y="1752003"/>
                </a:lnTo>
                <a:lnTo>
                  <a:pt x="971003" y="1757019"/>
                </a:lnTo>
                <a:lnTo>
                  <a:pt x="970495" y="1764258"/>
                </a:lnTo>
                <a:lnTo>
                  <a:pt x="997165" y="1756308"/>
                </a:lnTo>
                <a:close/>
              </a:path>
              <a:path w="2118994" h="2446654">
                <a:moveTo>
                  <a:pt x="1517815" y="1467218"/>
                </a:moveTo>
                <a:lnTo>
                  <a:pt x="1507807" y="1456944"/>
                </a:lnTo>
                <a:lnTo>
                  <a:pt x="1497914" y="1446364"/>
                </a:lnTo>
                <a:lnTo>
                  <a:pt x="1486027" y="1482750"/>
                </a:lnTo>
                <a:lnTo>
                  <a:pt x="1500276" y="1480007"/>
                </a:lnTo>
                <a:lnTo>
                  <a:pt x="1505915" y="1462747"/>
                </a:lnTo>
                <a:lnTo>
                  <a:pt x="1517815" y="1467218"/>
                </a:lnTo>
                <a:close/>
              </a:path>
              <a:path w="2118994" h="2446654">
                <a:moveTo>
                  <a:pt x="1519593" y="1506677"/>
                </a:moveTo>
                <a:lnTo>
                  <a:pt x="1515694" y="1507261"/>
                </a:lnTo>
                <a:lnTo>
                  <a:pt x="1511249" y="1509509"/>
                </a:lnTo>
                <a:lnTo>
                  <a:pt x="1507363" y="1510093"/>
                </a:lnTo>
                <a:lnTo>
                  <a:pt x="1509039" y="1510639"/>
                </a:lnTo>
                <a:lnTo>
                  <a:pt x="1510157" y="1512862"/>
                </a:lnTo>
                <a:lnTo>
                  <a:pt x="1511833" y="1513408"/>
                </a:lnTo>
                <a:lnTo>
                  <a:pt x="1514602" y="1510601"/>
                </a:lnTo>
                <a:lnTo>
                  <a:pt x="1516824" y="1509483"/>
                </a:lnTo>
                <a:lnTo>
                  <a:pt x="1519593" y="1506677"/>
                </a:lnTo>
                <a:close/>
              </a:path>
              <a:path w="2118994" h="2446654">
                <a:moveTo>
                  <a:pt x="1524698" y="1168704"/>
                </a:moveTo>
                <a:lnTo>
                  <a:pt x="1524584" y="1160221"/>
                </a:lnTo>
                <a:lnTo>
                  <a:pt x="1522539" y="1166495"/>
                </a:lnTo>
                <a:lnTo>
                  <a:pt x="1524698" y="1168704"/>
                </a:lnTo>
                <a:close/>
              </a:path>
              <a:path w="2118994" h="2446654">
                <a:moveTo>
                  <a:pt x="1531988" y="1440370"/>
                </a:moveTo>
                <a:lnTo>
                  <a:pt x="1530477" y="1411503"/>
                </a:lnTo>
                <a:lnTo>
                  <a:pt x="1529524" y="1402537"/>
                </a:lnTo>
                <a:lnTo>
                  <a:pt x="1520901" y="1420088"/>
                </a:lnTo>
                <a:lnTo>
                  <a:pt x="1518285" y="1429880"/>
                </a:lnTo>
                <a:lnTo>
                  <a:pt x="1521904" y="1435455"/>
                </a:lnTo>
                <a:lnTo>
                  <a:pt x="1531988" y="1440370"/>
                </a:lnTo>
                <a:close/>
              </a:path>
              <a:path w="2118994" h="2446654">
                <a:moveTo>
                  <a:pt x="1532470" y="1336840"/>
                </a:moveTo>
                <a:lnTo>
                  <a:pt x="1529118" y="1335747"/>
                </a:lnTo>
                <a:lnTo>
                  <a:pt x="1526895" y="1336878"/>
                </a:lnTo>
                <a:lnTo>
                  <a:pt x="1523555" y="1335786"/>
                </a:lnTo>
                <a:lnTo>
                  <a:pt x="1519936" y="1380883"/>
                </a:lnTo>
                <a:lnTo>
                  <a:pt x="1529626" y="1371066"/>
                </a:lnTo>
                <a:lnTo>
                  <a:pt x="1531429" y="1359877"/>
                </a:lnTo>
                <a:lnTo>
                  <a:pt x="1530616" y="1348181"/>
                </a:lnTo>
                <a:lnTo>
                  <a:pt x="1532470" y="1336840"/>
                </a:lnTo>
                <a:close/>
              </a:path>
              <a:path w="2118994" h="2446654">
                <a:moveTo>
                  <a:pt x="1532559" y="1176718"/>
                </a:moveTo>
                <a:lnTo>
                  <a:pt x="1524698" y="1168704"/>
                </a:lnTo>
                <a:lnTo>
                  <a:pt x="1525104" y="1199515"/>
                </a:lnTo>
                <a:lnTo>
                  <a:pt x="1532559" y="1176718"/>
                </a:lnTo>
                <a:close/>
              </a:path>
              <a:path w="2118994" h="2446654">
                <a:moveTo>
                  <a:pt x="1546402" y="1702447"/>
                </a:moveTo>
                <a:lnTo>
                  <a:pt x="1544193" y="1688934"/>
                </a:lnTo>
                <a:lnTo>
                  <a:pt x="1542554" y="1675257"/>
                </a:lnTo>
                <a:lnTo>
                  <a:pt x="1539951" y="1648485"/>
                </a:lnTo>
                <a:lnTo>
                  <a:pt x="1538274" y="1647939"/>
                </a:lnTo>
                <a:lnTo>
                  <a:pt x="1534375" y="1648523"/>
                </a:lnTo>
                <a:lnTo>
                  <a:pt x="1532166" y="1649653"/>
                </a:lnTo>
                <a:lnTo>
                  <a:pt x="1534845" y="1663319"/>
                </a:lnTo>
                <a:lnTo>
                  <a:pt x="1533093" y="1677263"/>
                </a:lnTo>
                <a:lnTo>
                  <a:pt x="1532496" y="1690903"/>
                </a:lnTo>
                <a:lnTo>
                  <a:pt x="1538617" y="1703603"/>
                </a:lnTo>
                <a:lnTo>
                  <a:pt x="1542503" y="1703019"/>
                </a:lnTo>
                <a:lnTo>
                  <a:pt x="1544180" y="1703565"/>
                </a:lnTo>
                <a:lnTo>
                  <a:pt x="1546402" y="1702447"/>
                </a:lnTo>
                <a:close/>
              </a:path>
              <a:path w="2118994" h="2446654">
                <a:moveTo>
                  <a:pt x="1756664" y="286207"/>
                </a:moveTo>
                <a:lnTo>
                  <a:pt x="1746364" y="276821"/>
                </a:lnTo>
                <a:lnTo>
                  <a:pt x="1748967" y="268884"/>
                </a:lnTo>
                <a:lnTo>
                  <a:pt x="1739900" y="255739"/>
                </a:lnTo>
                <a:lnTo>
                  <a:pt x="1742909" y="246532"/>
                </a:lnTo>
                <a:lnTo>
                  <a:pt x="1734604" y="231038"/>
                </a:lnTo>
                <a:lnTo>
                  <a:pt x="1738071" y="220421"/>
                </a:lnTo>
                <a:lnTo>
                  <a:pt x="1728444" y="209003"/>
                </a:lnTo>
                <a:lnTo>
                  <a:pt x="1705000" y="198983"/>
                </a:lnTo>
                <a:lnTo>
                  <a:pt x="1712112" y="177228"/>
                </a:lnTo>
                <a:lnTo>
                  <a:pt x="1700034" y="173278"/>
                </a:lnTo>
                <a:lnTo>
                  <a:pt x="1699488" y="174955"/>
                </a:lnTo>
                <a:lnTo>
                  <a:pt x="1690509" y="161518"/>
                </a:lnTo>
                <a:lnTo>
                  <a:pt x="1698891" y="135877"/>
                </a:lnTo>
                <a:lnTo>
                  <a:pt x="1686826" y="131927"/>
                </a:lnTo>
                <a:lnTo>
                  <a:pt x="1678165" y="158407"/>
                </a:lnTo>
                <a:lnTo>
                  <a:pt x="1669630" y="143675"/>
                </a:lnTo>
                <a:lnTo>
                  <a:pt x="1661185" y="128612"/>
                </a:lnTo>
                <a:lnTo>
                  <a:pt x="1664868" y="117348"/>
                </a:lnTo>
                <a:lnTo>
                  <a:pt x="1639074" y="114477"/>
                </a:lnTo>
                <a:lnTo>
                  <a:pt x="1614119" y="109105"/>
                </a:lnTo>
                <a:lnTo>
                  <a:pt x="1601228" y="107670"/>
                </a:lnTo>
                <a:lnTo>
                  <a:pt x="1590243" y="100380"/>
                </a:lnTo>
                <a:lnTo>
                  <a:pt x="1591335" y="97040"/>
                </a:lnTo>
                <a:lnTo>
                  <a:pt x="1587106" y="69100"/>
                </a:lnTo>
                <a:lnTo>
                  <a:pt x="1566595" y="50076"/>
                </a:lnTo>
                <a:lnTo>
                  <a:pt x="1544040" y="37325"/>
                </a:lnTo>
                <a:lnTo>
                  <a:pt x="1533664" y="28206"/>
                </a:lnTo>
                <a:lnTo>
                  <a:pt x="1521942" y="23190"/>
                </a:lnTo>
                <a:lnTo>
                  <a:pt x="1509039" y="21780"/>
                </a:lnTo>
                <a:lnTo>
                  <a:pt x="1495259" y="23063"/>
                </a:lnTo>
                <a:lnTo>
                  <a:pt x="1484299" y="15722"/>
                </a:lnTo>
                <a:lnTo>
                  <a:pt x="1471383" y="14338"/>
                </a:lnTo>
                <a:lnTo>
                  <a:pt x="1457655" y="15468"/>
                </a:lnTo>
                <a:lnTo>
                  <a:pt x="1432166" y="11709"/>
                </a:lnTo>
                <a:lnTo>
                  <a:pt x="1418767" y="11823"/>
                </a:lnTo>
                <a:lnTo>
                  <a:pt x="1393151" y="8458"/>
                </a:lnTo>
                <a:lnTo>
                  <a:pt x="1379499" y="9347"/>
                </a:lnTo>
                <a:lnTo>
                  <a:pt x="1353718" y="6451"/>
                </a:lnTo>
                <a:lnTo>
                  <a:pt x="1248943" y="0"/>
                </a:lnTo>
                <a:lnTo>
                  <a:pt x="1243482" y="16700"/>
                </a:lnTo>
                <a:lnTo>
                  <a:pt x="1229766" y="17805"/>
                </a:lnTo>
                <a:lnTo>
                  <a:pt x="1232496" y="9436"/>
                </a:lnTo>
                <a:lnTo>
                  <a:pt x="1219885" y="7162"/>
                </a:lnTo>
                <a:lnTo>
                  <a:pt x="1190218" y="97955"/>
                </a:lnTo>
                <a:lnTo>
                  <a:pt x="1171194" y="115316"/>
                </a:lnTo>
                <a:lnTo>
                  <a:pt x="1132840" y="232702"/>
                </a:lnTo>
                <a:lnTo>
                  <a:pt x="1131887" y="276517"/>
                </a:lnTo>
                <a:lnTo>
                  <a:pt x="1084072" y="422871"/>
                </a:lnTo>
                <a:lnTo>
                  <a:pt x="1083906" y="464273"/>
                </a:lnTo>
                <a:lnTo>
                  <a:pt x="1071778" y="501421"/>
                </a:lnTo>
                <a:lnTo>
                  <a:pt x="1071854" y="542036"/>
                </a:lnTo>
                <a:lnTo>
                  <a:pt x="1059649" y="579424"/>
                </a:lnTo>
                <a:lnTo>
                  <a:pt x="1059586" y="661441"/>
                </a:lnTo>
                <a:lnTo>
                  <a:pt x="1047369" y="698830"/>
                </a:lnTo>
                <a:lnTo>
                  <a:pt x="1048778" y="735393"/>
                </a:lnTo>
                <a:lnTo>
                  <a:pt x="1038123" y="768019"/>
                </a:lnTo>
                <a:lnTo>
                  <a:pt x="1039545" y="804583"/>
                </a:lnTo>
                <a:lnTo>
                  <a:pt x="1028890" y="837209"/>
                </a:lnTo>
                <a:lnTo>
                  <a:pt x="1026350" y="1008570"/>
                </a:lnTo>
                <a:lnTo>
                  <a:pt x="1003084" y="1284249"/>
                </a:lnTo>
                <a:lnTo>
                  <a:pt x="1011224" y="1341132"/>
                </a:lnTo>
                <a:lnTo>
                  <a:pt x="1003642" y="1446136"/>
                </a:lnTo>
                <a:lnTo>
                  <a:pt x="1012012" y="1502308"/>
                </a:lnTo>
                <a:lnTo>
                  <a:pt x="1008341" y="1554441"/>
                </a:lnTo>
                <a:lnTo>
                  <a:pt x="1007389" y="1598244"/>
                </a:lnTo>
                <a:lnTo>
                  <a:pt x="1018667" y="1645526"/>
                </a:lnTo>
                <a:lnTo>
                  <a:pt x="1017333" y="1731416"/>
                </a:lnTo>
                <a:lnTo>
                  <a:pt x="1020165" y="1804555"/>
                </a:lnTo>
                <a:lnTo>
                  <a:pt x="1009954" y="1794916"/>
                </a:lnTo>
                <a:lnTo>
                  <a:pt x="1011504" y="1790153"/>
                </a:lnTo>
                <a:lnTo>
                  <a:pt x="1000785" y="1782076"/>
                </a:lnTo>
                <a:lnTo>
                  <a:pt x="989952" y="1774317"/>
                </a:lnTo>
                <a:lnTo>
                  <a:pt x="985583" y="1787702"/>
                </a:lnTo>
                <a:lnTo>
                  <a:pt x="976350" y="1775053"/>
                </a:lnTo>
                <a:lnTo>
                  <a:pt x="976172" y="1775599"/>
                </a:lnTo>
                <a:lnTo>
                  <a:pt x="962596" y="1776285"/>
                </a:lnTo>
                <a:lnTo>
                  <a:pt x="970724" y="1751380"/>
                </a:lnTo>
                <a:lnTo>
                  <a:pt x="960843" y="1740738"/>
                </a:lnTo>
                <a:lnTo>
                  <a:pt x="964526" y="1729473"/>
                </a:lnTo>
                <a:lnTo>
                  <a:pt x="956081" y="1714423"/>
                </a:lnTo>
                <a:lnTo>
                  <a:pt x="959612" y="1703628"/>
                </a:lnTo>
                <a:lnTo>
                  <a:pt x="950912" y="1689354"/>
                </a:lnTo>
                <a:lnTo>
                  <a:pt x="952690" y="1683893"/>
                </a:lnTo>
                <a:lnTo>
                  <a:pt x="942047" y="1675587"/>
                </a:lnTo>
                <a:lnTo>
                  <a:pt x="943368" y="1671535"/>
                </a:lnTo>
                <a:lnTo>
                  <a:pt x="932776" y="1663065"/>
                </a:lnTo>
                <a:lnTo>
                  <a:pt x="925931" y="1643126"/>
                </a:lnTo>
                <a:lnTo>
                  <a:pt x="919695" y="1621294"/>
                </a:lnTo>
                <a:lnTo>
                  <a:pt x="912850" y="1601355"/>
                </a:lnTo>
                <a:lnTo>
                  <a:pt x="892086" y="1583118"/>
                </a:lnTo>
                <a:lnTo>
                  <a:pt x="893737" y="1578102"/>
                </a:lnTo>
                <a:lnTo>
                  <a:pt x="887399" y="1556588"/>
                </a:lnTo>
                <a:lnTo>
                  <a:pt x="868997" y="1531137"/>
                </a:lnTo>
                <a:lnTo>
                  <a:pt x="868565" y="1529689"/>
                </a:lnTo>
                <a:lnTo>
                  <a:pt x="855103" y="1532763"/>
                </a:lnTo>
                <a:lnTo>
                  <a:pt x="838708" y="1542046"/>
                </a:lnTo>
                <a:lnTo>
                  <a:pt x="836650" y="1548345"/>
                </a:lnTo>
                <a:lnTo>
                  <a:pt x="826770" y="1537703"/>
                </a:lnTo>
                <a:lnTo>
                  <a:pt x="817968" y="1523720"/>
                </a:lnTo>
                <a:lnTo>
                  <a:pt x="830783" y="1525397"/>
                </a:lnTo>
                <a:lnTo>
                  <a:pt x="843546" y="1527225"/>
                </a:lnTo>
                <a:lnTo>
                  <a:pt x="856411" y="1528737"/>
                </a:lnTo>
                <a:lnTo>
                  <a:pt x="868476" y="1529410"/>
                </a:lnTo>
                <a:lnTo>
                  <a:pt x="856322" y="1488109"/>
                </a:lnTo>
                <a:lnTo>
                  <a:pt x="842606" y="1489189"/>
                </a:lnTo>
                <a:lnTo>
                  <a:pt x="835507" y="1510944"/>
                </a:lnTo>
                <a:lnTo>
                  <a:pt x="823569" y="1506588"/>
                </a:lnTo>
                <a:lnTo>
                  <a:pt x="824534" y="1503654"/>
                </a:lnTo>
                <a:lnTo>
                  <a:pt x="815047" y="1491754"/>
                </a:lnTo>
                <a:lnTo>
                  <a:pt x="821753" y="1471269"/>
                </a:lnTo>
                <a:lnTo>
                  <a:pt x="810768" y="1463979"/>
                </a:lnTo>
                <a:lnTo>
                  <a:pt x="813638" y="1455191"/>
                </a:lnTo>
                <a:lnTo>
                  <a:pt x="802792" y="1447482"/>
                </a:lnTo>
                <a:lnTo>
                  <a:pt x="804024" y="1443723"/>
                </a:lnTo>
                <a:lnTo>
                  <a:pt x="793178" y="1436014"/>
                </a:lnTo>
                <a:lnTo>
                  <a:pt x="806729" y="1435430"/>
                </a:lnTo>
                <a:lnTo>
                  <a:pt x="808050" y="1431378"/>
                </a:lnTo>
                <a:lnTo>
                  <a:pt x="821550" y="1430959"/>
                </a:lnTo>
                <a:lnTo>
                  <a:pt x="823341" y="1425498"/>
                </a:lnTo>
                <a:lnTo>
                  <a:pt x="834580" y="1431975"/>
                </a:lnTo>
                <a:lnTo>
                  <a:pt x="826122" y="1457883"/>
                </a:lnTo>
                <a:lnTo>
                  <a:pt x="834440" y="1460601"/>
                </a:lnTo>
                <a:lnTo>
                  <a:pt x="838187" y="1461820"/>
                </a:lnTo>
                <a:lnTo>
                  <a:pt x="843457" y="1445691"/>
                </a:lnTo>
                <a:lnTo>
                  <a:pt x="835621" y="1428813"/>
                </a:lnTo>
                <a:lnTo>
                  <a:pt x="827265" y="1413497"/>
                </a:lnTo>
                <a:lnTo>
                  <a:pt x="819467" y="1396453"/>
                </a:lnTo>
                <a:lnTo>
                  <a:pt x="823290" y="1384744"/>
                </a:lnTo>
                <a:lnTo>
                  <a:pt x="813079" y="1375117"/>
                </a:lnTo>
                <a:lnTo>
                  <a:pt x="813955" y="1372438"/>
                </a:lnTo>
                <a:lnTo>
                  <a:pt x="801331" y="1370164"/>
                </a:lnTo>
                <a:lnTo>
                  <a:pt x="790943" y="1401953"/>
                </a:lnTo>
                <a:lnTo>
                  <a:pt x="781799" y="1389049"/>
                </a:lnTo>
                <a:lnTo>
                  <a:pt x="789711" y="1364843"/>
                </a:lnTo>
                <a:lnTo>
                  <a:pt x="806246" y="1355115"/>
                </a:lnTo>
                <a:lnTo>
                  <a:pt x="807339" y="1351762"/>
                </a:lnTo>
                <a:lnTo>
                  <a:pt x="797458" y="1341132"/>
                </a:lnTo>
                <a:lnTo>
                  <a:pt x="794727" y="1349489"/>
                </a:lnTo>
                <a:lnTo>
                  <a:pt x="778281" y="1358938"/>
                </a:lnTo>
                <a:lnTo>
                  <a:pt x="764565" y="1360004"/>
                </a:lnTo>
                <a:lnTo>
                  <a:pt x="765657" y="1356664"/>
                </a:lnTo>
                <a:lnTo>
                  <a:pt x="754138" y="1351051"/>
                </a:lnTo>
                <a:lnTo>
                  <a:pt x="767854" y="1349971"/>
                </a:lnTo>
                <a:lnTo>
                  <a:pt x="768946" y="1346631"/>
                </a:lnTo>
                <a:lnTo>
                  <a:pt x="782650" y="1345552"/>
                </a:lnTo>
                <a:lnTo>
                  <a:pt x="790308" y="1322133"/>
                </a:lnTo>
                <a:lnTo>
                  <a:pt x="785228" y="1296771"/>
                </a:lnTo>
                <a:lnTo>
                  <a:pt x="776732" y="1281887"/>
                </a:lnTo>
                <a:lnTo>
                  <a:pt x="768235" y="1267002"/>
                </a:lnTo>
                <a:lnTo>
                  <a:pt x="763612" y="1240243"/>
                </a:lnTo>
                <a:lnTo>
                  <a:pt x="747382" y="1208125"/>
                </a:lnTo>
                <a:lnTo>
                  <a:pt x="734809" y="1246606"/>
                </a:lnTo>
                <a:lnTo>
                  <a:pt x="724789" y="1236383"/>
                </a:lnTo>
                <a:lnTo>
                  <a:pt x="726846" y="1230109"/>
                </a:lnTo>
                <a:lnTo>
                  <a:pt x="716813" y="1219898"/>
                </a:lnTo>
                <a:lnTo>
                  <a:pt x="721347" y="1206042"/>
                </a:lnTo>
                <a:lnTo>
                  <a:pt x="711847" y="1194206"/>
                </a:lnTo>
                <a:lnTo>
                  <a:pt x="717727" y="1176223"/>
                </a:lnTo>
                <a:lnTo>
                  <a:pt x="702919" y="1180642"/>
                </a:lnTo>
                <a:lnTo>
                  <a:pt x="703605" y="1178547"/>
                </a:lnTo>
                <a:lnTo>
                  <a:pt x="691108" y="1175905"/>
                </a:lnTo>
                <a:lnTo>
                  <a:pt x="694677" y="1164983"/>
                </a:lnTo>
                <a:lnTo>
                  <a:pt x="682599" y="1161046"/>
                </a:lnTo>
                <a:lnTo>
                  <a:pt x="696810" y="1117549"/>
                </a:lnTo>
                <a:lnTo>
                  <a:pt x="708888" y="1121486"/>
                </a:lnTo>
                <a:lnTo>
                  <a:pt x="701497" y="1103198"/>
                </a:lnTo>
                <a:lnTo>
                  <a:pt x="694118" y="1084897"/>
                </a:lnTo>
                <a:lnTo>
                  <a:pt x="686574" y="1067079"/>
                </a:lnTo>
                <a:lnTo>
                  <a:pt x="681405" y="1054849"/>
                </a:lnTo>
                <a:lnTo>
                  <a:pt x="681405" y="1082890"/>
                </a:lnTo>
                <a:lnTo>
                  <a:pt x="679234" y="1089583"/>
                </a:lnTo>
                <a:lnTo>
                  <a:pt x="665518" y="1090650"/>
                </a:lnTo>
                <a:lnTo>
                  <a:pt x="653440" y="1086713"/>
                </a:lnTo>
                <a:lnTo>
                  <a:pt x="658291" y="1071867"/>
                </a:lnTo>
                <a:lnTo>
                  <a:pt x="648538" y="1060831"/>
                </a:lnTo>
                <a:lnTo>
                  <a:pt x="651205" y="1052664"/>
                </a:lnTo>
                <a:lnTo>
                  <a:pt x="661365" y="1062456"/>
                </a:lnTo>
                <a:lnTo>
                  <a:pt x="672592" y="1069009"/>
                </a:lnTo>
                <a:lnTo>
                  <a:pt x="670979" y="1073924"/>
                </a:lnTo>
                <a:lnTo>
                  <a:pt x="681405" y="1082890"/>
                </a:lnTo>
                <a:lnTo>
                  <a:pt x="681405" y="1054849"/>
                </a:lnTo>
                <a:lnTo>
                  <a:pt x="679043" y="1049248"/>
                </a:lnTo>
                <a:lnTo>
                  <a:pt x="663346" y="1015479"/>
                </a:lnTo>
                <a:lnTo>
                  <a:pt x="646734" y="984542"/>
                </a:lnTo>
                <a:lnTo>
                  <a:pt x="645083" y="989609"/>
                </a:lnTo>
                <a:lnTo>
                  <a:pt x="631253" y="991057"/>
                </a:lnTo>
                <a:lnTo>
                  <a:pt x="629285" y="997064"/>
                </a:lnTo>
                <a:lnTo>
                  <a:pt x="614946" y="1000074"/>
                </a:lnTo>
                <a:lnTo>
                  <a:pt x="631926" y="948080"/>
                </a:lnTo>
                <a:lnTo>
                  <a:pt x="631037" y="947343"/>
                </a:lnTo>
                <a:lnTo>
                  <a:pt x="621449" y="939253"/>
                </a:lnTo>
                <a:lnTo>
                  <a:pt x="625830" y="925868"/>
                </a:lnTo>
                <a:lnTo>
                  <a:pt x="603326" y="912952"/>
                </a:lnTo>
                <a:lnTo>
                  <a:pt x="592074" y="906500"/>
                </a:lnTo>
                <a:lnTo>
                  <a:pt x="595617" y="895629"/>
                </a:lnTo>
                <a:lnTo>
                  <a:pt x="585736" y="884999"/>
                </a:lnTo>
                <a:lnTo>
                  <a:pt x="586828" y="881646"/>
                </a:lnTo>
                <a:lnTo>
                  <a:pt x="573659" y="881049"/>
                </a:lnTo>
                <a:lnTo>
                  <a:pt x="579628" y="862774"/>
                </a:lnTo>
                <a:lnTo>
                  <a:pt x="570407" y="850125"/>
                </a:lnTo>
                <a:lnTo>
                  <a:pt x="572935" y="842365"/>
                </a:lnTo>
                <a:lnTo>
                  <a:pt x="586778" y="840905"/>
                </a:lnTo>
                <a:lnTo>
                  <a:pt x="588962" y="834212"/>
                </a:lnTo>
                <a:lnTo>
                  <a:pt x="574713" y="836955"/>
                </a:lnTo>
                <a:lnTo>
                  <a:pt x="573062" y="841984"/>
                </a:lnTo>
                <a:lnTo>
                  <a:pt x="558812" y="844727"/>
                </a:lnTo>
                <a:lnTo>
                  <a:pt x="572477" y="802894"/>
                </a:lnTo>
                <a:lnTo>
                  <a:pt x="559473" y="801801"/>
                </a:lnTo>
                <a:lnTo>
                  <a:pt x="558279" y="805434"/>
                </a:lnTo>
                <a:lnTo>
                  <a:pt x="544715" y="806069"/>
                </a:lnTo>
                <a:lnTo>
                  <a:pt x="551065" y="786650"/>
                </a:lnTo>
                <a:lnTo>
                  <a:pt x="545553" y="762622"/>
                </a:lnTo>
                <a:lnTo>
                  <a:pt x="535025" y="753922"/>
                </a:lnTo>
                <a:lnTo>
                  <a:pt x="537933" y="745032"/>
                </a:lnTo>
                <a:lnTo>
                  <a:pt x="527418" y="736333"/>
                </a:lnTo>
                <a:lnTo>
                  <a:pt x="529056" y="731329"/>
                </a:lnTo>
                <a:lnTo>
                  <a:pt x="542226" y="731913"/>
                </a:lnTo>
                <a:lnTo>
                  <a:pt x="531609" y="723519"/>
                </a:lnTo>
                <a:lnTo>
                  <a:pt x="520992" y="715111"/>
                </a:lnTo>
                <a:lnTo>
                  <a:pt x="501243" y="693762"/>
                </a:lnTo>
                <a:lnTo>
                  <a:pt x="482625" y="668959"/>
                </a:lnTo>
                <a:lnTo>
                  <a:pt x="476846" y="645756"/>
                </a:lnTo>
                <a:lnTo>
                  <a:pt x="480225" y="635406"/>
                </a:lnTo>
                <a:lnTo>
                  <a:pt x="469696" y="626757"/>
                </a:lnTo>
                <a:lnTo>
                  <a:pt x="457923" y="621868"/>
                </a:lnTo>
                <a:lnTo>
                  <a:pt x="445541" y="618871"/>
                </a:lnTo>
                <a:lnTo>
                  <a:pt x="433120" y="616013"/>
                </a:lnTo>
                <a:lnTo>
                  <a:pt x="421817" y="609727"/>
                </a:lnTo>
                <a:lnTo>
                  <a:pt x="411949" y="599033"/>
                </a:lnTo>
                <a:lnTo>
                  <a:pt x="416433" y="585292"/>
                </a:lnTo>
                <a:lnTo>
                  <a:pt x="429602" y="585889"/>
                </a:lnTo>
                <a:lnTo>
                  <a:pt x="418172" y="579958"/>
                </a:lnTo>
                <a:lnTo>
                  <a:pt x="394919" y="569341"/>
                </a:lnTo>
                <a:lnTo>
                  <a:pt x="395566" y="567359"/>
                </a:lnTo>
                <a:lnTo>
                  <a:pt x="373926" y="551840"/>
                </a:lnTo>
                <a:lnTo>
                  <a:pt x="326517" y="533349"/>
                </a:lnTo>
                <a:lnTo>
                  <a:pt x="275640" y="525513"/>
                </a:lnTo>
                <a:lnTo>
                  <a:pt x="236207" y="523519"/>
                </a:lnTo>
                <a:lnTo>
                  <a:pt x="222732" y="523862"/>
                </a:lnTo>
                <a:lnTo>
                  <a:pt x="184569" y="518007"/>
                </a:lnTo>
                <a:lnTo>
                  <a:pt x="158623" y="515645"/>
                </a:lnTo>
                <a:lnTo>
                  <a:pt x="132778" y="512953"/>
                </a:lnTo>
                <a:lnTo>
                  <a:pt x="106984" y="510108"/>
                </a:lnTo>
                <a:lnTo>
                  <a:pt x="93941" y="509117"/>
                </a:lnTo>
                <a:lnTo>
                  <a:pt x="80441" y="509549"/>
                </a:lnTo>
                <a:lnTo>
                  <a:pt x="78308" y="516102"/>
                </a:lnTo>
                <a:lnTo>
                  <a:pt x="63119" y="521703"/>
                </a:lnTo>
                <a:lnTo>
                  <a:pt x="16281" y="665060"/>
                </a:lnTo>
                <a:lnTo>
                  <a:pt x="9194" y="850328"/>
                </a:lnTo>
                <a:lnTo>
                  <a:pt x="0" y="1001166"/>
                </a:lnTo>
                <a:lnTo>
                  <a:pt x="9169" y="1054900"/>
                </a:lnTo>
                <a:lnTo>
                  <a:pt x="6210" y="1104861"/>
                </a:lnTo>
                <a:lnTo>
                  <a:pt x="14744" y="1160538"/>
                </a:lnTo>
                <a:lnTo>
                  <a:pt x="11150" y="1212418"/>
                </a:lnTo>
                <a:lnTo>
                  <a:pt x="19634" y="1268247"/>
                </a:lnTo>
                <a:lnTo>
                  <a:pt x="16090" y="1319987"/>
                </a:lnTo>
                <a:lnTo>
                  <a:pt x="24714" y="1375397"/>
                </a:lnTo>
                <a:lnTo>
                  <a:pt x="21399" y="1426438"/>
                </a:lnTo>
                <a:lnTo>
                  <a:pt x="47447" y="1592097"/>
                </a:lnTo>
                <a:lnTo>
                  <a:pt x="44170" y="1643024"/>
                </a:lnTo>
                <a:lnTo>
                  <a:pt x="61836" y="1752549"/>
                </a:lnTo>
                <a:lnTo>
                  <a:pt x="72974" y="1800225"/>
                </a:lnTo>
                <a:lnTo>
                  <a:pt x="72237" y="1843405"/>
                </a:lnTo>
                <a:lnTo>
                  <a:pt x="106540" y="1983778"/>
                </a:lnTo>
                <a:lnTo>
                  <a:pt x="110464" y="2053577"/>
                </a:lnTo>
                <a:lnTo>
                  <a:pt x="124396" y="2092718"/>
                </a:lnTo>
                <a:lnTo>
                  <a:pt x="126453" y="2127300"/>
                </a:lnTo>
                <a:lnTo>
                  <a:pt x="194373" y="2410180"/>
                </a:lnTo>
                <a:lnTo>
                  <a:pt x="209334" y="2446172"/>
                </a:lnTo>
                <a:lnTo>
                  <a:pt x="556704" y="2446159"/>
                </a:lnTo>
                <a:lnTo>
                  <a:pt x="547331" y="2433955"/>
                </a:lnTo>
                <a:lnTo>
                  <a:pt x="540931" y="2412682"/>
                </a:lnTo>
                <a:lnTo>
                  <a:pt x="542569" y="2407653"/>
                </a:lnTo>
                <a:lnTo>
                  <a:pt x="534593" y="2391168"/>
                </a:lnTo>
                <a:lnTo>
                  <a:pt x="542785" y="2366073"/>
                </a:lnTo>
                <a:lnTo>
                  <a:pt x="534822" y="2349576"/>
                </a:lnTo>
                <a:lnTo>
                  <a:pt x="538416" y="2338578"/>
                </a:lnTo>
                <a:lnTo>
                  <a:pt x="530987" y="2326144"/>
                </a:lnTo>
                <a:lnTo>
                  <a:pt x="530987" y="2361298"/>
                </a:lnTo>
                <a:lnTo>
                  <a:pt x="514553" y="2370734"/>
                </a:lnTo>
                <a:lnTo>
                  <a:pt x="512356" y="2377427"/>
                </a:lnTo>
                <a:lnTo>
                  <a:pt x="502526" y="2366632"/>
                </a:lnTo>
                <a:lnTo>
                  <a:pt x="507822" y="2350427"/>
                </a:lnTo>
                <a:lnTo>
                  <a:pt x="522744" y="2345639"/>
                </a:lnTo>
                <a:lnTo>
                  <a:pt x="520560" y="2352332"/>
                </a:lnTo>
                <a:lnTo>
                  <a:pt x="530987" y="2361298"/>
                </a:lnTo>
                <a:lnTo>
                  <a:pt x="530987" y="2326144"/>
                </a:lnTo>
                <a:lnTo>
                  <a:pt x="529780" y="2324112"/>
                </a:lnTo>
                <a:lnTo>
                  <a:pt x="533120" y="2313876"/>
                </a:lnTo>
                <a:lnTo>
                  <a:pt x="524332" y="2299868"/>
                </a:lnTo>
                <a:lnTo>
                  <a:pt x="521690" y="2267064"/>
                </a:lnTo>
                <a:lnTo>
                  <a:pt x="504329" y="2197519"/>
                </a:lnTo>
                <a:lnTo>
                  <a:pt x="489610" y="2160765"/>
                </a:lnTo>
                <a:lnTo>
                  <a:pt x="479450" y="2069185"/>
                </a:lnTo>
                <a:lnTo>
                  <a:pt x="464235" y="2033981"/>
                </a:lnTo>
                <a:lnTo>
                  <a:pt x="450380" y="1912810"/>
                </a:lnTo>
                <a:lnTo>
                  <a:pt x="447230" y="1881517"/>
                </a:lnTo>
                <a:lnTo>
                  <a:pt x="428675" y="1815630"/>
                </a:lnTo>
                <a:lnTo>
                  <a:pt x="425538" y="1784350"/>
                </a:lnTo>
                <a:lnTo>
                  <a:pt x="414782" y="1735467"/>
                </a:lnTo>
                <a:lnTo>
                  <a:pt x="416102" y="1690535"/>
                </a:lnTo>
                <a:lnTo>
                  <a:pt x="404482" y="1603425"/>
                </a:lnTo>
                <a:lnTo>
                  <a:pt x="397738" y="1583169"/>
                </a:lnTo>
                <a:lnTo>
                  <a:pt x="396316" y="1546606"/>
                </a:lnTo>
                <a:lnTo>
                  <a:pt x="401650" y="1530286"/>
                </a:lnTo>
                <a:lnTo>
                  <a:pt x="414388" y="1573098"/>
                </a:lnTo>
                <a:lnTo>
                  <a:pt x="420878" y="1594116"/>
                </a:lnTo>
                <a:lnTo>
                  <a:pt x="427532" y="1614652"/>
                </a:lnTo>
                <a:lnTo>
                  <a:pt x="445452" y="1641602"/>
                </a:lnTo>
                <a:lnTo>
                  <a:pt x="451243" y="1664754"/>
                </a:lnTo>
                <a:lnTo>
                  <a:pt x="457149" y="1687601"/>
                </a:lnTo>
                <a:lnTo>
                  <a:pt x="475373" y="1713598"/>
                </a:lnTo>
                <a:lnTo>
                  <a:pt x="488137" y="1756333"/>
                </a:lnTo>
                <a:lnTo>
                  <a:pt x="563346" y="1894166"/>
                </a:lnTo>
                <a:lnTo>
                  <a:pt x="596125" y="1957412"/>
                </a:lnTo>
                <a:lnTo>
                  <a:pt x="612648" y="1988642"/>
                </a:lnTo>
                <a:lnTo>
                  <a:pt x="629323" y="2019401"/>
                </a:lnTo>
                <a:lnTo>
                  <a:pt x="657847" y="2054783"/>
                </a:lnTo>
                <a:lnTo>
                  <a:pt x="674446" y="2085759"/>
                </a:lnTo>
                <a:lnTo>
                  <a:pt x="703224" y="2120354"/>
                </a:lnTo>
                <a:lnTo>
                  <a:pt x="728370" y="2166074"/>
                </a:lnTo>
                <a:lnTo>
                  <a:pt x="736815" y="2181123"/>
                </a:lnTo>
                <a:lnTo>
                  <a:pt x="745363" y="2195855"/>
                </a:lnTo>
                <a:lnTo>
                  <a:pt x="754062" y="2210130"/>
                </a:lnTo>
                <a:lnTo>
                  <a:pt x="784720" y="2238959"/>
                </a:lnTo>
                <a:lnTo>
                  <a:pt x="803630" y="2262886"/>
                </a:lnTo>
                <a:lnTo>
                  <a:pt x="822731" y="2286203"/>
                </a:lnTo>
                <a:lnTo>
                  <a:pt x="841946" y="2309203"/>
                </a:lnTo>
                <a:lnTo>
                  <a:pt x="863244" y="2325763"/>
                </a:lnTo>
                <a:lnTo>
                  <a:pt x="872693" y="2337765"/>
                </a:lnTo>
                <a:lnTo>
                  <a:pt x="894613" y="2352446"/>
                </a:lnTo>
                <a:lnTo>
                  <a:pt x="905078" y="2361298"/>
                </a:lnTo>
                <a:lnTo>
                  <a:pt x="928357" y="2371852"/>
                </a:lnTo>
                <a:lnTo>
                  <a:pt x="940066" y="2376894"/>
                </a:lnTo>
                <a:lnTo>
                  <a:pt x="964057" y="2385250"/>
                </a:lnTo>
                <a:lnTo>
                  <a:pt x="975880" y="2389987"/>
                </a:lnTo>
                <a:lnTo>
                  <a:pt x="987945" y="2393924"/>
                </a:lnTo>
                <a:lnTo>
                  <a:pt x="989037" y="2390584"/>
                </a:lnTo>
                <a:lnTo>
                  <a:pt x="1004379" y="2384539"/>
                </a:lnTo>
                <a:lnTo>
                  <a:pt x="1019606" y="2378811"/>
                </a:lnTo>
                <a:lnTo>
                  <a:pt x="1046708" y="2377656"/>
                </a:lnTo>
                <a:lnTo>
                  <a:pt x="1061427" y="2373490"/>
                </a:lnTo>
                <a:lnTo>
                  <a:pt x="1104531" y="2364257"/>
                </a:lnTo>
                <a:lnTo>
                  <a:pt x="1148753" y="2351570"/>
                </a:lnTo>
                <a:lnTo>
                  <a:pt x="1193596" y="2337003"/>
                </a:lnTo>
                <a:lnTo>
                  <a:pt x="1238542" y="2322118"/>
                </a:lnTo>
                <a:lnTo>
                  <a:pt x="1238783" y="2321369"/>
                </a:lnTo>
                <a:lnTo>
                  <a:pt x="1250950" y="2325014"/>
                </a:lnTo>
                <a:lnTo>
                  <a:pt x="1263218" y="2328354"/>
                </a:lnTo>
                <a:lnTo>
                  <a:pt x="1263777" y="2326652"/>
                </a:lnTo>
                <a:lnTo>
                  <a:pt x="1277264" y="2326259"/>
                </a:lnTo>
                <a:lnTo>
                  <a:pt x="1278991" y="2320975"/>
                </a:lnTo>
                <a:lnTo>
                  <a:pt x="1516253" y="1594688"/>
                </a:lnTo>
                <a:lnTo>
                  <a:pt x="1522387" y="1616837"/>
                </a:lnTo>
                <a:lnTo>
                  <a:pt x="1509217" y="1616240"/>
                </a:lnTo>
                <a:lnTo>
                  <a:pt x="1278991" y="2320975"/>
                </a:lnTo>
                <a:lnTo>
                  <a:pt x="1292987" y="2319020"/>
                </a:lnTo>
                <a:lnTo>
                  <a:pt x="1295019" y="2312797"/>
                </a:lnTo>
                <a:lnTo>
                  <a:pt x="1325079" y="2302586"/>
                </a:lnTo>
                <a:lnTo>
                  <a:pt x="1373517" y="2276995"/>
                </a:lnTo>
                <a:lnTo>
                  <a:pt x="1391500" y="2262848"/>
                </a:lnTo>
                <a:lnTo>
                  <a:pt x="1422120" y="2250922"/>
                </a:lnTo>
                <a:lnTo>
                  <a:pt x="1440980" y="2234107"/>
                </a:lnTo>
                <a:lnTo>
                  <a:pt x="1460855" y="2214156"/>
                </a:lnTo>
                <a:lnTo>
                  <a:pt x="1512570" y="2055850"/>
                </a:lnTo>
                <a:lnTo>
                  <a:pt x="1506423" y="2033765"/>
                </a:lnTo>
                <a:lnTo>
                  <a:pt x="1515160" y="2007006"/>
                </a:lnTo>
                <a:lnTo>
                  <a:pt x="1528330" y="2007590"/>
                </a:lnTo>
                <a:lnTo>
                  <a:pt x="1517281" y="2000542"/>
                </a:lnTo>
                <a:lnTo>
                  <a:pt x="1507401" y="1989874"/>
                </a:lnTo>
                <a:lnTo>
                  <a:pt x="1520037" y="1951189"/>
                </a:lnTo>
                <a:lnTo>
                  <a:pt x="1514614" y="1926882"/>
                </a:lnTo>
                <a:lnTo>
                  <a:pt x="1509356" y="1902104"/>
                </a:lnTo>
                <a:lnTo>
                  <a:pt x="1516265" y="1880958"/>
                </a:lnTo>
                <a:lnTo>
                  <a:pt x="1511147" y="1855711"/>
                </a:lnTo>
                <a:lnTo>
                  <a:pt x="1517154" y="1837321"/>
                </a:lnTo>
                <a:lnTo>
                  <a:pt x="1525955" y="1851291"/>
                </a:lnTo>
                <a:lnTo>
                  <a:pt x="1526501" y="1849628"/>
                </a:lnTo>
                <a:lnTo>
                  <a:pt x="1539113" y="1851888"/>
                </a:lnTo>
                <a:lnTo>
                  <a:pt x="1533055" y="1759597"/>
                </a:lnTo>
                <a:lnTo>
                  <a:pt x="1533055" y="1829536"/>
                </a:lnTo>
                <a:lnTo>
                  <a:pt x="1532509" y="1831213"/>
                </a:lnTo>
                <a:lnTo>
                  <a:pt x="1519897" y="1828939"/>
                </a:lnTo>
                <a:lnTo>
                  <a:pt x="1524215" y="1815719"/>
                </a:lnTo>
                <a:lnTo>
                  <a:pt x="1523695" y="1796859"/>
                </a:lnTo>
                <a:lnTo>
                  <a:pt x="1525409" y="1812061"/>
                </a:lnTo>
                <a:lnTo>
                  <a:pt x="1533055" y="1829536"/>
                </a:lnTo>
                <a:lnTo>
                  <a:pt x="1533055" y="1759597"/>
                </a:lnTo>
                <a:lnTo>
                  <a:pt x="1532407" y="1749729"/>
                </a:lnTo>
                <a:lnTo>
                  <a:pt x="1542249" y="1719605"/>
                </a:lnTo>
                <a:lnTo>
                  <a:pt x="1530184" y="1715655"/>
                </a:lnTo>
                <a:lnTo>
                  <a:pt x="1527492" y="1723885"/>
                </a:lnTo>
                <a:lnTo>
                  <a:pt x="1527492" y="1764766"/>
                </a:lnTo>
                <a:lnTo>
                  <a:pt x="1523174" y="1778000"/>
                </a:lnTo>
                <a:lnTo>
                  <a:pt x="1516519" y="1757476"/>
                </a:lnTo>
                <a:lnTo>
                  <a:pt x="1517611" y="1754136"/>
                </a:lnTo>
                <a:lnTo>
                  <a:pt x="1527492" y="1764766"/>
                </a:lnTo>
                <a:lnTo>
                  <a:pt x="1527492" y="1723885"/>
                </a:lnTo>
                <a:lnTo>
                  <a:pt x="1526349" y="1727365"/>
                </a:lnTo>
                <a:lnTo>
                  <a:pt x="1509471" y="1697266"/>
                </a:lnTo>
                <a:lnTo>
                  <a:pt x="1505572" y="1668297"/>
                </a:lnTo>
                <a:lnTo>
                  <a:pt x="1516367" y="1635252"/>
                </a:lnTo>
                <a:lnTo>
                  <a:pt x="1526260" y="1645869"/>
                </a:lnTo>
                <a:lnTo>
                  <a:pt x="1534121" y="1621790"/>
                </a:lnTo>
                <a:lnTo>
                  <a:pt x="1529143" y="1596123"/>
                </a:lnTo>
                <a:lnTo>
                  <a:pt x="1522018" y="1577047"/>
                </a:lnTo>
                <a:lnTo>
                  <a:pt x="1513649" y="1570583"/>
                </a:lnTo>
                <a:lnTo>
                  <a:pt x="1513649" y="1578800"/>
                </a:lnTo>
                <a:lnTo>
                  <a:pt x="1508620" y="1577162"/>
                </a:lnTo>
                <a:lnTo>
                  <a:pt x="1508074" y="1578825"/>
                </a:lnTo>
                <a:lnTo>
                  <a:pt x="1497101" y="1571536"/>
                </a:lnTo>
                <a:lnTo>
                  <a:pt x="1497647" y="1569872"/>
                </a:lnTo>
                <a:lnTo>
                  <a:pt x="1509306" y="1575066"/>
                </a:lnTo>
                <a:lnTo>
                  <a:pt x="1513649" y="1578800"/>
                </a:lnTo>
                <a:lnTo>
                  <a:pt x="1513649" y="1570583"/>
                </a:lnTo>
                <a:lnTo>
                  <a:pt x="1511350" y="1568792"/>
                </a:lnTo>
                <a:lnTo>
                  <a:pt x="1502232" y="1555813"/>
                </a:lnTo>
                <a:lnTo>
                  <a:pt x="1511312" y="1528038"/>
                </a:lnTo>
                <a:lnTo>
                  <a:pt x="1500873" y="1519085"/>
                </a:lnTo>
                <a:lnTo>
                  <a:pt x="1501419" y="1517408"/>
                </a:lnTo>
                <a:lnTo>
                  <a:pt x="1491792" y="1505991"/>
                </a:lnTo>
                <a:lnTo>
                  <a:pt x="1496263" y="1492288"/>
                </a:lnTo>
                <a:lnTo>
                  <a:pt x="1486027" y="1482750"/>
                </a:lnTo>
                <a:lnTo>
                  <a:pt x="1500276" y="1439100"/>
                </a:lnTo>
                <a:lnTo>
                  <a:pt x="1490891" y="1426946"/>
                </a:lnTo>
                <a:lnTo>
                  <a:pt x="1493431" y="1419161"/>
                </a:lnTo>
                <a:lnTo>
                  <a:pt x="1510804" y="1406893"/>
                </a:lnTo>
                <a:lnTo>
                  <a:pt x="1516621" y="1389062"/>
                </a:lnTo>
                <a:lnTo>
                  <a:pt x="1506258" y="1379905"/>
                </a:lnTo>
                <a:lnTo>
                  <a:pt x="1509471" y="1370063"/>
                </a:lnTo>
                <a:lnTo>
                  <a:pt x="1498498" y="1362773"/>
                </a:lnTo>
                <a:lnTo>
                  <a:pt x="1487957" y="1354124"/>
                </a:lnTo>
                <a:lnTo>
                  <a:pt x="1503908" y="1305306"/>
                </a:lnTo>
                <a:lnTo>
                  <a:pt x="1514182" y="1314729"/>
                </a:lnTo>
                <a:lnTo>
                  <a:pt x="1512709" y="1319276"/>
                </a:lnTo>
                <a:lnTo>
                  <a:pt x="1523288" y="1327772"/>
                </a:lnTo>
                <a:lnTo>
                  <a:pt x="1531607" y="1302308"/>
                </a:lnTo>
                <a:lnTo>
                  <a:pt x="1523873" y="1285100"/>
                </a:lnTo>
                <a:lnTo>
                  <a:pt x="1528013" y="1272438"/>
                </a:lnTo>
                <a:lnTo>
                  <a:pt x="1522082" y="1249667"/>
                </a:lnTo>
                <a:lnTo>
                  <a:pt x="1528229" y="1230845"/>
                </a:lnTo>
                <a:lnTo>
                  <a:pt x="1522310" y="1208087"/>
                </a:lnTo>
                <a:lnTo>
                  <a:pt x="1514246" y="1232763"/>
                </a:lnTo>
                <a:lnTo>
                  <a:pt x="1502727" y="1227137"/>
                </a:lnTo>
                <a:lnTo>
                  <a:pt x="1506423" y="1215796"/>
                </a:lnTo>
                <a:lnTo>
                  <a:pt x="1496529" y="1205217"/>
                </a:lnTo>
                <a:lnTo>
                  <a:pt x="1517434" y="1141222"/>
                </a:lnTo>
                <a:lnTo>
                  <a:pt x="1527314" y="1151864"/>
                </a:lnTo>
                <a:lnTo>
                  <a:pt x="1531543" y="1138923"/>
                </a:lnTo>
                <a:lnTo>
                  <a:pt x="1526374" y="1113840"/>
                </a:lnTo>
                <a:lnTo>
                  <a:pt x="1541894" y="1066330"/>
                </a:lnTo>
                <a:lnTo>
                  <a:pt x="1531937" y="1055928"/>
                </a:lnTo>
                <a:lnTo>
                  <a:pt x="1545805" y="1013472"/>
                </a:lnTo>
                <a:lnTo>
                  <a:pt x="1532089" y="1014552"/>
                </a:lnTo>
                <a:lnTo>
                  <a:pt x="1531543" y="1016228"/>
                </a:lnTo>
                <a:lnTo>
                  <a:pt x="1518373" y="1015631"/>
                </a:lnTo>
                <a:lnTo>
                  <a:pt x="1526679" y="990219"/>
                </a:lnTo>
                <a:lnTo>
                  <a:pt x="1756664" y="286207"/>
                </a:lnTo>
                <a:close/>
              </a:path>
              <a:path w="2118994" h="2446654">
                <a:moveTo>
                  <a:pt x="1838693" y="518528"/>
                </a:moveTo>
                <a:lnTo>
                  <a:pt x="1837575" y="516305"/>
                </a:lnTo>
                <a:lnTo>
                  <a:pt x="1835899" y="515759"/>
                </a:lnTo>
                <a:lnTo>
                  <a:pt x="1837029" y="517982"/>
                </a:lnTo>
                <a:lnTo>
                  <a:pt x="1838693" y="518528"/>
                </a:lnTo>
                <a:close/>
              </a:path>
              <a:path w="2118994" h="2446654">
                <a:moveTo>
                  <a:pt x="2118753" y="1222692"/>
                </a:moveTo>
                <a:lnTo>
                  <a:pt x="2118182" y="406501"/>
                </a:lnTo>
                <a:lnTo>
                  <a:pt x="2118017" y="161645"/>
                </a:lnTo>
                <a:lnTo>
                  <a:pt x="2105901" y="198716"/>
                </a:lnTo>
                <a:lnTo>
                  <a:pt x="2105736" y="240118"/>
                </a:lnTo>
                <a:lnTo>
                  <a:pt x="2093442" y="277736"/>
                </a:lnTo>
                <a:lnTo>
                  <a:pt x="2089505" y="330682"/>
                </a:lnTo>
                <a:lnTo>
                  <a:pt x="2073579" y="379463"/>
                </a:lnTo>
                <a:lnTo>
                  <a:pt x="2069744" y="432092"/>
                </a:lnTo>
                <a:lnTo>
                  <a:pt x="2053805" y="480860"/>
                </a:lnTo>
                <a:lnTo>
                  <a:pt x="2049868" y="533819"/>
                </a:lnTo>
                <a:lnTo>
                  <a:pt x="2028215" y="600113"/>
                </a:lnTo>
                <a:lnTo>
                  <a:pt x="2018220" y="671601"/>
                </a:lnTo>
                <a:lnTo>
                  <a:pt x="1989302" y="801014"/>
                </a:lnTo>
                <a:lnTo>
                  <a:pt x="1988210" y="804367"/>
                </a:lnTo>
                <a:lnTo>
                  <a:pt x="1979739" y="789393"/>
                </a:lnTo>
                <a:lnTo>
                  <a:pt x="1971167" y="774725"/>
                </a:lnTo>
                <a:lnTo>
                  <a:pt x="1950529" y="756119"/>
                </a:lnTo>
                <a:lnTo>
                  <a:pt x="1942058" y="741146"/>
                </a:lnTo>
                <a:lnTo>
                  <a:pt x="1937753" y="754316"/>
                </a:lnTo>
                <a:lnTo>
                  <a:pt x="1948103" y="763524"/>
                </a:lnTo>
                <a:lnTo>
                  <a:pt x="1945932" y="770191"/>
                </a:lnTo>
                <a:lnTo>
                  <a:pt x="1934997" y="762762"/>
                </a:lnTo>
                <a:lnTo>
                  <a:pt x="1935975" y="759764"/>
                </a:lnTo>
                <a:lnTo>
                  <a:pt x="1924786" y="753122"/>
                </a:lnTo>
                <a:lnTo>
                  <a:pt x="1913547" y="746645"/>
                </a:lnTo>
                <a:lnTo>
                  <a:pt x="1926780" y="747026"/>
                </a:lnTo>
                <a:lnTo>
                  <a:pt x="1929307" y="739292"/>
                </a:lnTo>
                <a:lnTo>
                  <a:pt x="1943150" y="737806"/>
                </a:lnTo>
                <a:lnTo>
                  <a:pt x="1935099" y="721575"/>
                </a:lnTo>
                <a:lnTo>
                  <a:pt x="1926932" y="705650"/>
                </a:lnTo>
                <a:lnTo>
                  <a:pt x="1918766" y="689737"/>
                </a:lnTo>
                <a:lnTo>
                  <a:pt x="1908708" y="679653"/>
                </a:lnTo>
                <a:lnTo>
                  <a:pt x="1898637" y="669569"/>
                </a:lnTo>
                <a:lnTo>
                  <a:pt x="1894725" y="681558"/>
                </a:lnTo>
                <a:lnTo>
                  <a:pt x="1904898" y="691286"/>
                </a:lnTo>
                <a:lnTo>
                  <a:pt x="1900859" y="703643"/>
                </a:lnTo>
                <a:lnTo>
                  <a:pt x="1890369" y="694867"/>
                </a:lnTo>
                <a:lnTo>
                  <a:pt x="1893176" y="686295"/>
                </a:lnTo>
                <a:lnTo>
                  <a:pt x="1882686" y="677494"/>
                </a:lnTo>
                <a:lnTo>
                  <a:pt x="1889848" y="655586"/>
                </a:lnTo>
                <a:lnTo>
                  <a:pt x="1883244" y="634911"/>
                </a:lnTo>
                <a:lnTo>
                  <a:pt x="1882838" y="636143"/>
                </a:lnTo>
                <a:lnTo>
                  <a:pt x="1871649" y="629500"/>
                </a:lnTo>
                <a:lnTo>
                  <a:pt x="1876628" y="614235"/>
                </a:lnTo>
                <a:lnTo>
                  <a:pt x="1866201" y="605269"/>
                </a:lnTo>
                <a:lnTo>
                  <a:pt x="1868932" y="596912"/>
                </a:lnTo>
                <a:lnTo>
                  <a:pt x="1859051" y="586270"/>
                </a:lnTo>
                <a:lnTo>
                  <a:pt x="1857413" y="591286"/>
                </a:lnTo>
                <a:lnTo>
                  <a:pt x="1845424" y="587082"/>
                </a:lnTo>
                <a:lnTo>
                  <a:pt x="1833727" y="581990"/>
                </a:lnTo>
                <a:lnTo>
                  <a:pt x="1821738" y="577786"/>
                </a:lnTo>
                <a:lnTo>
                  <a:pt x="1824469" y="569429"/>
                </a:lnTo>
                <a:lnTo>
                  <a:pt x="1848612" y="577316"/>
                </a:lnTo>
                <a:lnTo>
                  <a:pt x="1851342" y="568947"/>
                </a:lnTo>
                <a:lnTo>
                  <a:pt x="1837042" y="530948"/>
                </a:lnTo>
                <a:lnTo>
                  <a:pt x="1829892" y="511949"/>
                </a:lnTo>
                <a:lnTo>
                  <a:pt x="1826602" y="521982"/>
                </a:lnTo>
                <a:lnTo>
                  <a:pt x="1817814" y="508000"/>
                </a:lnTo>
                <a:lnTo>
                  <a:pt x="1822183" y="494614"/>
                </a:lnTo>
                <a:lnTo>
                  <a:pt x="1815960" y="472795"/>
                </a:lnTo>
                <a:lnTo>
                  <a:pt x="1820773" y="458050"/>
                </a:lnTo>
                <a:lnTo>
                  <a:pt x="1813102" y="440613"/>
                </a:lnTo>
                <a:lnTo>
                  <a:pt x="1805647" y="422554"/>
                </a:lnTo>
                <a:lnTo>
                  <a:pt x="1797316" y="407162"/>
                </a:lnTo>
                <a:lnTo>
                  <a:pt x="1788464" y="393344"/>
                </a:lnTo>
                <a:lnTo>
                  <a:pt x="1779422" y="380136"/>
                </a:lnTo>
                <a:lnTo>
                  <a:pt x="1770468" y="366636"/>
                </a:lnTo>
                <a:lnTo>
                  <a:pt x="1776831" y="347154"/>
                </a:lnTo>
                <a:lnTo>
                  <a:pt x="1767357" y="335292"/>
                </a:lnTo>
                <a:lnTo>
                  <a:pt x="1772069" y="320865"/>
                </a:lnTo>
                <a:lnTo>
                  <a:pt x="1760537" y="315252"/>
                </a:lnTo>
                <a:lnTo>
                  <a:pt x="1759445" y="318592"/>
                </a:lnTo>
                <a:lnTo>
                  <a:pt x="1747380" y="314642"/>
                </a:lnTo>
                <a:lnTo>
                  <a:pt x="1526679" y="990219"/>
                </a:lnTo>
                <a:lnTo>
                  <a:pt x="1539735" y="991133"/>
                </a:lnTo>
                <a:lnTo>
                  <a:pt x="1556677" y="939279"/>
                </a:lnTo>
                <a:lnTo>
                  <a:pt x="1565986" y="951687"/>
                </a:lnTo>
                <a:lnTo>
                  <a:pt x="1575485" y="963472"/>
                </a:lnTo>
                <a:lnTo>
                  <a:pt x="1573136" y="970686"/>
                </a:lnTo>
                <a:lnTo>
                  <a:pt x="1583067" y="981214"/>
                </a:lnTo>
                <a:lnTo>
                  <a:pt x="1603121" y="1001623"/>
                </a:lnTo>
                <a:lnTo>
                  <a:pt x="1611147" y="1017930"/>
                </a:lnTo>
                <a:lnTo>
                  <a:pt x="1619288" y="1033919"/>
                </a:lnTo>
                <a:lnTo>
                  <a:pt x="1639646" y="1053388"/>
                </a:lnTo>
                <a:lnTo>
                  <a:pt x="1659204" y="1075321"/>
                </a:lnTo>
                <a:lnTo>
                  <a:pt x="1678711" y="1097394"/>
                </a:lnTo>
                <a:lnTo>
                  <a:pt x="1698320" y="1119162"/>
                </a:lnTo>
                <a:lnTo>
                  <a:pt x="1718183" y="1140155"/>
                </a:lnTo>
                <a:lnTo>
                  <a:pt x="1738922" y="1158468"/>
                </a:lnTo>
                <a:lnTo>
                  <a:pt x="1760118" y="1175372"/>
                </a:lnTo>
                <a:lnTo>
                  <a:pt x="1769554" y="1187399"/>
                </a:lnTo>
                <a:lnTo>
                  <a:pt x="1802333" y="1209763"/>
                </a:lnTo>
                <a:lnTo>
                  <a:pt x="1837321" y="1225359"/>
                </a:lnTo>
                <a:lnTo>
                  <a:pt x="1885607" y="1241132"/>
                </a:lnTo>
                <a:lnTo>
                  <a:pt x="1898218" y="1243406"/>
                </a:lnTo>
                <a:lnTo>
                  <a:pt x="1922437" y="1251077"/>
                </a:lnTo>
                <a:lnTo>
                  <a:pt x="1934984" y="1253566"/>
                </a:lnTo>
                <a:lnTo>
                  <a:pt x="1960435" y="1257477"/>
                </a:lnTo>
                <a:lnTo>
                  <a:pt x="1975027" y="1253680"/>
                </a:lnTo>
                <a:lnTo>
                  <a:pt x="1989886" y="1249108"/>
                </a:lnTo>
                <a:lnTo>
                  <a:pt x="2031466" y="1244523"/>
                </a:lnTo>
                <a:lnTo>
                  <a:pt x="2046325" y="1239939"/>
                </a:lnTo>
                <a:lnTo>
                  <a:pt x="2076284" y="1230007"/>
                </a:lnTo>
                <a:lnTo>
                  <a:pt x="2118753" y="1222692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66" y="75"/>
            <a:ext cx="2707640" cy="2416810"/>
          </a:xfrm>
          <a:custGeom>
            <a:avLst/>
            <a:gdLst/>
            <a:ahLst/>
            <a:cxnLst/>
            <a:rect l="l" t="t" r="r" b="b"/>
            <a:pathLst>
              <a:path w="2707640" h="2416810">
                <a:moveTo>
                  <a:pt x="458431" y="1713738"/>
                </a:moveTo>
                <a:lnTo>
                  <a:pt x="457962" y="1711147"/>
                </a:lnTo>
                <a:lnTo>
                  <a:pt x="456438" y="1710080"/>
                </a:lnTo>
                <a:lnTo>
                  <a:pt x="456895" y="1712671"/>
                </a:lnTo>
                <a:lnTo>
                  <a:pt x="458431" y="1713738"/>
                </a:lnTo>
                <a:close/>
              </a:path>
              <a:path w="2707640" h="2416810">
                <a:moveTo>
                  <a:pt x="1043952" y="935850"/>
                </a:moveTo>
                <a:lnTo>
                  <a:pt x="1031125" y="942809"/>
                </a:lnTo>
                <a:lnTo>
                  <a:pt x="1025867" y="953566"/>
                </a:lnTo>
                <a:lnTo>
                  <a:pt x="1023099" y="965644"/>
                </a:lnTo>
                <a:lnTo>
                  <a:pt x="1017739" y="976553"/>
                </a:lnTo>
                <a:lnTo>
                  <a:pt x="1020800" y="978687"/>
                </a:lnTo>
                <a:lnTo>
                  <a:pt x="1023391" y="978242"/>
                </a:lnTo>
                <a:lnTo>
                  <a:pt x="1026452" y="980376"/>
                </a:lnTo>
                <a:lnTo>
                  <a:pt x="1043952" y="935850"/>
                </a:lnTo>
                <a:close/>
              </a:path>
              <a:path w="2707640" h="2416810">
                <a:moveTo>
                  <a:pt x="1060653" y="886802"/>
                </a:moveTo>
                <a:lnTo>
                  <a:pt x="1058697" y="880033"/>
                </a:lnTo>
                <a:lnTo>
                  <a:pt x="1049997" y="871956"/>
                </a:lnTo>
                <a:lnTo>
                  <a:pt x="1042657" y="901623"/>
                </a:lnTo>
                <a:lnTo>
                  <a:pt x="1040879" y="910983"/>
                </a:lnTo>
                <a:lnTo>
                  <a:pt x="1055001" y="895896"/>
                </a:lnTo>
                <a:lnTo>
                  <a:pt x="1060653" y="886802"/>
                </a:lnTo>
                <a:close/>
              </a:path>
              <a:path w="2707640" h="2416810">
                <a:moveTo>
                  <a:pt x="1096340" y="809002"/>
                </a:moveTo>
                <a:lnTo>
                  <a:pt x="1094803" y="807935"/>
                </a:lnTo>
                <a:lnTo>
                  <a:pt x="1094346" y="805345"/>
                </a:lnTo>
                <a:lnTo>
                  <a:pt x="1092822" y="804278"/>
                </a:lnTo>
                <a:lnTo>
                  <a:pt x="1089152" y="806246"/>
                </a:lnTo>
                <a:lnTo>
                  <a:pt x="1086561" y="806704"/>
                </a:lnTo>
                <a:lnTo>
                  <a:pt x="1082903" y="808685"/>
                </a:lnTo>
                <a:lnTo>
                  <a:pt x="1087018" y="809294"/>
                </a:lnTo>
                <a:lnTo>
                  <a:pt x="1092212" y="808393"/>
                </a:lnTo>
                <a:lnTo>
                  <a:pt x="1096340" y="809002"/>
                </a:lnTo>
                <a:close/>
              </a:path>
              <a:path w="2707640" h="2416810">
                <a:moveTo>
                  <a:pt x="1126363" y="618312"/>
                </a:moveTo>
                <a:lnTo>
                  <a:pt x="1124051" y="603567"/>
                </a:lnTo>
                <a:lnTo>
                  <a:pt x="1119936" y="602957"/>
                </a:lnTo>
                <a:lnTo>
                  <a:pt x="1118400" y="601891"/>
                </a:lnTo>
                <a:lnTo>
                  <a:pt x="1115809" y="602348"/>
                </a:lnTo>
                <a:lnTo>
                  <a:pt x="1113904" y="616699"/>
                </a:lnTo>
                <a:lnTo>
                  <a:pt x="1111377" y="631037"/>
                </a:lnTo>
                <a:lnTo>
                  <a:pt x="1105789" y="658926"/>
                </a:lnTo>
                <a:lnTo>
                  <a:pt x="1107325" y="659993"/>
                </a:lnTo>
                <a:lnTo>
                  <a:pt x="1111440" y="660603"/>
                </a:lnTo>
                <a:lnTo>
                  <a:pt x="1114044" y="660158"/>
                </a:lnTo>
                <a:lnTo>
                  <a:pt x="1115517" y="645502"/>
                </a:lnTo>
                <a:lnTo>
                  <a:pt x="1121562" y="631926"/>
                </a:lnTo>
                <a:lnTo>
                  <a:pt x="1126363" y="618312"/>
                </a:lnTo>
                <a:close/>
              </a:path>
              <a:path w="2707640" h="2416810">
                <a:moveTo>
                  <a:pt x="1164907" y="491363"/>
                </a:moveTo>
                <a:lnTo>
                  <a:pt x="1163739" y="493039"/>
                </a:lnTo>
                <a:lnTo>
                  <a:pt x="1163396" y="494741"/>
                </a:lnTo>
                <a:lnTo>
                  <a:pt x="1164907" y="491363"/>
                </a:lnTo>
                <a:close/>
              </a:path>
              <a:path w="2707640" h="2416810">
                <a:moveTo>
                  <a:pt x="1718157" y="717410"/>
                </a:moveTo>
                <a:lnTo>
                  <a:pt x="1688693" y="717232"/>
                </a:lnTo>
                <a:lnTo>
                  <a:pt x="1696351" y="745299"/>
                </a:lnTo>
                <a:lnTo>
                  <a:pt x="1698485" y="742251"/>
                </a:lnTo>
                <a:lnTo>
                  <a:pt x="1704746" y="739825"/>
                </a:lnTo>
                <a:lnTo>
                  <a:pt x="1709470" y="736320"/>
                </a:lnTo>
                <a:lnTo>
                  <a:pt x="1712214" y="729157"/>
                </a:lnTo>
                <a:lnTo>
                  <a:pt x="1715414" y="724585"/>
                </a:lnTo>
                <a:lnTo>
                  <a:pt x="1718157" y="717410"/>
                </a:lnTo>
                <a:close/>
              </a:path>
              <a:path w="2707640" h="2416810">
                <a:moveTo>
                  <a:pt x="1803577" y="1417091"/>
                </a:moveTo>
                <a:lnTo>
                  <a:pt x="1784477" y="1422247"/>
                </a:lnTo>
                <a:lnTo>
                  <a:pt x="1785175" y="1443380"/>
                </a:lnTo>
                <a:lnTo>
                  <a:pt x="1803577" y="1417091"/>
                </a:lnTo>
                <a:close/>
              </a:path>
              <a:path w="2707640" h="2416810">
                <a:moveTo>
                  <a:pt x="2374633" y="3441"/>
                </a:moveTo>
                <a:lnTo>
                  <a:pt x="2361539" y="0"/>
                </a:lnTo>
                <a:lnTo>
                  <a:pt x="2367229" y="5689"/>
                </a:lnTo>
                <a:lnTo>
                  <a:pt x="2373084" y="5664"/>
                </a:lnTo>
                <a:lnTo>
                  <a:pt x="2374633" y="3441"/>
                </a:lnTo>
                <a:close/>
              </a:path>
              <a:path w="2707640" h="2416810">
                <a:moveTo>
                  <a:pt x="2707043" y="148666"/>
                </a:moveTo>
                <a:lnTo>
                  <a:pt x="2700007" y="92278"/>
                </a:lnTo>
                <a:lnTo>
                  <a:pt x="2702776" y="44043"/>
                </a:lnTo>
                <a:lnTo>
                  <a:pt x="2699855" y="3924"/>
                </a:lnTo>
                <a:lnTo>
                  <a:pt x="2373084" y="5664"/>
                </a:lnTo>
                <a:lnTo>
                  <a:pt x="2370658" y="9131"/>
                </a:lnTo>
                <a:lnTo>
                  <a:pt x="2367229" y="5689"/>
                </a:lnTo>
                <a:lnTo>
                  <a:pt x="2357513" y="5740"/>
                </a:lnTo>
                <a:lnTo>
                  <a:pt x="2358491" y="26492"/>
                </a:lnTo>
                <a:lnTo>
                  <a:pt x="2346248" y="43992"/>
                </a:lnTo>
                <a:lnTo>
                  <a:pt x="2344597" y="68491"/>
                </a:lnTo>
                <a:lnTo>
                  <a:pt x="2343442" y="92278"/>
                </a:lnTo>
                <a:lnTo>
                  <a:pt x="2352598" y="123494"/>
                </a:lnTo>
                <a:lnTo>
                  <a:pt x="2350655" y="192709"/>
                </a:lnTo>
                <a:lnTo>
                  <a:pt x="2347455" y="197281"/>
                </a:lnTo>
                <a:lnTo>
                  <a:pt x="2349855" y="216001"/>
                </a:lnTo>
                <a:lnTo>
                  <a:pt x="2344255" y="246138"/>
                </a:lnTo>
                <a:lnTo>
                  <a:pt x="2343721" y="246900"/>
                </a:lnTo>
                <a:lnTo>
                  <a:pt x="2362657" y="241998"/>
                </a:lnTo>
                <a:lnTo>
                  <a:pt x="2366924" y="235902"/>
                </a:lnTo>
                <a:lnTo>
                  <a:pt x="2372969" y="249415"/>
                </a:lnTo>
                <a:lnTo>
                  <a:pt x="2357056" y="272135"/>
                </a:lnTo>
                <a:lnTo>
                  <a:pt x="2348788" y="261810"/>
                </a:lnTo>
                <a:lnTo>
                  <a:pt x="2350922" y="258762"/>
                </a:lnTo>
                <a:lnTo>
                  <a:pt x="2343721" y="246900"/>
                </a:lnTo>
                <a:lnTo>
                  <a:pt x="2336254" y="257568"/>
                </a:lnTo>
                <a:lnTo>
                  <a:pt x="2339632" y="274878"/>
                </a:lnTo>
                <a:lnTo>
                  <a:pt x="2332913" y="284480"/>
                </a:lnTo>
                <a:lnTo>
                  <a:pt x="2336800" y="301078"/>
                </a:lnTo>
                <a:lnTo>
                  <a:pt x="2330386" y="310248"/>
                </a:lnTo>
                <a:lnTo>
                  <a:pt x="2332786" y="351104"/>
                </a:lnTo>
                <a:lnTo>
                  <a:pt x="2327186" y="425538"/>
                </a:lnTo>
                <a:lnTo>
                  <a:pt x="2319185" y="459105"/>
                </a:lnTo>
                <a:lnTo>
                  <a:pt x="2323173" y="497700"/>
                </a:lnTo>
                <a:lnTo>
                  <a:pt x="2309939" y="560908"/>
                </a:lnTo>
                <a:lnTo>
                  <a:pt x="2313330" y="600354"/>
                </a:lnTo>
                <a:lnTo>
                  <a:pt x="2287727" y="725512"/>
                </a:lnTo>
                <a:lnTo>
                  <a:pt x="2291092" y="764984"/>
                </a:lnTo>
                <a:lnTo>
                  <a:pt x="2277427" y="828802"/>
                </a:lnTo>
                <a:lnTo>
                  <a:pt x="2280793" y="868286"/>
                </a:lnTo>
                <a:lnTo>
                  <a:pt x="2267826" y="886802"/>
                </a:lnTo>
                <a:lnTo>
                  <a:pt x="2259723" y="964819"/>
                </a:lnTo>
                <a:lnTo>
                  <a:pt x="2242921" y="1055255"/>
                </a:lnTo>
                <a:lnTo>
                  <a:pt x="2232520" y="1070114"/>
                </a:lnTo>
                <a:lnTo>
                  <a:pt x="2232520" y="1114399"/>
                </a:lnTo>
                <a:lnTo>
                  <a:pt x="2222119" y="1129258"/>
                </a:lnTo>
                <a:lnTo>
                  <a:pt x="2223579" y="1082878"/>
                </a:lnTo>
                <a:lnTo>
                  <a:pt x="2224062" y="1060043"/>
                </a:lnTo>
                <a:lnTo>
                  <a:pt x="2213838" y="1030351"/>
                </a:lnTo>
                <a:lnTo>
                  <a:pt x="2217445" y="980922"/>
                </a:lnTo>
                <a:lnTo>
                  <a:pt x="2208682" y="949134"/>
                </a:lnTo>
                <a:lnTo>
                  <a:pt x="2209838" y="925347"/>
                </a:lnTo>
                <a:lnTo>
                  <a:pt x="2200846" y="871753"/>
                </a:lnTo>
                <a:lnTo>
                  <a:pt x="2172474" y="712965"/>
                </a:lnTo>
                <a:lnTo>
                  <a:pt x="2161146" y="640588"/>
                </a:lnTo>
                <a:lnTo>
                  <a:pt x="2144814" y="597471"/>
                </a:lnTo>
                <a:lnTo>
                  <a:pt x="2138591" y="562063"/>
                </a:lnTo>
                <a:lnTo>
                  <a:pt x="2132812" y="526046"/>
                </a:lnTo>
                <a:lnTo>
                  <a:pt x="2116315" y="483171"/>
                </a:lnTo>
                <a:lnTo>
                  <a:pt x="2099627" y="440575"/>
                </a:lnTo>
                <a:lnTo>
                  <a:pt x="2093239" y="405409"/>
                </a:lnTo>
                <a:lnTo>
                  <a:pt x="2079612" y="380580"/>
                </a:lnTo>
                <a:lnTo>
                  <a:pt x="2068957" y="329361"/>
                </a:lnTo>
                <a:lnTo>
                  <a:pt x="2038007" y="262839"/>
                </a:lnTo>
                <a:lnTo>
                  <a:pt x="2027047" y="234226"/>
                </a:lnTo>
                <a:lnTo>
                  <a:pt x="2015871" y="205892"/>
                </a:lnTo>
                <a:lnTo>
                  <a:pt x="2000592" y="183426"/>
                </a:lnTo>
                <a:lnTo>
                  <a:pt x="1995322" y="168808"/>
                </a:lnTo>
                <a:lnTo>
                  <a:pt x="1978850" y="148043"/>
                </a:lnTo>
                <a:lnTo>
                  <a:pt x="1961184" y="129006"/>
                </a:lnTo>
                <a:lnTo>
                  <a:pt x="1952472" y="119291"/>
                </a:lnTo>
                <a:lnTo>
                  <a:pt x="1932368" y="103720"/>
                </a:lnTo>
                <a:lnTo>
                  <a:pt x="1911858" y="88722"/>
                </a:lnTo>
                <a:lnTo>
                  <a:pt x="1901952" y="80733"/>
                </a:lnTo>
                <a:lnTo>
                  <a:pt x="1891550" y="73444"/>
                </a:lnTo>
                <a:lnTo>
                  <a:pt x="1889417" y="76492"/>
                </a:lnTo>
                <a:lnTo>
                  <a:pt x="1872640" y="78308"/>
                </a:lnTo>
                <a:lnTo>
                  <a:pt x="1856066" y="79832"/>
                </a:lnTo>
                <a:lnTo>
                  <a:pt x="1830311" y="73710"/>
                </a:lnTo>
                <a:lnTo>
                  <a:pt x="1830311" y="1511782"/>
                </a:lnTo>
                <a:lnTo>
                  <a:pt x="1821878" y="1523834"/>
                </a:lnTo>
                <a:lnTo>
                  <a:pt x="1827060" y="1538566"/>
                </a:lnTo>
                <a:lnTo>
                  <a:pt x="1809991" y="1518666"/>
                </a:lnTo>
                <a:lnTo>
                  <a:pt x="1811655" y="1516291"/>
                </a:lnTo>
                <a:lnTo>
                  <a:pt x="1803323" y="1506054"/>
                </a:lnTo>
                <a:lnTo>
                  <a:pt x="1815058" y="1489290"/>
                </a:lnTo>
                <a:lnTo>
                  <a:pt x="1825459" y="1496568"/>
                </a:lnTo>
                <a:lnTo>
                  <a:pt x="1823326" y="1499616"/>
                </a:lnTo>
                <a:lnTo>
                  <a:pt x="1830311" y="1511782"/>
                </a:lnTo>
                <a:lnTo>
                  <a:pt x="1830311" y="73710"/>
                </a:lnTo>
                <a:lnTo>
                  <a:pt x="1829498" y="73507"/>
                </a:lnTo>
                <a:lnTo>
                  <a:pt x="1813928" y="73609"/>
                </a:lnTo>
                <a:lnTo>
                  <a:pt x="1796630" y="72593"/>
                </a:lnTo>
                <a:lnTo>
                  <a:pt x="1796630" y="1006271"/>
                </a:lnTo>
                <a:lnTo>
                  <a:pt x="1784769" y="1001064"/>
                </a:lnTo>
                <a:lnTo>
                  <a:pt x="1773021" y="995705"/>
                </a:lnTo>
                <a:lnTo>
                  <a:pt x="1761058" y="990638"/>
                </a:lnTo>
                <a:lnTo>
                  <a:pt x="1748612" y="986282"/>
                </a:lnTo>
                <a:lnTo>
                  <a:pt x="1763636" y="986967"/>
                </a:lnTo>
                <a:lnTo>
                  <a:pt x="1782470" y="982205"/>
                </a:lnTo>
                <a:lnTo>
                  <a:pt x="1786483" y="976464"/>
                </a:lnTo>
                <a:lnTo>
                  <a:pt x="1792630" y="989838"/>
                </a:lnTo>
                <a:lnTo>
                  <a:pt x="1796630" y="1006271"/>
                </a:lnTo>
                <a:lnTo>
                  <a:pt x="1796630" y="72593"/>
                </a:lnTo>
                <a:lnTo>
                  <a:pt x="1769275" y="70954"/>
                </a:lnTo>
                <a:lnTo>
                  <a:pt x="1712023" y="64160"/>
                </a:lnTo>
                <a:lnTo>
                  <a:pt x="1663966" y="66357"/>
                </a:lnTo>
                <a:lnTo>
                  <a:pt x="1626120" y="76136"/>
                </a:lnTo>
                <a:lnTo>
                  <a:pt x="1615236" y="69545"/>
                </a:lnTo>
                <a:lnTo>
                  <a:pt x="1604645" y="62522"/>
                </a:lnTo>
                <a:lnTo>
                  <a:pt x="1593862" y="55791"/>
                </a:lnTo>
                <a:lnTo>
                  <a:pt x="1592783" y="57327"/>
                </a:lnTo>
                <a:lnTo>
                  <a:pt x="1579600" y="54000"/>
                </a:lnTo>
                <a:lnTo>
                  <a:pt x="1576235" y="58813"/>
                </a:lnTo>
                <a:lnTo>
                  <a:pt x="1562061" y="56908"/>
                </a:lnTo>
                <a:lnTo>
                  <a:pt x="1547698" y="55295"/>
                </a:lnTo>
                <a:lnTo>
                  <a:pt x="1525752" y="64490"/>
                </a:lnTo>
                <a:lnTo>
                  <a:pt x="1470672" y="76746"/>
                </a:lnTo>
                <a:lnTo>
                  <a:pt x="1448727" y="85940"/>
                </a:lnTo>
                <a:lnTo>
                  <a:pt x="1381239" y="93776"/>
                </a:lnTo>
                <a:lnTo>
                  <a:pt x="1266799" y="235089"/>
                </a:lnTo>
                <a:lnTo>
                  <a:pt x="1265034" y="259765"/>
                </a:lnTo>
                <a:lnTo>
                  <a:pt x="1236395" y="300672"/>
                </a:lnTo>
                <a:lnTo>
                  <a:pt x="1223860" y="296443"/>
                </a:lnTo>
                <a:lnTo>
                  <a:pt x="1233271" y="305142"/>
                </a:lnTo>
                <a:lnTo>
                  <a:pt x="1242682" y="313842"/>
                </a:lnTo>
                <a:lnTo>
                  <a:pt x="1238402" y="319963"/>
                </a:lnTo>
                <a:lnTo>
                  <a:pt x="1242314" y="336511"/>
                </a:lnTo>
                <a:lnTo>
                  <a:pt x="1211135" y="381038"/>
                </a:lnTo>
                <a:lnTo>
                  <a:pt x="1208252" y="407301"/>
                </a:lnTo>
                <a:lnTo>
                  <a:pt x="1201991" y="460552"/>
                </a:lnTo>
                <a:lnTo>
                  <a:pt x="1194917" y="470649"/>
                </a:lnTo>
                <a:lnTo>
                  <a:pt x="1180630" y="468922"/>
                </a:lnTo>
                <a:lnTo>
                  <a:pt x="1186256" y="460883"/>
                </a:lnTo>
                <a:lnTo>
                  <a:pt x="1174775" y="455129"/>
                </a:lnTo>
                <a:lnTo>
                  <a:pt x="1173708" y="456653"/>
                </a:lnTo>
                <a:lnTo>
                  <a:pt x="1164907" y="491363"/>
                </a:lnTo>
                <a:lnTo>
                  <a:pt x="1176629" y="474611"/>
                </a:lnTo>
                <a:lnTo>
                  <a:pt x="1176477" y="496989"/>
                </a:lnTo>
                <a:lnTo>
                  <a:pt x="1165352" y="535038"/>
                </a:lnTo>
                <a:lnTo>
                  <a:pt x="1165186" y="557415"/>
                </a:lnTo>
                <a:lnTo>
                  <a:pt x="1164120" y="558939"/>
                </a:lnTo>
                <a:lnTo>
                  <a:pt x="1153706" y="551662"/>
                </a:lnTo>
                <a:lnTo>
                  <a:pt x="1159040" y="544042"/>
                </a:lnTo>
                <a:lnTo>
                  <a:pt x="1157274" y="524421"/>
                </a:lnTo>
                <a:lnTo>
                  <a:pt x="1163396" y="494741"/>
                </a:lnTo>
                <a:lnTo>
                  <a:pt x="1136904" y="553516"/>
                </a:lnTo>
                <a:lnTo>
                  <a:pt x="1128102" y="588238"/>
                </a:lnTo>
                <a:lnTo>
                  <a:pt x="1129169" y="586714"/>
                </a:lnTo>
                <a:lnTo>
                  <a:pt x="1139571" y="594004"/>
                </a:lnTo>
                <a:lnTo>
                  <a:pt x="1145971" y="584860"/>
                </a:lnTo>
                <a:lnTo>
                  <a:pt x="1152613" y="619658"/>
                </a:lnTo>
                <a:lnTo>
                  <a:pt x="1147051" y="649757"/>
                </a:lnTo>
                <a:lnTo>
                  <a:pt x="1126769" y="678726"/>
                </a:lnTo>
                <a:lnTo>
                  <a:pt x="1126769" y="700862"/>
                </a:lnTo>
                <a:lnTo>
                  <a:pt x="1126248" y="701611"/>
                </a:lnTo>
                <a:lnTo>
                  <a:pt x="1126248" y="745909"/>
                </a:lnTo>
                <a:lnTo>
                  <a:pt x="1123048" y="750481"/>
                </a:lnTo>
                <a:lnTo>
                  <a:pt x="1113434" y="742061"/>
                </a:lnTo>
                <a:lnTo>
                  <a:pt x="1110437" y="737120"/>
                </a:lnTo>
                <a:lnTo>
                  <a:pt x="1114767" y="740156"/>
                </a:lnTo>
                <a:lnTo>
                  <a:pt x="1116901" y="737120"/>
                </a:lnTo>
                <a:lnTo>
                  <a:pt x="1126248" y="745909"/>
                </a:lnTo>
                <a:lnTo>
                  <a:pt x="1126248" y="701611"/>
                </a:lnTo>
                <a:lnTo>
                  <a:pt x="1113040" y="720483"/>
                </a:lnTo>
                <a:lnTo>
                  <a:pt x="1114234" y="696633"/>
                </a:lnTo>
                <a:lnTo>
                  <a:pt x="1126769" y="700862"/>
                </a:lnTo>
                <a:lnTo>
                  <a:pt x="1126769" y="678726"/>
                </a:lnTo>
                <a:lnTo>
                  <a:pt x="1125969" y="679856"/>
                </a:lnTo>
                <a:lnTo>
                  <a:pt x="1119835" y="666483"/>
                </a:lnTo>
                <a:lnTo>
                  <a:pt x="1104480" y="688416"/>
                </a:lnTo>
                <a:lnTo>
                  <a:pt x="1101026" y="715492"/>
                </a:lnTo>
                <a:lnTo>
                  <a:pt x="1101788" y="736561"/>
                </a:lnTo>
                <a:lnTo>
                  <a:pt x="1119835" y="755053"/>
                </a:lnTo>
                <a:lnTo>
                  <a:pt x="1096365" y="788593"/>
                </a:lnTo>
                <a:lnTo>
                  <a:pt x="1103566" y="800442"/>
                </a:lnTo>
                <a:lnTo>
                  <a:pt x="1102499" y="801966"/>
                </a:lnTo>
                <a:lnTo>
                  <a:pt x="1108138" y="816063"/>
                </a:lnTo>
                <a:lnTo>
                  <a:pt x="1103566" y="822591"/>
                </a:lnTo>
                <a:lnTo>
                  <a:pt x="1109802" y="835825"/>
                </a:lnTo>
                <a:lnTo>
                  <a:pt x="1101966" y="847013"/>
                </a:lnTo>
                <a:lnTo>
                  <a:pt x="1090498" y="841260"/>
                </a:lnTo>
                <a:lnTo>
                  <a:pt x="1080566" y="855459"/>
                </a:lnTo>
                <a:lnTo>
                  <a:pt x="1070495" y="847699"/>
                </a:lnTo>
                <a:lnTo>
                  <a:pt x="1076858" y="860742"/>
                </a:lnTo>
                <a:lnTo>
                  <a:pt x="1083030" y="874077"/>
                </a:lnTo>
                <a:lnTo>
                  <a:pt x="1088809" y="887971"/>
                </a:lnTo>
                <a:lnTo>
                  <a:pt x="1093978" y="902741"/>
                </a:lnTo>
                <a:lnTo>
                  <a:pt x="1078598" y="902550"/>
                </a:lnTo>
                <a:lnTo>
                  <a:pt x="1057859" y="910031"/>
                </a:lnTo>
                <a:lnTo>
                  <a:pt x="1046492" y="926274"/>
                </a:lnTo>
                <a:lnTo>
                  <a:pt x="1056894" y="933551"/>
                </a:lnTo>
                <a:lnTo>
                  <a:pt x="1050226" y="943089"/>
                </a:lnTo>
                <a:lnTo>
                  <a:pt x="1057694" y="954557"/>
                </a:lnTo>
                <a:lnTo>
                  <a:pt x="1055560" y="957605"/>
                </a:lnTo>
                <a:lnTo>
                  <a:pt x="1062964" y="969175"/>
                </a:lnTo>
                <a:lnTo>
                  <a:pt x="1035316" y="1008659"/>
                </a:lnTo>
                <a:lnTo>
                  <a:pt x="1027823" y="997229"/>
                </a:lnTo>
                <a:lnTo>
                  <a:pt x="1030719" y="993089"/>
                </a:lnTo>
                <a:lnTo>
                  <a:pt x="1023823" y="980808"/>
                </a:lnTo>
                <a:lnTo>
                  <a:pt x="1013345" y="995756"/>
                </a:lnTo>
                <a:lnTo>
                  <a:pt x="1014476" y="1016292"/>
                </a:lnTo>
                <a:lnTo>
                  <a:pt x="1006017" y="1028382"/>
                </a:lnTo>
                <a:lnTo>
                  <a:pt x="1008341" y="1047191"/>
                </a:lnTo>
                <a:lnTo>
                  <a:pt x="996340" y="1064336"/>
                </a:lnTo>
                <a:lnTo>
                  <a:pt x="994740" y="1088771"/>
                </a:lnTo>
                <a:lnTo>
                  <a:pt x="982738" y="1105916"/>
                </a:lnTo>
                <a:lnTo>
                  <a:pt x="981138" y="1130350"/>
                </a:lnTo>
                <a:lnTo>
                  <a:pt x="999197" y="1104557"/>
                </a:lnTo>
                <a:lnTo>
                  <a:pt x="1000607" y="1080389"/>
                </a:lnTo>
                <a:lnTo>
                  <a:pt x="1008888" y="1090714"/>
                </a:lnTo>
                <a:lnTo>
                  <a:pt x="1007821" y="1092238"/>
                </a:lnTo>
                <a:lnTo>
                  <a:pt x="1015022" y="1104099"/>
                </a:lnTo>
                <a:lnTo>
                  <a:pt x="1002118" y="1122527"/>
                </a:lnTo>
                <a:lnTo>
                  <a:pt x="1007287" y="1137297"/>
                </a:lnTo>
                <a:lnTo>
                  <a:pt x="976337" y="1181493"/>
                </a:lnTo>
                <a:lnTo>
                  <a:pt x="970203" y="1168120"/>
                </a:lnTo>
                <a:lnTo>
                  <a:pt x="973404" y="1163535"/>
                </a:lnTo>
                <a:lnTo>
                  <a:pt x="965136" y="1153210"/>
                </a:lnTo>
                <a:lnTo>
                  <a:pt x="961948" y="1179906"/>
                </a:lnTo>
                <a:lnTo>
                  <a:pt x="948461" y="1199172"/>
                </a:lnTo>
                <a:lnTo>
                  <a:pt x="945578" y="1225435"/>
                </a:lnTo>
                <a:lnTo>
                  <a:pt x="924458" y="1255610"/>
                </a:lnTo>
                <a:lnTo>
                  <a:pt x="930541" y="1269060"/>
                </a:lnTo>
                <a:lnTo>
                  <a:pt x="907796" y="1301559"/>
                </a:lnTo>
                <a:lnTo>
                  <a:pt x="921397" y="1304277"/>
                </a:lnTo>
                <a:lnTo>
                  <a:pt x="924598" y="1299705"/>
                </a:lnTo>
                <a:lnTo>
                  <a:pt x="928268" y="1316609"/>
                </a:lnTo>
                <a:lnTo>
                  <a:pt x="918794" y="1330134"/>
                </a:lnTo>
                <a:lnTo>
                  <a:pt x="906462" y="1325613"/>
                </a:lnTo>
                <a:lnTo>
                  <a:pt x="873379" y="1372857"/>
                </a:lnTo>
                <a:lnTo>
                  <a:pt x="868375" y="1357858"/>
                </a:lnTo>
                <a:lnTo>
                  <a:pt x="862977" y="1343431"/>
                </a:lnTo>
                <a:lnTo>
                  <a:pt x="857173" y="1329575"/>
                </a:lnTo>
                <a:lnTo>
                  <a:pt x="850976" y="1316291"/>
                </a:lnTo>
                <a:lnTo>
                  <a:pt x="848550" y="1297609"/>
                </a:lnTo>
                <a:lnTo>
                  <a:pt x="835634" y="1271778"/>
                </a:lnTo>
                <a:lnTo>
                  <a:pt x="832916" y="1253515"/>
                </a:lnTo>
                <a:lnTo>
                  <a:pt x="819492" y="1228394"/>
                </a:lnTo>
                <a:lnTo>
                  <a:pt x="807631" y="1201039"/>
                </a:lnTo>
                <a:lnTo>
                  <a:pt x="795883" y="1173543"/>
                </a:lnTo>
                <a:lnTo>
                  <a:pt x="783920" y="1146327"/>
                </a:lnTo>
                <a:lnTo>
                  <a:pt x="757313" y="1095768"/>
                </a:lnTo>
                <a:lnTo>
                  <a:pt x="726592" y="1051052"/>
                </a:lnTo>
                <a:lnTo>
                  <a:pt x="702106" y="1019606"/>
                </a:lnTo>
                <a:lnTo>
                  <a:pt x="673290" y="994333"/>
                </a:lnTo>
                <a:lnTo>
                  <a:pt x="621271" y="957910"/>
                </a:lnTo>
                <a:lnTo>
                  <a:pt x="620204" y="959434"/>
                </a:lnTo>
                <a:lnTo>
                  <a:pt x="599262" y="945057"/>
                </a:lnTo>
                <a:lnTo>
                  <a:pt x="577519" y="931824"/>
                </a:lnTo>
                <a:lnTo>
                  <a:pt x="564578" y="928166"/>
                </a:lnTo>
                <a:lnTo>
                  <a:pt x="538835" y="920648"/>
                </a:lnTo>
                <a:lnTo>
                  <a:pt x="522998" y="921131"/>
                </a:lnTo>
                <a:lnTo>
                  <a:pt x="491718" y="921512"/>
                </a:lnTo>
                <a:lnTo>
                  <a:pt x="465480" y="914717"/>
                </a:lnTo>
                <a:lnTo>
                  <a:pt x="433298" y="916393"/>
                </a:lnTo>
                <a:lnTo>
                  <a:pt x="347738" y="905738"/>
                </a:lnTo>
                <a:lnTo>
                  <a:pt x="315556" y="907415"/>
                </a:lnTo>
                <a:lnTo>
                  <a:pt x="313423" y="910463"/>
                </a:lnTo>
                <a:lnTo>
                  <a:pt x="301955" y="904709"/>
                </a:lnTo>
                <a:lnTo>
                  <a:pt x="300888" y="906233"/>
                </a:lnTo>
                <a:lnTo>
                  <a:pt x="299821" y="905548"/>
                </a:lnTo>
                <a:lnTo>
                  <a:pt x="299821" y="907757"/>
                </a:lnTo>
                <a:lnTo>
                  <a:pt x="296621" y="912329"/>
                </a:lnTo>
                <a:lnTo>
                  <a:pt x="284086" y="908088"/>
                </a:lnTo>
                <a:lnTo>
                  <a:pt x="287286" y="903516"/>
                </a:lnTo>
                <a:lnTo>
                  <a:pt x="299821" y="907757"/>
                </a:lnTo>
                <a:lnTo>
                  <a:pt x="299821" y="905548"/>
                </a:lnTo>
                <a:lnTo>
                  <a:pt x="290245" y="899287"/>
                </a:lnTo>
                <a:lnTo>
                  <a:pt x="279019" y="893191"/>
                </a:lnTo>
                <a:lnTo>
                  <a:pt x="277380" y="895527"/>
                </a:lnTo>
                <a:lnTo>
                  <a:pt x="264337" y="891997"/>
                </a:lnTo>
                <a:lnTo>
                  <a:pt x="245732" y="896442"/>
                </a:lnTo>
                <a:lnTo>
                  <a:pt x="216319" y="894156"/>
                </a:lnTo>
                <a:lnTo>
                  <a:pt x="196913" y="899731"/>
                </a:lnTo>
                <a:lnTo>
                  <a:pt x="177114" y="905878"/>
                </a:lnTo>
                <a:lnTo>
                  <a:pt x="146672" y="905078"/>
                </a:lnTo>
                <a:lnTo>
                  <a:pt x="126428" y="911847"/>
                </a:lnTo>
                <a:lnTo>
                  <a:pt x="105791" y="919187"/>
                </a:lnTo>
                <a:lnTo>
                  <a:pt x="74142" y="920102"/>
                </a:lnTo>
                <a:lnTo>
                  <a:pt x="4953" y="1018933"/>
                </a:lnTo>
                <a:lnTo>
                  <a:pt x="3644" y="1308696"/>
                </a:lnTo>
                <a:lnTo>
                  <a:pt x="812" y="1932800"/>
                </a:lnTo>
                <a:lnTo>
                  <a:pt x="0" y="2111121"/>
                </a:lnTo>
                <a:lnTo>
                  <a:pt x="29667" y="2068753"/>
                </a:lnTo>
                <a:lnTo>
                  <a:pt x="46443" y="2022627"/>
                </a:lnTo>
                <a:lnTo>
                  <a:pt x="59436" y="1981936"/>
                </a:lnTo>
                <a:lnTo>
                  <a:pt x="107010" y="1913966"/>
                </a:lnTo>
                <a:lnTo>
                  <a:pt x="120599" y="1872411"/>
                </a:lnTo>
                <a:lnTo>
                  <a:pt x="151866" y="1827758"/>
                </a:lnTo>
                <a:lnTo>
                  <a:pt x="193205" y="1724406"/>
                </a:lnTo>
                <a:lnTo>
                  <a:pt x="224320" y="1679968"/>
                </a:lnTo>
                <a:lnTo>
                  <a:pt x="245173" y="1628038"/>
                </a:lnTo>
                <a:lnTo>
                  <a:pt x="287451" y="1567637"/>
                </a:lnTo>
                <a:lnTo>
                  <a:pt x="320128" y="1498828"/>
                </a:lnTo>
                <a:lnTo>
                  <a:pt x="389737" y="1377226"/>
                </a:lnTo>
                <a:lnTo>
                  <a:pt x="391871" y="1374178"/>
                </a:lnTo>
                <a:lnTo>
                  <a:pt x="395249" y="1391513"/>
                </a:lnTo>
                <a:lnTo>
                  <a:pt x="409219" y="1415846"/>
                </a:lnTo>
                <a:lnTo>
                  <a:pt x="412788" y="1432890"/>
                </a:lnTo>
                <a:lnTo>
                  <a:pt x="416153" y="1450225"/>
                </a:lnTo>
                <a:lnTo>
                  <a:pt x="429755" y="1452930"/>
                </a:lnTo>
                <a:lnTo>
                  <a:pt x="421805" y="1442148"/>
                </a:lnTo>
                <a:lnTo>
                  <a:pt x="427913" y="1433436"/>
                </a:lnTo>
                <a:lnTo>
                  <a:pt x="421754" y="1420075"/>
                </a:lnTo>
                <a:lnTo>
                  <a:pt x="429945" y="1430528"/>
                </a:lnTo>
                <a:lnTo>
                  <a:pt x="438429" y="1440548"/>
                </a:lnTo>
                <a:lnTo>
                  <a:pt x="447116" y="1450289"/>
                </a:lnTo>
                <a:lnTo>
                  <a:pt x="440969" y="1459077"/>
                </a:lnTo>
                <a:lnTo>
                  <a:pt x="427888" y="1455597"/>
                </a:lnTo>
                <a:lnTo>
                  <a:pt x="424421" y="1460550"/>
                </a:lnTo>
                <a:lnTo>
                  <a:pt x="426999" y="1479029"/>
                </a:lnTo>
                <a:lnTo>
                  <a:pt x="432536" y="1515414"/>
                </a:lnTo>
                <a:lnTo>
                  <a:pt x="435102" y="1533893"/>
                </a:lnTo>
                <a:lnTo>
                  <a:pt x="449770" y="1535074"/>
                </a:lnTo>
                <a:lnTo>
                  <a:pt x="442747" y="1522958"/>
                </a:lnTo>
                <a:lnTo>
                  <a:pt x="450316" y="1512150"/>
                </a:lnTo>
                <a:lnTo>
                  <a:pt x="443903" y="1499184"/>
                </a:lnTo>
                <a:lnTo>
                  <a:pt x="447103" y="1494599"/>
                </a:lnTo>
                <a:lnTo>
                  <a:pt x="454317" y="1506435"/>
                </a:lnTo>
                <a:lnTo>
                  <a:pt x="451231" y="1510830"/>
                </a:lnTo>
                <a:lnTo>
                  <a:pt x="458762" y="1522234"/>
                </a:lnTo>
                <a:lnTo>
                  <a:pt x="456171" y="1525930"/>
                </a:lnTo>
                <a:lnTo>
                  <a:pt x="463473" y="1537639"/>
                </a:lnTo>
                <a:lnTo>
                  <a:pt x="438835" y="1572844"/>
                </a:lnTo>
                <a:lnTo>
                  <a:pt x="450024" y="1579003"/>
                </a:lnTo>
                <a:lnTo>
                  <a:pt x="448310" y="1581454"/>
                </a:lnTo>
                <a:lnTo>
                  <a:pt x="455587" y="1593189"/>
                </a:lnTo>
                <a:lnTo>
                  <a:pt x="445770" y="1607223"/>
                </a:lnTo>
                <a:lnTo>
                  <a:pt x="454037" y="1617548"/>
                </a:lnTo>
                <a:lnTo>
                  <a:pt x="450837" y="1622120"/>
                </a:lnTo>
                <a:lnTo>
                  <a:pt x="456984" y="1635506"/>
                </a:lnTo>
                <a:lnTo>
                  <a:pt x="460184" y="1630934"/>
                </a:lnTo>
                <a:lnTo>
                  <a:pt x="470420" y="1638452"/>
                </a:lnTo>
                <a:lnTo>
                  <a:pt x="480085" y="1646783"/>
                </a:lnTo>
                <a:lnTo>
                  <a:pt x="490321" y="1654302"/>
                </a:lnTo>
                <a:lnTo>
                  <a:pt x="484987" y="1661934"/>
                </a:lnTo>
                <a:lnTo>
                  <a:pt x="464185" y="1647367"/>
                </a:lnTo>
                <a:lnTo>
                  <a:pt x="458851" y="1654987"/>
                </a:lnTo>
                <a:lnTo>
                  <a:pt x="460451" y="1696986"/>
                </a:lnTo>
                <a:lnTo>
                  <a:pt x="461251" y="1717979"/>
                </a:lnTo>
                <a:lnTo>
                  <a:pt x="470852" y="1704263"/>
                </a:lnTo>
                <a:lnTo>
                  <a:pt x="479120" y="1714601"/>
                </a:lnTo>
                <a:lnTo>
                  <a:pt x="471652" y="1725269"/>
                </a:lnTo>
                <a:lnTo>
                  <a:pt x="477786" y="1738642"/>
                </a:lnTo>
                <a:lnTo>
                  <a:pt x="462114" y="1761032"/>
                </a:lnTo>
                <a:lnTo>
                  <a:pt x="463118" y="1781746"/>
                </a:lnTo>
                <a:lnTo>
                  <a:pt x="464921" y="1801317"/>
                </a:lnTo>
                <a:lnTo>
                  <a:pt x="466318" y="1821459"/>
                </a:lnTo>
                <a:lnTo>
                  <a:pt x="459016" y="1831898"/>
                </a:lnTo>
                <a:lnTo>
                  <a:pt x="463118" y="1848180"/>
                </a:lnTo>
                <a:lnTo>
                  <a:pt x="467626" y="1863890"/>
                </a:lnTo>
                <a:lnTo>
                  <a:pt x="471932" y="1879892"/>
                </a:lnTo>
                <a:lnTo>
                  <a:pt x="464464" y="1890560"/>
                </a:lnTo>
                <a:lnTo>
                  <a:pt x="469912" y="1904923"/>
                </a:lnTo>
                <a:lnTo>
                  <a:pt x="464858" y="1912137"/>
                </a:lnTo>
                <a:lnTo>
                  <a:pt x="470408" y="1926348"/>
                </a:lnTo>
                <a:lnTo>
                  <a:pt x="464997" y="1934083"/>
                </a:lnTo>
                <a:lnTo>
                  <a:pt x="477532" y="1938324"/>
                </a:lnTo>
                <a:lnTo>
                  <a:pt x="487934" y="1945601"/>
                </a:lnTo>
                <a:lnTo>
                  <a:pt x="469798" y="1971522"/>
                </a:lnTo>
                <a:lnTo>
                  <a:pt x="476732" y="1983752"/>
                </a:lnTo>
                <a:lnTo>
                  <a:pt x="471665" y="1990991"/>
                </a:lnTo>
                <a:lnTo>
                  <a:pt x="476199" y="2006663"/>
                </a:lnTo>
                <a:lnTo>
                  <a:pt x="470331" y="2015045"/>
                </a:lnTo>
                <a:lnTo>
                  <a:pt x="473367" y="2032850"/>
                </a:lnTo>
                <a:lnTo>
                  <a:pt x="466598" y="2042515"/>
                </a:lnTo>
                <a:lnTo>
                  <a:pt x="472236" y="2056612"/>
                </a:lnTo>
                <a:lnTo>
                  <a:pt x="491680" y="2073135"/>
                </a:lnTo>
                <a:lnTo>
                  <a:pt x="477812" y="2092947"/>
                </a:lnTo>
                <a:lnTo>
                  <a:pt x="488213" y="2100237"/>
                </a:lnTo>
                <a:lnTo>
                  <a:pt x="489280" y="2098713"/>
                </a:lnTo>
                <a:lnTo>
                  <a:pt x="499681" y="2105990"/>
                </a:lnTo>
                <a:lnTo>
                  <a:pt x="477278" y="2137994"/>
                </a:lnTo>
                <a:lnTo>
                  <a:pt x="487680" y="2145284"/>
                </a:lnTo>
                <a:lnTo>
                  <a:pt x="511149" y="2111743"/>
                </a:lnTo>
                <a:lnTo>
                  <a:pt x="514972" y="2128443"/>
                </a:lnTo>
                <a:lnTo>
                  <a:pt x="508088" y="2138273"/>
                </a:lnTo>
                <a:lnTo>
                  <a:pt x="511403" y="2155685"/>
                </a:lnTo>
                <a:lnTo>
                  <a:pt x="514629" y="2173224"/>
                </a:lnTo>
                <a:lnTo>
                  <a:pt x="550633" y="2188222"/>
                </a:lnTo>
                <a:lnTo>
                  <a:pt x="573049" y="2200503"/>
                </a:lnTo>
                <a:lnTo>
                  <a:pt x="581317" y="2210828"/>
                </a:lnTo>
                <a:lnTo>
                  <a:pt x="579183" y="2213876"/>
                </a:lnTo>
                <a:lnTo>
                  <a:pt x="574281" y="2243023"/>
                </a:lnTo>
                <a:lnTo>
                  <a:pt x="587984" y="2267737"/>
                </a:lnTo>
                <a:lnTo>
                  <a:pt x="605688" y="2286736"/>
                </a:lnTo>
                <a:lnTo>
                  <a:pt x="623201" y="2306015"/>
                </a:lnTo>
                <a:lnTo>
                  <a:pt x="622515" y="2306993"/>
                </a:lnTo>
                <a:lnTo>
                  <a:pt x="634542" y="2311958"/>
                </a:lnTo>
                <a:lnTo>
                  <a:pt x="648271" y="2314486"/>
                </a:lnTo>
                <a:lnTo>
                  <a:pt x="656513" y="2324862"/>
                </a:lnTo>
                <a:lnTo>
                  <a:pt x="678954" y="2337092"/>
                </a:lnTo>
                <a:lnTo>
                  <a:pt x="692594" y="2339759"/>
                </a:lnTo>
                <a:lnTo>
                  <a:pt x="705637" y="2343277"/>
                </a:lnTo>
                <a:lnTo>
                  <a:pt x="729018" y="2354148"/>
                </a:lnTo>
                <a:lnTo>
                  <a:pt x="752716" y="2364600"/>
                </a:lnTo>
                <a:lnTo>
                  <a:pt x="766203" y="2367483"/>
                </a:lnTo>
                <a:lnTo>
                  <a:pt x="790194" y="2377490"/>
                </a:lnTo>
                <a:lnTo>
                  <a:pt x="889431" y="2412898"/>
                </a:lnTo>
                <a:lnTo>
                  <a:pt x="893254" y="2407450"/>
                </a:lnTo>
                <a:lnTo>
                  <a:pt x="907161" y="2409710"/>
                </a:lnTo>
                <a:lnTo>
                  <a:pt x="906233" y="2411044"/>
                </a:lnTo>
                <a:lnTo>
                  <a:pt x="917714" y="2416797"/>
                </a:lnTo>
                <a:lnTo>
                  <a:pt x="924026" y="2407780"/>
                </a:lnTo>
                <a:lnTo>
                  <a:pt x="938923" y="2408644"/>
                </a:lnTo>
                <a:lnTo>
                  <a:pt x="1001737" y="2318918"/>
                </a:lnTo>
                <a:lnTo>
                  <a:pt x="1036967" y="2290737"/>
                </a:lnTo>
                <a:lnTo>
                  <a:pt x="1061885" y="2255139"/>
                </a:lnTo>
                <a:lnTo>
                  <a:pt x="1076591" y="2211984"/>
                </a:lnTo>
                <a:lnTo>
                  <a:pt x="1171384" y="2076577"/>
                </a:lnTo>
                <a:lnTo>
                  <a:pt x="1184973" y="2035022"/>
                </a:lnTo>
                <a:lnTo>
                  <a:pt x="1208862" y="2000897"/>
                </a:lnTo>
                <a:lnTo>
                  <a:pt x="1222133" y="1959787"/>
                </a:lnTo>
                <a:lnTo>
                  <a:pt x="1245539" y="1926361"/>
                </a:lnTo>
                <a:lnTo>
                  <a:pt x="1272209" y="1843963"/>
                </a:lnTo>
                <a:lnTo>
                  <a:pt x="1295857" y="1810194"/>
                </a:lnTo>
                <a:lnTo>
                  <a:pt x="1309293" y="1768856"/>
                </a:lnTo>
                <a:lnTo>
                  <a:pt x="1319695" y="1731848"/>
                </a:lnTo>
                <a:lnTo>
                  <a:pt x="1340497" y="1702130"/>
                </a:lnTo>
                <a:lnTo>
                  <a:pt x="1350899" y="1665135"/>
                </a:lnTo>
                <a:lnTo>
                  <a:pt x="1371701" y="1635404"/>
                </a:lnTo>
                <a:lnTo>
                  <a:pt x="1429321" y="1464525"/>
                </a:lnTo>
                <a:lnTo>
                  <a:pt x="1530134" y="1187627"/>
                </a:lnTo>
                <a:lnTo>
                  <a:pt x="1607223" y="966800"/>
                </a:lnTo>
                <a:lnTo>
                  <a:pt x="1612023" y="915644"/>
                </a:lnTo>
                <a:lnTo>
                  <a:pt x="1641767" y="828878"/>
                </a:lnTo>
                <a:lnTo>
                  <a:pt x="1645881" y="778700"/>
                </a:lnTo>
                <a:lnTo>
                  <a:pt x="1660296" y="735965"/>
                </a:lnTo>
                <a:lnTo>
                  <a:pt x="1681099" y="661949"/>
                </a:lnTo>
                <a:lnTo>
                  <a:pt x="1687868" y="674433"/>
                </a:lnTo>
                <a:lnTo>
                  <a:pt x="1684832" y="678764"/>
                </a:lnTo>
                <a:lnTo>
                  <a:pt x="1692605" y="689813"/>
                </a:lnTo>
                <a:lnTo>
                  <a:pt x="1700580" y="700570"/>
                </a:lnTo>
                <a:lnTo>
                  <a:pt x="1709115" y="688378"/>
                </a:lnTo>
                <a:lnTo>
                  <a:pt x="1713966" y="703592"/>
                </a:lnTo>
                <a:lnTo>
                  <a:pt x="1714322" y="703084"/>
                </a:lnTo>
                <a:lnTo>
                  <a:pt x="1727669" y="706158"/>
                </a:lnTo>
                <a:lnTo>
                  <a:pt x="1740331" y="710222"/>
                </a:lnTo>
                <a:lnTo>
                  <a:pt x="1710740" y="752500"/>
                </a:lnTo>
                <a:lnTo>
                  <a:pt x="1714055" y="769899"/>
                </a:lnTo>
                <a:lnTo>
                  <a:pt x="1717573" y="787019"/>
                </a:lnTo>
                <a:lnTo>
                  <a:pt x="1710982" y="796429"/>
                </a:lnTo>
                <a:lnTo>
                  <a:pt x="1717903" y="808685"/>
                </a:lnTo>
                <a:lnTo>
                  <a:pt x="1715122" y="812660"/>
                </a:lnTo>
                <a:lnTo>
                  <a:pt x="1722945" y="823645"/>
                </a:lnTo>
                <a:lnTo>
                  <a:pt x="1720062" y="827760"/>
                </a:lnTo>
                <a:lnTo>
                  <a:pt x="1720253" y="849617"/>
                </a:lnTo>
                <a:lnTo>
                  <a:pt x="1719262" y="873188"/>
                </a:lnTo>
                <a:lnTo>
                  <a:pt x="1729867" y="902335"/>
                </a:lnTo>
                <a:lnTo>
                  <a:pt x="1733664" y="919048"/>
                </a:lnTo>
                <a:lnTo>
                  <a:pt x="1744065" y="926325"/>
                </a:lnTo>
                <a:lnTo>
                  <a:pt x="1740865" y="930897"/>
                </a:lnTo>
                <a:lnTo>
                  <a:pt x="1739277" y="977480"/>
                </a:lnTo>
                <a:lnTo>
                  <a:pt x="1744078" y="992759"/>
                </a:lnTo>
                <a:lnTo>
                  <a:pt x="1748878" y="1008049"/>
                </a:lnTo>
                <a:lnTo>
                  <a:pt x="1748078" y="1031328"/>
                </a:lnTo>
                <a:lnTo>
                  <a:pt x="1761680" y="1034046"/>
                </a:lnTo>
                <a:lnTo>
                  <a:pt x="1775548" y="1014234"/>
                </a:lnTo>
                <a:lnTo>
                  <a:pt x="1785696" y="1021892"/>
                </a:lnTo>
                <a:lnTo>
                  <a:pt x="1794230" y="1031849"/>
                </a:lnTo>
                <a:lnTo>
                  <a:pt x="1776095" y="1057757"/>
                </a:lnTo>
                <a:lnTo>
                  <a:pt x="1784362" y="1068082"/>
                </a:lnTo>
                <a:lnTo>
                  <a:pt x="1781162" y="1072654"/>
                </a:lnTo>
                <a:lnTo>
                  <a:pt x="1789163" y="1083373"/>
                </a:lnTo>
                <a:lnTo>
                  <a:pt x="1786763" y="1086802"/>
                </a:lnTo>
                <a:lnTo>
                  <a:pt x="1794764" y="1097508"/>
                </a:lnTo>
                <a:lnTo>
                  <a:pt x="1789480" y="1105065"/>
                </a:lnTo>
                <a:lnTo>
                  <a:pt x="1776488" y="1101471"/>
                </a:lnTo>
                <a:lnTo>
                  <a:pt x="1773707" y="1105446"/>
                </a:lnTo>
                <a:lnTo>
                  <a:pt x="1759813" y="1103147"/>
                </a:lnTo>
                <a:lnTo>
                  <a:pt x="1761439" y="1100836"/>
                </a:lnTo>
                <a:lnTo>
                  <a:pt x="1755152" y="1087666"/>
                </a:lnTo>
                <a:lnTo>
                  <a:pt x="1767547" y="1069949"/>
                </a:lnTo>
                <a:lnTo>
                  <a:pt x="1763814" y="1066431"/>
                </a:lnTo>
                <a:lnTo>
                  <a:pt x="1767979" y="1065707"/>
                </a:lnTo>
                <a:lnTo>
                  <a:pt x="1779282" y="1069073"/>
                </a:lnTo>
                <a:lnTo>
                  <a:pt x="1777898" y="1061288"/>
                </a:lnTo>
                <a:lnTo>
                  <a:pt x="1773923" y="1053960"/>
                </a:lnTo>
                <a:lnTo>
                  <a:pt x="1772539" y="1046187"/>
                </a:lnTo>
                <a:lnTo>
                  <a:pt x="1764957" y="1042936"/>
                </a:lnTo>
                <a:lnTo>
                  <a:pt x="1743824" y="1035164"/>
                </a:lnTo>
                <a:lnTo>
                  <a:pt x="1745843" y="1061554"/>
                </a:lnTo>
                <a:lnTo>
                  <a:pt x="1758810" y="1059281"/>
                </a:lnTo>
                <a:lnTo>
                  <a:pt x="1759267" y="1061885"/>
                </a:lnTo>
                <a:lnTo>
                  <a:pt x="1762328" y="1064018"/>
                </a:lnTo>
                <a:lnTo>
                  <a:pt x="1762531" y="1065225"/>
                </a:lnTo>
                <a:lnTo>
                  <a:pt x="1758213" y="1061135"/>
                </a:lnTo>
                <a:lnTo>
                  <a:pt x="1746859" y="1077353"/>
                </a:lnTo>
                <a:lnTo>
                  <a:pt x="1749018" y="1096429"/>
                </a:lnTo>
                <a:lnTo>
                  <a:pt x="1752168" y="1114069"/>
                </a:lnTo>
                <a:lnTo>
                  <a:pt x="1754200" y="1133284"/>
                </a:lnTo>
                <a:lnTo>
                  <a:pt x="1750377" y="1138758"/>
                </a:lnTo>
                <a:lnTo>
                  <a:pt x="1757146" y="1151242"/>
                </a:lnTo>
                <a:lnTo>
                  <a:pt x="1749679" y="1161910"/>
                </a:lnTo>
                <a:lnTo>
                  <a:pt x="1761159" y="1167663"/>
                </a:lnTo>
                <a:lnTo>
                  <a:pt x="1783562" y="1135659"/>
                </a:lnTo>
                <a:lnTo>
                  <a:pt x="1788248" y="1151115"/>
                </a:lnTo>
                <a:lnTo>
                  <a:pt x="1761959" y="1188669"/>
                </a:lnTo>
                <a:lnTo>
                  <a:pt x="1768094" y="1202042"/>
                </a:lnTo>
                <a:lnTo>
                  <a:pt x="1781962" y="1182230"/>
                </a:lnTo>
                <a:lnTo>
                  <a:pt x="1805978" y="1192225"/>
                </a:lnTo>
                <a:lnTo>
                  <a:pt x="1799564" y="1201369"/>
                </a:lnTo>
                <a:lnTo>
                  <a:pt x="1787029" y="1197140"/>
                </a:lnTo>
                <a:lnTo>
                  <a:pt x="1777161" y="1211237"/>
                </a:lnTo>
                <a:lnTo>
                  <a:pt x="1762620" y="1209865"/>
                </a:lnTo>
                <a:lnTo>
                  <a:pt x="1758492" y="1215771"/>
                </a:lnTo>
                <a:lnTo>
                  <a:pt x="1765642" y="1249832"/>
                </a:lnTo>
                <a:lnTo>
                  <a:pt x="1772500" y="1284338"/>
                </a:lnTo>
                <a:lnTo>
                  <a:pt x="1768348" y="1312405"/>
                </a:lnTo>
                <a:lnTo>
                  <a:pt x="1773707" y="1349057"/>
                </a:lnTo>
                <a:lnTo>
                  <a:pt x="1798243" y="1313992"/>
                </a:lnTo>
                <a:lnTo>
                  <a:pt x="1804644" y="1326997"/>
                </a:lnTo>
                <a:lnTo>
                  <a:pt x="1800644" y="1332712"/>
                </a:lnTo>
                <a:lnTo>
                  <a:pt x="1807044" y="1345704"/>
                </a:lnTo>
                <a:lnTo>
                  <a:pt x="1798205" y="1358328"/>
                </a:lnTo>
                <a:lnTo>
                  <a:pt x="1803577" y="1372806"/>
                </a:lnTo>
                <a:lnTo>
                  <a:pt x="1792109" y="1389189"/>
                </a:lnTo>
                <a:lnTo>
                  <a:pt x="1807845" y="1388859"/>
                </a:lnTo>
                <a:lnTo>
                  <a:pt x="1806511" y="1390764"/>
                </a:lnTo>
                <a:lnTo>
                  <a:pt x="1817751" y="1396847"/>
                </a:lnTo>
                <a:lnTo>
                  <a:pt x="1804987" y="1415097"/>
                </a:lnTo>
                <a:lnTo>
                  <a:pt x="1821192" y="1414094"/>
                </a:lnTo>
                <a:lnTo>
                  <a:pt x="1808251" y="1432572"/>
                </a:lnTo>
                <a:lnTo>
                  <a:pt x="1811934" y="1449451"/>
                </a:lnTo>
                <a:lnTo>
                  <a:pt x="1804911" y="1459471"/>
                </a:lnTo>
                <a:lnTo>
                  <a:pt x="1794510" y="1452194"/>
                </a:lnTo>
                <a:lnTo>
                  <a:pt x="1793443" y="1453718"/>
                </a:lnTo>
                <a:lnTo>
                  <a:pt x="1783041" y="1446441"/>
                </a:lnTo>
                <a:lnTo>
                  <a:pt x="1785543" y="1487144"/>
                </a:lnTo>
                <a:lnTo>
                  <a:pt x="1788642" y="1527009"/>
                </a:lnTo>
                <a:lnTo>
                  <a:pt x="1792947" y="1565148"/>
                </a:lnTo>
                <a:lnTo>
                  <a:pt x="1798459" y="1579435"/>
                </a:lnTo>
                <a:lnTo>
                  <a:pt x="1809457" y="1608010"/>
                </a:lnTo>
                <a:lnTo>
                  <a:pt x="1812696" y="1603387"/>
                </a:lnTo>
                <a:lnTo>
                  <a:pt x="1826526" y="1605762"/>
                </a:lnTo>
                <a:lnTo>
                  <a:pt x="1830362" y="1600288"/>
                </a:lnTo>
                <a:lnTo>
                  <a:pt x="1845208" y="1601228"/>
                </a:lnTo>
                <a:lnTo>
                  <a:pt x="1812048" y="1648599"/>
                </a:lnTo>
                <a:lnTo>
                  <a:pt x="1819325" y="1660334"/>
                </a:lnTo>
                <a:lnTo>
                  <a:pt x="1810791" y="1672526"/>
                </a:lnTo>
                <a:lnTo>
                  <a:pt x="1828406" y="1691665"/>
                </a:lnTo>
                <a:lnTo>
                  <a:pt x="1846008" y="1710804"/>
                </a:lnTo>
                <a:lnTo>
                  <a:pt x="1834273" y="1727581"/>
                </a:lnTo>
                <a:lnTo>
                  <a:pt x="1846808" y="1731810"/>
                </a:lnTo>
                <a:lnTo>
                  <a:pt x="1838274" y="1744002"/>
                </a:lnTo>
                <a:lnTo>
                  <a:pt x="1850809" y="1748243"/>
                </a:lnTo>
                <a:lnTo>
                  <a:pt x="1835162" y="1748459"/>
                </a:lnTo>
                <a:lnTo>
                  <a:pt x="1840001" y="1763674"/>
                </a:lnTo>
                <a:lnTo>
                  <a:pt x="1835061" y="1770748"/>
                </a:lnTo>
                <a:lnTo>
                  <a:pt x="1821205" y="1768386"/>
                </a:lnTo>
                <a:lnTo>
                  <a:pt x="1816938" y="1774482"/>
                </a:lnTo>
                <a:lnTo>
                  <a:pt x="1827339" y="1781771"/>
                </a:lnTo>
                <a:lnTo>
                  <a:pt x="1834807" y="1771116"/>
                </a:lnTo>
                <a:lnTo>
                  <a:pt x="1849475" y="1772285"/>
                </a:lnTo>
                <a:lnTo>
                  <a:pt x="1835340" y="1792478"/>
                </a:lnTo>
                <a:lnTo>
                  <a:pt x="1839480" y="1808721"/>
                </a:lnTo>
                <a:lnTo>
                  <a:pt x="1837347" y="1811769"/>
                </a:lnTo>
                <a:lnTo>
                  <a:pt x="1850669" y="1814880"/>
                </a:lnTo>
                <a:lnTo>
                  <a:pt x="1864690" y="1817001"/>
                </a:lnTo>
                <a:lnTo>
                  <a:pt x="1849234" y="1816938"/>
                </a:lnTo>
                <a:lnTo>
                  <a:pt x="1838274" y="1832584"/>
                </a:lnTo>
                <a:lnTo>
                  <a:pt x="1842287" y="1849005"/>
                </a:lnTo>
                <a:lnTo>
                  <a:pt x="1846287" y="1865439"/>
                </a:lnTo>
                <a:lnTo>
                  <a:pt x="1843252" y="1869770"/>
                </a:lnTo>
                <a:lnTo>
                  <a:pt x="1847989" y="1885149"/>
                </a:lnTo>
                <a:lnTo>
                  <a:pt x="1839620" y="1897100"/>
                </a:lnTo>
                <a:lnTo>
                  <a:pt x="1854733" y="1919795"/>
                </a:lnTo>
                <a:lnTo>
                  <a:pt x="1866963" y="1946617"/>
                </a:lnTo>
                <a:lnTo>
                  <a:pt x="1866582" y="1969312"/>
                </a:lnTo>
                <a:lnTo>
                  <a:pt x="1875104" y="2001431"/>
                </a:lnTo>
                <a:lnTo>
                  <a:pt x="1896706" y="2037003"/>
                </a:lnTo>
                <a:lnTo>
                  <a:pt x="1907819" y="2043277"/>
                </a:lnTo>
                <a:lnTo>
                  <a:pt x="1916722" y="2052713"/>
                </a:lnTo>
                <a:lnTo>
                  <a:pt x="1922818" y="2066137"/>
                </a:lnTo>
                <a:lnTo>
                  <a:pt x="1925523" y="2084425"/>
                </a:lnTo>
                <a:lnTo>
                  <a:pt x="1924456" y="2085949"/>
                </a:lnTo>
                <a:lnTo>
                  <a:pt x="1914055" y="2078659"/>
                </a:lnTo>
                <a:lnTo>
                  <a:pt x="1911921" y="2081707"/>
                </a:lnTo>
                <a:lnTo>
                  <a:pt x="1921052" y="2090801"/>
                </a:lnTo>
                <a:lnTo>
                  <a:pt x="1920189" y="2092045"/>
                </a:lnTo>
                <a:lnTo>
                  <a:pt x="1929726" y="2100567"/>
                </a:lnTo>
                <a:lnTo>
                  <a:pt x="1938858" y="2109660"/>
                </a:lnTo>
                <a:lnTo>
                  <a:pt x="1954796" y="2131174"/>
                </a:lnTo>
                <a:lnTo>
                  <a:pt x="1973541" y="2148700"/>
                </a:lnTo>
                <a:lnTo>
                  <a:pt x="1994687" y="2162784"/>
                </a:lnTo>
                <a:lnTo>
                  <a:pt x="2017826" y="2174024"/>
                </a:lnTo>
                <a:lnTo>
                  <a:pt x="2041372" y="2184679"/>
                </a:lnTo>
                <a:lnTo>
                  <a:pt x="2078850" y="2197582"/>
                </a:lnTo>
                <a:lnTo>
                  <a:pt x="2102396" y="2208238"/>
                </a:lnTo>
                <a:lnTo>
                  <a:pt x="2127021" y="2217356"/>
                </a:lnTo>
                <a:lnTo>
                  <a:pt x="2151342" y="2226894"/>
                </a:lnTo>
                <a:lnTo>
                  <a:pt x="2185873" y="2244001"/>
                </a:lnTo>
                <a:lnTo>
                  <a:pt x="2209901" y="2253970"/>
                </a:lnTo>
                <a:lnTo>
                  <a:pt x="2222182" y="2258568"/>
                </a:lnTo>
                <a:lnTo>
                  <a:pt x="2224963" y="2254593"/>
                </a:lnTo>
                <a:lnTo>
                  <a:pt x="2239556" y="2255901"/>
                </a:lnTo>
                <a:lnTo>
                  <a:pt x="2256053" y="2254491"/>
                </a:lnTo>
                <a:lnTo>
                  <a:pt x="2347480" y="2123884"/>
                </a:lnTo>
                <a:lnTo>
                  <a:pt x="2413952" y="1940331"/>
                </a:lnTo>
                <a:lnTo>
                  <a:pt x="2452509" y="1840979"/>
                </a:lnTo>
                <a:lnTo>
                  <a:pt x="2460993" y="1784565"/>
                </a:lnTo>
                <a:lnTo>
                  <a:pt x="2479827" y="1735505"/>
                </a:lnTo>
                <a:lnTo>
                  <a:pt x="2488374" y="1679016"/>
                </a:lnTo>
                <a:lnTo>
                  <a:pt x="2519883" y="1589722"/>
                </a:lnTo>
                <a:lnTo>
                  <a:pt x="2525280" y="1537703"/>
                </a:lnTo>
                <a:lnTo>
                  <a:pt x="2541054" y="1493037"/>
                </a:lnTo>
                <a:lnTo>
                  <a:pt x="2546337" y="1441208"/>
                </a:lnTo>
                <a:lnTo>
                  <a:pt x="2577185" y="1352842"/>
                </a:lnTo>
                <a:lnTo>
                  <a:pt x="2587460" y="1249578"/>
                </a:lnTo>
                <a:lnTo>
                  <a:pt x="2602852" y="1205445"/>
                </a:lnTo>
                <a:lnTo>
                  <a:pt x="2607767" y="1154137"/>
                </a:lnTo>
                <a:lnTo>
                  <a:pt x="2623032" y="1110183"/>
                </a:lnTo>
                <a:lnTo>
                  <a:pt x="2637231" y="957046"/>
                </a:lnTo>
                <a:lnTo>
                  <a:pt x="2651836" y="914019"/>
                </a:lnTo>
                <a:lnTo>
                  <a:pt x="2663863" y="763981"/>
                </a:lnTo>
                <a:lnTo>
                  <a:pt x="2672994" y="728789"/>
                </a:lnTo>
                <a:lnTo>
                  <a:pt x="2672130" y="685736"/>
                </a:lnTo>
                <a:lnTo>
                  <a:pt x="2681655" y="649973"/>
                </a:lnTo>
                <a:lnTo>
                  <a:pt x="2680385" y="607491"/>
                </a:lnTo>
                <a:lnTo>
                  <a:pt x="2701709" y="355587"/>
                </a:lnTo>
                <a:lnTo>
                  <a:pt x="2695371" y="298221"/>
                </a:lnTo>
                <a:lnTo>
                  <a:pt x="2707043" y="148666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05520" y="902804"/>
            <a:ext cx="4477385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80"/>
              <a:t>R</a:t>
            </a:r>
            <a:r>
              <a:rPr dirty="0" spc="125"/>
              <a:t>E</a:t>
            </a:r>
            <a:r>
              <a:rPr dirty="0" spc="640"/>
              <a:t>S</a:t>
            </a:r>
            <a:r>
              <a:rPr dirty="0" spc="1170"/>
              <a:t>O</a:t>
            </a:r>
            <a:r>
              <a:rPr dirty="0" spc="355"/>
              <a:t>L</a:t>
            </a:r>
            <a:r>
              <a:rPr dirty="0" spc="1270"/>
              <a:t>V</a:t>
            </a:r>
            <a:r>
              <a:rPr dirty="0" spc="125"/>
              <a:t>E</a:t>
            </a:r>
            <a:r>
              <a:rPr dirty="0" spc="-35"/>
              <a:t>R</a:t>
            </a:r>
          </a:p>
        </p:txBody>
      </p:sp>
      <p:sp>
        <p:nvSpPr>
          <p:cNvPr id="5" name="object 5"/>
          <p:cNvSpPr/>
          <p:nvPr/>
        </p:nvSpPr>
        <p:spPr>
          <a:xfrm>
            <a:off x="1532623" y="3290620"/>
            <a:ext cx="16230600" cy="29241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63988" y="7840002"/>
            <a:ext cx="2118995" cy="2446655"/>
          </a:xfrm>
          <a:custGeom>
            <a:avLst/>
            <a:gdLst/>
            <a:ahLst/>
            <a:cxnLst/>
            <a:rect l="l" t="t" r="r" b="b"/>
            <a:pathLst>
              <a:path w="2118994" h="2446654">
                <a:moveTo>
                  <a:pt x="714895" y="1143990"/>
                </a:moveTo>
                <a:lnTo>
                  <a:pt x="707796" y="1124839"/>
                </a:lnTo>
                <a:lnTo>
                  <a:pt x="694677" y="1164983"/>
                </a:lnTo>
                <a:lnTo>
                  <a:pt x="694118" y="1166710"/>
                </a:lnTo>
                <a:lnTo>
                  <a:pt x="710438" y="1157630"/>
                </a:lnTo>
                <a:lnTo>
                  <a:pt x="714895" y="1143990"/>
                </a:lnTo>
                <a:close/>
              </a:path>
              <a:path w="2118994" h="2446654">
                <a:moveTo>
                  <a:pt x="860196" y="1483829"/>
                </a:moveTo>
                <a:lnTo>
                  <a:pt x="856234" y="1473276"/>
                </a:lnTo>
                <a:lnTo>
                  <a:pt x="852855" y="1466608"/>
                </a:lnTo>
                <a:lnTo>
                  <a:pt x="851141" y="1460500"/>
                </a:lnTo>
                <a:lnTo>
                  <a:pt x="840041" y="1466138"/>
                </a:lnTo>
                <a:lnTo>
                  <a:pt x="838911" y="1463916"/>
                </a:lnTo>
                <a:lnTo>
                  <a:pt x="835571" y="1462824"/>
                </a:lnTo>
                <a:lnTo>
                  <a:pt x="834440" y="1460601"/>
                </a:lnTo>
                <a:lnTo>
                  <a:pt x="829995" y="1462849"/>
                </a:lnTo>
                <a:lnTo>
                  <a:pt x="818870" y="1462913"/>
                </a:lnTo>
                <a:lnTo>
                  <a:pt x="822248" y="1469580"/>
                </a:lnTo>
                <a:lnTo>
                  <a:pt x="827849" y="1475105"/>
                </a:lnTo>
                <a:lnTo>
                  <a:pt x="831227" y="1481772"/>
                </a:lnTo>
                <a:lnTo>
                  <a:pt x="838974" y="1482623"/>
                </a:lnTo>
                <a:lnTo>
                  <a:pt x="860196" y="1483829"/>
                </a:lnTo>
                <a:close/>
              </a:path>
              <a:path w="2118994" h="2446654">
                <a:moveTo>
                  <a:pt x="869543" y="1529461"/>
                </a:moveTo>
                <a:lnTo>
                  <a:pt x="868476" y="1529410"/>
                </a:lnTo>
                <a:lnTo>
                  <a:pt x="868565" y="1529689"/>
                </a:lnTo>
                <a:lnTo>
                  <a:pt x="869543" y="1529461"/>
                </a:lnTo>
                <a:close/>
              </a:path>
              <a:path w="2118994" h="2446654">
                <a:moveTo>
                  <a:pt x="997165" y="1756308"/>
                </a:moveTo>
                <a:lnTo>
                  <a:pt x="982548" y="1733016"/>
                </a:lnTo>
                <a:lnTo>
                  <a:pt x="981456" y="1736369"/>
                </a:lnTo>
                <a:lnTo>
                  <a:pt x="976477" y="1740293"/>
                </a:lnTo>
                <a:lnTo>
                  <a:pt x="973162" y="1744764"/>
                </a:lnTo>
                <a:lnTo>
                  <a:pt x="972642" y="1752003"/>
                </a:lnTo>
                <a:lnTo>
                  <a:pt x="971003" y="1757019"/>
                </a:lnTo>
                <a:lnTo>
                  <a:pt x="970495" y="1764258"/>
                </a:lnTo>
                <a:lnTo>
                  <a:pt x="997165" y="1756308"/>
                </a:lnTo>
                <a:close/>
              </a:path>
              <a:path w="2118994" h="2446654">
                <a:moveTo>
                  <a:pt x="1517815" y="1467218"/>
                </a:moveTo>
                <a:lnTo>
                  <a:pt x="1507807" y="1456944"/>
                </a:lnTo>
                <a:lnTo>
                  <a:pt x="1497914" y="1446364"/>
                </a:lnTo>
                <a:lnTo>
                  <a:pt x="1486027" y="1482750"/>
                </a:lnTo>
                <a:lnTo>
                  <a:pt x="1500276" y="1480007"/>
                </a:lnTo>
                <a:lnTo>
                  <a:pt x="1505915" y="1462747"/>
                </a:lnTo>
                <a:lnTo>
                  <a:pt x="1517815" y="1467218"/>
                </a:lnTo>
                <a:close/>
              </a:path>
              <a:path w="2118994" h="2446654">
                <a:moveTo>
                  <a:pt x="1519593" y="1506677"/>
                </a:moveTo>
                <a:lnTo>
                  <a:pt x="1515694" y="1507261"/>
                </a:lnTo>
                <a:lnTo>
                  <a:pt x="1511249" y="1509509"/>
                </a:lnTo>
                <a:lnTo>
                  <a:pt x="1507363" y="1510093"/>
                </a:lnTo>
                <a:lnTo>
                  <a:pt x="1509039" y="1510639"/>
                </a:lnTo>
                <a:lnTo>
                  <a:pt x="1510157" y="1512862"/>
                </a:lnTo>
                <a:lnTo>
                  <a:pt x="1511833" y="1513408"/>
                </a:lnTo>
                <a:lnTo>
                  <a:pt x="1514602" y="1510601"/>
                </a:lnTo>
                <a:lnTo>
                  <a:pt x="1516824" y="1509483"/>
                </a:lnTo>
                <a:lnTo>
                  <a:pt x="1519593" y="1506677"/>
                </a:lnTo>
                <a:close/>
              </a:path>
              <a:path w="2118994" h="2446654">
                <a:moveTo>
                  <a:pt x="1524698" y="1168704"/>
                </a:moveTo>
                <a:lnTo>
                  <a:pt x="1524584" y="1160221"/>
                </a:lnTo>
                <a:lnTo>
                  <a:pt x="1522539" y="1166495"/>
                </a:lnTo>
                <a:lnTo>
                  <a:pt x="1524698" y="1168704"/>
                </a:lnTo>
                <a:close/>
              </a:path>
              <a:path w="2118994" h="2446654">
                <a:moveTo>
                  <a:pt x="1531988" y="1440370"/>
                </a:moveTo>
                <a:lnTo>
                  <a:pt x="1530477" y="1411503"/>
                </a:lnTo>
                <a:lnTo>
                  <a:pt x="1529524" y="1402537"/>
                </a:lnTo>
                <a:lnTo>
                  <a:pt x="1520901" y="1420088"/>
                </a:lnTo>
                <a:lnTo>
                  <a:pt x="1518285" y="1429880"/>
                </a:lnTo>
                <a:lnTo>
                  <a:pt x="1521904" y="1435455"/>
                </a:lnTo>
                <a:lnTo>
                  <a:pt x="1531988" y="1440370"/>
                </a:lnTo>
                <a:close/>
              </a:path>
              <a:path w="2118994" h="2446654">
                <a:moveTo>
                  <a:pt x="1532470" y="1336840"/>
                </a:moveTo>
                <a:lnTo>
                  <a:pt x="1529118" y="1335747"/>
                </a:lnTo>
                <a:lnTo>
                  <a:pt x="1526895" y="1336878"/>
                </a:lnTo>
                <a:lnTo>
                  <a:pt x="1523555" y="1335786"/>
                </a:lnTo>
                <a:lnTo>
                  <a:pt x="1519936" y="1380883"/>
                </a:lnTo>
                <a:lnTo>
                  <a:pt x="1529626" y="1371066"/>
                </a:lnTo>
                <a:lnTo>
                  <a:pt x="1531429" y="1359877"/>
                </a:lnTo>
                <a:lnTo>
                  <a:pt x="1530616" y="1348181"/>
                </a:lnTo>
                <a:lnTo>
                  <a:pt x="1532470" y="1336840"/>
                </a:lnTo>
                <a:close/>
              </a:path>
              <a:path w="2118994" h="2446654">
                <a:moveTo>
                  <a:pt x="1532559" y="1176718"/>
                </a:moveTo>
                <a:lnTo>
                  <a:pt x="1524698" y="1168704"/>
                </a:lnTo>
                <a:lnTo>
                  <a:pt x="1525104" y="1199515"/>
                </a:lnTo>
                <a:lnTo>
                  <a:pt x="1532559" y="1176718"/>
                </a:lnTo>
                <a:close/>
              </a:path>
              <a:path w="2118994" h="2446654">
                <a:moveTo>
                  <a:pt x="1546402" y="1702447"/>
                </a:moveTo>
                <a:lnTo>
                  <a:pt x="1544193" y="1688934"/>
                </a:lnTo>
                <a:lnTo>
                  <a:pt x="1542554" y="1675257"/>
                </a:lnTo>
                <a:lnTo>
                  <a:pt x="1539951" y="1648485"/>
                </a:lnTo>
                <a:lnTo>
                  <a:pt x="1538274" y="1647939"/>
                </a:lnTo>
                <a:lnTo>
                  <a:pt x="1534375" y="1648523"/>
                </a:lnTo>
                <a:lnTo>
                  <a:pt x="1532166" y="1649653"/>
                </a:lnTo>
                <a:lnTo>
                  <a:pt x="1534845" y="1663319"/>
                </a:lnTo>
                <a:lnTo>
                  <a:pt x="1533093" y="1677263"/>
                </a:lnTo>
                <a:lnTo>
                  <a:pt x="1532496" y="1690903"/>
                </a:lnTo>
                <a:lnTo>
                  <a:pt x="1538617" y="1703603"/>
                </a:lnTo>
                <a:lnTo>
                  <a:pt x="1542503" y="1703019"/>
                </a:lnTo>
                <a:lnTo>
                  <a:pt x="1544180" y="1703565"/>
                </a:lnTo>
                <a:lnTo>
                  <a:pt x="1546402" y="1702447"/>
                </a:lnTo>
                <a:close/>
              </a:path>
              <a:path w="2118994" h="2446654">
                <a:moveTo>
                  <a:pt x="1756664" y="286207"/>
                </a:moveTo>
                <a:lnTo>
                  <a:pt x="1746364" y="276821"/>
                </a:lnTo>
                <a:lnTo>
                  <a:pt x="1748967" y="268884"/>
                </a:lnTo>
                <a:lnTo>
                  <a:pt x="1739900" y="255739"/>
                </a:lnTo>
                <a:lnTo>
                  <a:pt x="1742909" y="246532"/>
                </a:lnTo>
                <a:lnTo>
                  <a:pt x="1734604" y="231038"/>
                </a:lnTo>
                <a:lnTo>
                  <a:pt x="1738071" y="220421"/>
                </a:lnTo>
                <a:lnTo>
                  <a:pt x="1728444" y="209003"/>
                </a:lnTo>
                <a:lnTo>
                  <a:pt x="1705000" y="198983"/>
                </a:lnTo>
                <a:lnTo>
                  <a:pt x="1712112" y="177228"/>
                </a:lnTo>
                <a:lnTo>
                  <a:pt x="1700034" y="173278"/>
                </a:lnTo>
                <a:lnTo>
                  <a:pt x="1699488" y="174955"/>
                </a:lnTo>
                <a:lnTo>
                  <a:pt x="1690509" y="161518"/>
                </a:lnTo>
                <a:lnTo>
                  <a:pt x="1698891" y="135877"/>
                </a:lnTo>
                <a:lnTo>
                  <a:pt x="1686826" y="131927"/>
                </a:lnTo>
                <a:lnTo>
                  <a:pt x="1678165" y="158407"/>
                </a:lnTo>
                <a:lnTo>
                  <a:pt x="1669630" y="143675"/>
                </a:lnTo>
                <a:lnTo>
                  <a:pt x="1661185" y="128612"/>
                </a:lnTo>
                <a:lnTo>
                  <a:pt x="1664868" y="117348"/>
                </a:lnTo>
                <a:lnTo>
                  <a:pt x="1639074" y="114477"/>
                </a:lnTo>
                <a:lnTo>
                  <a:pt x="1614119" y="109105"/>
                </a:lnTo>
                <a:lnTo>
                  <a:pt x="1601228" y="107670"/>
                </a:lnTo>
                <a:lnTo>
                  <a:pt x="1590243" y="100380"/>
                </a:lnTo>
                <a:lnTo>
                  <a:pt x="1591335" y="97040"/>
                </a:lnTo>
                <a:lnTo>
                  <a:pt x="1587106" y="69100"/>
                </a:lnTo>
                <a:lnTo>
                  <a:pt x="1566595" y="50076"/>
                </a:lnTo>
                <a:lnTo>
                  <a:pt x="1544040" y="37325"/>
                </a:lnTo>
                <a:lnTo>
                  <a:pt x="1533664" y="28206"/>
                </a:lnTo>
                <a:lnTo>
                  <a:pt x="1521942" y="23190"/>
                </a:lnTo>
                <a:lnTo>
                  <a:pt x="1509039" y="21780"/>
                </a:lnTo>
                <a:lnTo>
                  <a:pt x="1495259" y="23063"/>
                </a:lnTo>
                <a:lnTo>
                  <a:pt x="1484299" y="15722"/>
                </a:lnTo>
                <a:lnTo>
                  <a:pt x="1471383" y="14338"/>
                </a:lnTo>
                <a:lnTo>
                  <a:pt x="1457655" y="15468"/>
                </a:lnTo>
                <a:lnTo>
                  <a:pt x="1432166" y="11709"/>
                </a:lnTo>
                <a:lnTo>
                  <a:pt x="1418767" y="11823"/>
                </a:lnTo>
                <a:lnTo>
                  <a:pt x="1393151" y="8458"/>
                </a:lnTo>
                <a:lnTo>
                  <a:pt x="1379499" y="9347"/>
                </a:lnTo>
                <a:lnTo>
                  <a:pt x="1353718" y="6451"/>
                </a:lnTo>
                <a:lnTo>
                  <a:pt x="1248943" y="0"/>
                </a:lnTo>
                <a:lnTo>
                  <a:pt x="1243482" y="16700"/>
                </a:lnTo>
                <a:lnTo>
                  <a:pt x="1229766" y="17805"/>
                </a:lnTo>
                <a:lnTo>
                  <a:pt x="1232496" y="9436"/>
                </a:lnTo>
                <a:lnTo>
                  <a:pt x="1219885" y="7162"/>
                </a:lnTo>
                <a:lnTo>
                  <a:pt x="1190218" y="97955"/>
                </a:lnTo>
                <a:lnTo>
                  <a:pt x="1171194" y="115316"/>
                </a:lnTo>
                <a:lnTo>
                  <a:pt x="1132840" y="232702"/>
                </a:lnTo>
                <a:lnTo>
                  <a:pt x="1131887" y="276517"/>
                </a:lnTo>
                <a:lnTo>
                  <a:pt x="1084072" y="422871"/>
                </a:lnTo>
                <a:lnTo>
                  <a:pt x="1083906" y="464273"/>
                </a:lnTo>
                <a:lnTo>
                  <a:pt x="1071778" y="501421"/>
                </a:lnTo>
                <a:lnTo>
                  <a:pt x="1071854" y="542036"/>
                </a:lnTo>
                <a:lnTo>
                  <a:pt x="1059649" y="579424"/>
                </a:lnTo>
                <a:lnTo>
                  <a:pt x="1059586" y="661441"/>
                </a:lnTo>
                <a:lnTo>
                  <a:pt x="1047369" y="698830"/>
                </a:lnTo>
                <a:lnTo>
                  <a:pt x="1048778" y="735393"/>
                </a:lnTo>
                <a:lnTo>
                  <a:pt x="1038123" y="768019"/>
                </a:lnTo>
                <a:lnTo>
                  <a:pt x="1039545" y="804583"/>
                </a:lnTo>
                <a:lnTo>
                  <a:pt x="1028890" y="837209"/>
                </a:lnTo>
                <a:lnTo>
                  <a:pt x="1026350" y="1008570"/>
                </a:lnTo>
                <a:lnTo>
                  <a:pt x="1003084" y="1284249"/>
                </a:lnTo>
                <a:lnTo>
                  <a:pt x="1011224" y="1341132"/>
                </a:lnTo>
                <a:lnTo>
                  <a:pt x="1003642" y="1446136"/>
                </a:lnTo>
                <a:lnTo>
                  <a:pt x="1012012" y="1502308"/>
                </a:lnTo>
                <a:lnTo>
                  <a:pt x="1008341" y="1554441"/>
                </a:lnTo>
                <a:lnTo>
                  <a:pt x="1007389" y="1598244"/>
                </a:lnTo>
                <a:lnTo>
                  <a:pt x="1018667" y="1645526"/>
                </a:lnTo>
                <a:lnTo>
                  <a:pt x="1017333" y="1731416"/>
                </a:lnTo>
                <a:lnTo>
                  <a:pt x="1020165" y="1804555"/>
                </a:lnTo>
                <a:lnTo>
                  <a:pt x="1009954" y="1794916"/>
                </a:lnTo>
                <a:lnTo>
                  <a:pt x="1011504" y="1790153"/>
                </a:lnTo>
                <a:lnTo>
                  <a:pt x="1000785" y="1782076"/>
                </a:lnTo>
                <a:lnTo>
                  <a:pt x="989952" y="1774317"/>
                </a:lnTo>
                <a:lnTo>
                  <a:pt x="985583" y="1787702"/>
                </a:lnTo>
                <a:lnTo>
                  <a:pt x="976350" y="1775053"/>
                </a:lnTo>
                <a:lnTo>
                  <a:pt x="976172" y="1775599"/>
                </a:lnTo>
                <a:lnTo>
                  <a:pt x="962596" y="1776285"/>
                </a:lnTo>
                <a:lnTo>
                  <a:pt x="970724" y="1751380"/>
                </a:lnTo>
                <a:lnTo>
                  <a:pt x="960843" y="1740738"/>
                </a:lnTo>
                <a:lnTo>
                  <a:pt x="964526" y="1729473"/>
                </a:lnTo>
                <a:lnTo>
                  <a:pt x="956081" y="1714423"/>
                </a:lnTo>
                <a:lnTo>
                  <a:pt x="959612" y="1703628"/>
                </a:lnTo>
                <a:lnTo>
                  <a:pt x="950912" y="1689354"/>
                </a:lnTo>
                <a:lnTo>
                  <a:pt x="952690" y="1683893"/>
                </a:lnTo>
                <a:lnTo>
                  <a:pt x="942047" y="1675587"/>
                </a:lnTo>
                <a:lnTo>
                  <a:pt x="943368" y="1671535"/>
                </a:lnTo>
                <a:lnTo>
                  <a:pt x="932776" y="1663065"/>
                </a:lnTo>
                <a:lnTo>
                  <a:pt x="925931" y="1643126"/>
                </a:lnTo>
                <a:lnTo>
                  <a:pt x="919695" y="1621294"/>
                </a:lnTo>
                <a:lnTo>
                  <a:pt x="912850" y="1601355"/>
                </a:lnTo>
                <a:lnTo>
                  <a:pt x="892086" y="1583118"/>
                </a:lnTo>
                <a:lnTo>
                  <a:pt x="893737" y="1578102"/>
                </a:lnTo>
                <a:lnTo>
                  <a:pt x="887399" y="1556588"/>
                </a:lnTo>
                <a:lnTo>
                  <a:pt x="868997" y="1531137"/>
                </a:lnTo>
                <a:lnTo>
                  <a:pt x="868565" y="1529689"/>
                </a:lnTo>
                <a:lnTo>
                  <a:pt x="855103" y="1532763"/>
                </a:lnTo>
                <a:lnTo>
                  <a:pt x="838708" y="1542046"/>
                </a:lnTo>
                <a:lnTo>
                  <a:pt x="836650" y="1548345"/>
                </a:lnTo>
                <a:lnTo>
                  <a:pt x="826770" y="1537703"/>
                </a:lnTo>
                <a:lnTo>
                  <a:pt x="817968" y="1523720"/>
                </a:lnTo>
                <a:lnTo>
                  <a:pt x="830783" y="1525397"/>
                </a:lnTo>
                <a:lnTo>
                  <a:pt x="843546" y="1527225"/>
                </a:lnTo>
                <a:lnTo>
                  <a:pt x="856411" y="1528737"/>
                </a:lnTo>
                <a:lnTo>
                  <a:pt x="868476" y="1529410"/>
                </a:lnTo>
                <a:lnTo>
                  <a:pt x="856322" y="1488109"/>
                </a:lnTo>
                <a:lnTo>
                  <a:pt x="842606" y="1489189"/>
                </a:lnTo>
                <a:lnTo>
                  <a:pt x="835507" y="1510944"/>
                </a:lnTo>
                <a:lnTo>
                  <a:pt x="823569" y="1506588"/>
                </a:lnTo>
                <a:lnTo>
                  <a:pt x="824534" y="1503654"/>
                </a:lnTo>
                <a:lnTo>
                  <a:pt x="815047" y="1491754"/>
                </a:lnTo>
                <a:lnTo>
                  <a:pt x="821753" y="1471269"/>
                </a:lnTo>
                <a:lnTo>
                  <a:pt x="810768" y="1463979"/>
                </a:lnTo>
                <a:lnTo>
                  <a:pt x="813638" y="1455191"/>
                </a:lnTo>
                <a:lnTo>
                  <a:pt x="802792" y="1447482"/>
                </a:lnTo>
                <a:lnTo>
                  <a:pt x="804024" y="1443723"/>
                </a:lnTo>
                <a:lnTo>
                  <a:pt x="793178" y="1436014"/>
                </a:lnTo>
                <a:lnTo>
                  <a:pt x="806729" y="1435430"/>
                </a:lnTo>
                <a:lnTo>
                  <a:pt x="808050" y="1431378"/>
                </a:lnTo>
                <a:lnTo>
                  <a:pt x="821550" y="1430959"/>
                </a:lnTo>
                <a:lnTo>
                  <a:pt x="823341" y="1425498"/>
                </a:lnTo>
                <a:lnTo>
                  <a:pt x="834580" y="1431975"/>
                </a:lnTo>
                <a:lnTo>
                  <a:pt x="826122" y="1457883"/>
                </a:lnTo>
                <a:lnTo>
                  <a:pt x="834440" y="1460601"/>
                </a:lnTo>
                <a:lnTo>
                  <a:pt x="838187" y="1461820"/>
                </a:lnTo>
                <a:lnTo>
                  <a:pt x="843457" y="1445691"/>
                </a:lnTo>
                <a:lnTo>
                  <a:pt x="835621" y="1428813"/>
                </a:lnTo>
                <a:lnTo>
                  <a:pt x="827265" y="1413497"/>
                </a:lnTo>
                <a:lnTo>
                  <a:pt x="819467" y="1396453"/>
                </a:lnTo>
                <a:lnTo>
                  <a:pt x="823290" y="1384744"/>
                </a:lnTo>
                <a:lnTo>
                  <a:pt x="813079" y="1375117"/>
                </a:lnTo>
                <a:lnTo>
                  <a:pt x="813955" y="1372438"/>
                </a:lnTo>
                <a:lnTo>
                  <a:pt x="801331" y="1370164"/>
                </a:lnTo>
                <a:lnTo>
                  <a:pt x="790943" y="1401953"/>
                </a:lnTo>
                <a:lnTo>
                  <a:pt x="781799" y="1389049"/>
                </a:lnTo>
                <a:lnTo>
                  <a:pt x="789711" y="1364843"/>
                </a:lnTo>
                <a:lnTo>
                  <a:pt x="806246" y="1355115"/>
                </a:lnTo>
                <a:lnTo>
                  <a:pt x="807339" y="1351762"/>
                </a:lnTo>
                <a:lnTo>
                  <a:pt x="797458" y="1341132"/>
                </a:lnTo>
                <a:lnTo>
                  <a:pt x="794727" y="1349489"/>
                </a:lnTo>
                <a:lnTo>
                  <a:pt x="778281" y="1358938"/>
                </a:lnTo>
                <a:lnTo>
                  <a:pt x="764565" y="1360004"/>
                </a:lnTo>
                <a:lnTo>
                  <a:pt x="765657" y="1356664"/>
                </a:lnTo>
                <a:lnTo>
                  <a:pt x="754138" y="1351051"/>
                </a:lnTo>
                <a:lnTo>
                  <a:pt x="767854" y="1349971"/>
                </a:lnTo>
                <a:lnTo>
                  <a:pt x="768946" y="1346631"/>
                </a:lnTo>
                <a:lnTo>
                  <a:pt x="782650" y="1345552"/>
                </a:lnTo>
                <a:lnTo>
                  <a:pt x="790308" y="1322133"/>
                </a:lnTo>
                <a:lnTo>
                  <a:pt x="785228" y="1296771"/>
                </a:lnTo>
                <a:lnTo>
                  <a:pt x="776732" y="1281887"/>
                </a:lnTo>
                <a:lnTo>
                  <a:pt x="768235" y="1267002"/>
                </a:lnTo>
                <a:lnTo>
                  <a:pt x="763612" y="1240243"/>
                </a:lnTo>
                <a:lnTo>
                  <a:pt x="747382" y="1208125"/>
                </a:lnTo>
                <a:lnTo>
                  <a:pt x="734809" y="1246606"/>
                </a:lnTo>
                <a:lnTo>
                  <a:pt x="724789" y="1236383"/>
                </a:lnTo>
                <a:lnTo>
                  <a:pt x="726846" y="1230109"/>
                </a:lnTo>
                <a:lnTo>
                  <a:pt x="716813" y="1219898"/>
                </a:lnTo>
                <a:lnTo>
                  <a:pt x="721347" y="1206042"/>
                </a:lnTo>
                <a:lnTo>
                  <a:pt x="711847" y="1194206"/>
                </a:lnTo>
                <a:lnTo>
                  <a:pt x="717727" y="1176223"/>
                </a:lnTo>
                <a:lnTo>
                  <a:pt x="702919" y="1180642"/>
                </a:lnTo>
                <a:lnTo>
                  <a:pt x="703605" y="1178547"/>
                </a:lnTo>
                <a:lnTo>
                  <a:pt x="691108" y="1175905"/>
                </a:lnTo>
                <a:lnTo>
                  <a:pt x="694677" y="1164983"/>
                </a:lnTo>
                <a:lnTo>
                  <a:pt x="682599" y="1161046"/>
                </a:lnTo>
                <a:lnTo>
                  <a:pt x="696810" y="1117549"/>
                </a:lnTo>
                <a:lnTo>
                  <a:pt x="708888" y="1121486"/>
                </a:lnTo>
                <a:lnTo>
                  <a:pt x="701497" y="1103198"/>
                </a:lnTo>
                <a:lnTo>
                  <a:pt x="694118" y="1084897"/>
                </a:lnTo>
                <a:lnTo>
                  <a:pt x="686574" y="1067079"/>
                </a:lnTo>
                <a:lnTo>
                  <a:pt x="681405" y="1054849"/>
                </a:lnTo>
                <a:lnTo>
                  <a:pt x="681405" y="1082890"/>
                </a:lnTo>
                <a:lnTo>
                  <a:pt x="679234" y="1089583"/>
                </a:lnTo>
                <a:lnTo>
                  <a:pt x="665518" y="1090650"/>
                </a:lnTo>
                <a:lnTo>
                  <a:pt x="653440" y="1086713"/>
                </a:lnTo>
                <a:lnTo>
                  <a:pt x="658291" y="1071867"/>
                </a:lnTo>
                <a:lnTo>
                  <a:pt x="648538" y="1060831"/>
                </a:lnTo>
                <a:lnTo>
                  <a:pt x="651205" y="1052664"/>
                </a:lnTo>
                <a:lnTo>
                  <a:pt x="661365" y="1062456"/>
                </a:lnTo>
                <a:lnTo>
                  <a:pt x="672592" y="1069009"/>
                </a:lnTo>
                <a:lnTo>
                  <a:pt x="670979" y="1073924"/>
                </a:lnTo>
                <a:lnTo>
                  <a:pt x="681405" y="1082890"/>
                </a:lnTo>
                <a:lnTo>
                  <a:pt x="681405" y="1054849"/>
                </a:lnTo>
                <a:lnTo>
                  <a:pt x="679043" y="1049248"/>
                </a:lnTo>
                <a:lnTo>
                  <a:pt x="663346" y="1015479"/>
                </a:lnTo>
                <a:lnTo>
                  <a:pt x="646734" y="984542"/>
                </a:lnTo>
                <a:lnTo>
                  <a:pt x="645083" y="989609"/>
                </a:lnTo>
                <a:lnTo>
                  <a:pt x="631253" y="991057"/>
                </a:lnTo>
                <a:lnTo>
                  <a:pt x="629285" y="997064"/>
                </a:lnTo>
                <a:lnTo>
                  <a:pt x="614946" y="1000074"/>
                </a:lnTo>
                <a:lnTo>
                  <a:pt x="631926" y="948080"/>
                </a:lnTo>
                <a:lnTo>
                  <a:pt x="631037" y="947343"/>
                </a:lnTo>
                <a:lnTo>
                  <a:pt x="621449" y="939253"/>
                </a:lnTo>
                <a:lnTo>
                  <a:pt x="625830" y="925868"/>
                </a:lnTo>
                <a:lnTo>
                  <a:pt x="603326" y="912952"/>
                </a:lnTo>
                <a:lnTo>
                  <a:pt x="592074" y="906500"/>
                </a:lnTo>
                <a:lnTo>
                  <a:pt x="595617" y="895629"/>
                </a:lnTo>
                <a:lnTo>
                  <a:pt x="585736" y="884999"/>
                </a:lnTo>
                <a:lnTo>
                  <a:pt x="586828" y="881646"/>
                </a:lnTo>
                <a:lnTo>
                  <a:pt x="573659" y="881049"/>
                </a:lnTo>
                <a:lnTo>
                  <a:pt x="579628" y="862774"/>
                </a:lnTo>
                <a:lnTo>
                  <a:pt x="570407" y="850125"/>
                </a:lnTo>
                <a:lnTo>
                  <a:pt x="572935" y="842365"/>
                </a:lnTo>
                <a:lnTo>
                  <a:pt x="586778" y="840905"/>
                </a:lnTo>
                <a:lnTo>
                  <a:pt x="588962" y="834212"/>
                </a:lnTo>
                <a:lnTo>
                  <a:pt x="574713" y="836955"/>
                </a:lnTo>
                <a:lnTo>
                  <a:pt x="573062" y="841984"/>
                </a:lnTo>
                <a:lnTo>
                  <a:pt x="558812" y="844727"/>
                </a:lnTo>
                <a:lnTo>
                  <a:pt x="572477" y="802894"/>
                </a:lnTo>
                <a:lnTo>
                  <a:pt x="559473" y="801801"/>
                </a:lnTo>
                <a:lnTo>
                  <a:pt x="558279" y="805434"/>
                </a:lnTo>
                <a:lnTo>
                  <a:pt x="544715" y="806069"/>
                </a:lnTo>
                <a:lnTo>
                  <a:pt x="551065" y="786650"/>
                </a:lnTo>
                <a:lnTo>
                  <a:pt x="545553" y="762622"/>
                </a:lnTo>
                <a:lnTo>
                  <a:pt x="535025" y="753922"/>
                </a:lnTo>
                <a:lnTo>
                  <a:pt x="537933" y="745032"/>
                </a:lnTo>
                <a:lnTo>
                  <a:pt x="527418" y="736333"/>
                </a:lnTo>
                <a:lnTo>
                  <a:pt x="529056" y="731329"/>
                </a:lnTo>
                <a:lnTo>
                  <a:pt x="542226" y="731913"/>
                </a:lnTo>
                <a:lnTo>
                  <a:pt x="531609" y="723519"/>
                </a:lnTo>
                <a:lnTo>
                  <a:pt x="520992" y="715111"/>
                </a:lnTo>
                <a:lnTo>
                  <a:pt x="501243" y="693762"/>
                </a:lnTo>
                <a:lnTo>
                  <a:pt x="482625" y="668959"/>
                </a:lnTo>
                <a:lnTo>
                  <a:pt x="476846" y="645756"/>
                </a:lnTo>
                <a:lnTo>
                  <a:pt x="480225" y="635406"/>
                </a:lnTo>
                <a:lnTo>
                  <a:pt x="469696" y="626757"/>
                </a:lnTo>
                <a:lnTo>
                  <a:pt x="457923" y="621868"/>
                </a:lnTo>
                <a:lnTo>
                  <a:pt x="445541" y="618871"/>
                </a:lnTo>
                <a:lnTo>
                  <a:pt x="433120" y="616013"/>
                </a:lnTo>
                <a:lnTo>
                  <a:pt x="421817" y="609727"/>
                </a:lnTo>
                <a:lnTo>
                  <a:pt x="411949" y="599033"/>
                </a:lnTo>
                <a:lnTo>
                  <a:pt x="416433" y="585292"/>
                </a:lnTo>
                <a:lnTo>
                  <a:pt x="429602" y="585889"/>
                </a:lnTo>
                <a:lnTo>
                  <a:pt x="418172" y="579958"/>
                </a:lnTo>
                <a:lnTo>
                  <a:pt x="394919" y="569341"/>
                </a:lnTo>
                <a:lnTo>
                  <a:pt x="395566" y="567359"/>
                </a:lnTo>
                <a:lnTo>
                  <a:pt x="373926" y="551840"/>
                </a:lnTo>
                <a:lnTo>
                  <a:pt x="326517" y="533349"/>
                </a:lnTo>
                <a:lnTo>
                  <a:pt x="275640" y="525513"/>
                </a:lnTo>
                <a:lnTo>
                  <a:pt x="236207" y="523519"/>
                </a:lnTo>
                <a:lnTo>
                  <a:pt x="222732" y="523862"/>
                </a:lnTo>
                <a:lnTo>
                  <a:pt x="184569" y="518007"/>
                </a:lnTo>
                <a:lnTo>
                  <a:pt x="158623" y="515645"/>
                </a:lnTo>
                <a:lnTo>
                  <a:pt x="132778" y="512953"/>
                </a:lnTo>
                <a:lnTo>
                  <a:pt x="106984" y="510108"/>
                </a:lnTo>
                <a:lnTo>
                  <a:pt x="93941" y="509117"/>
                </a:lnTo>
                <a:lnTo>
                  <a:pt x="80441" y="509549"/>
                </a:lnTo>
                <a:lnTo>
                  <a:pt x="78308" y="516102"/>
                </a:lnTo>
                <a:lnTo>
                  <a:pt x="63119" y="521703"/>
                </a:lnTo>
                <a:lnTo>
                  <a:pt x="16281" y="665060"/>
                </a:lnTo>
                <a:lnTo>
                  <a:pt x="9194" y="850328"/>
                </a:lnTo>
                <a:lnTo>
                  <a:pt x="0" y="1001166"/>
                </a:lnTo>
                <a:lnTo>
                  <a:pt x="9169" y="1054900"/>
                </a:lnTo>
                <a:lnTo>
                  <a:pt x="6210" y="1104861"/>
                </a:lnTo>
                <a:lnTo>
                  <a:pt x="14744" y="1160538"/>
                </a:lnTo>
                <a:lnTo>
                  <a:pt x="11150" y="1212418"/>
                </a:lnTo>
                <a:lnTo>
                  <a:pt x="19634" y="1268247"/>
                </a:lnTo>
                <a:lnTo>
                  <a:pt x="16090" y="1319987"/>
                </a:lnTo>
                <a:lnTo>
                  <a:pt x="24714" y="1375397"/>
                </a:lnTo>
                <a:lnTo>
                  <a:pt x="21399" y="1426438"/>
                </a:lnTo>
                <a:lnTo>
                  <a:pt x="47447" y="1592097"/>
                </a:lnTo>
                <a:lnTo>
                  <a:pt x="44170" y="1643024"/>
                </a:lnTo>
                <a:lnTo>
                  <a:pt x="61836" y="1752549"/>
                </a:lnTo>
                <a:lnTo>
                  <a:pt x="72974" y="1800225"/>
                </a:lnTo>
                <a:lnTo>
                  <a:pt x="72237" y="1843405"/>
                </a:lnTo>
                <a:lnTo>
                  <a:pt x="106540" y="1983778"/>
                </a:lnTo>
                <a:lnTo>
                  <a:pt x="110464" y="2053577"/>
                </a:lnTo>
                <a:lnTo>
                  <a:pt x="124396" y="2092718"/>
                </a:lnTo>
                <a:lnTo>
                  <a:pt x="126453" y="2127300"/>
                </a:lnTo>
                <a:lnTo>
                  <a:pt x="194373" y="2410180"/>
                </a:lnTo>
                <a:lnTo>
                  <a:pt x="209334" y="2446172"/>
                </a:lnTo>
                <a:lnTo>
                  <a:pt x="556704" y="2446159"/>
                </a:lnTo>
                <a:lnTo>
                  <a:pt x="547331" y="2433955"/>
                </a:lnTo>
                <a:lnTo>
                  <a:pt x="540931" y="2412682"/>
                </a:lnTo>
                <a:lnTo>
                  <a:pt x="542569" y="2407653"/>
                </a:lnTo>
                <a:lnTo>
                  <a:pt x="534593" y="2391168"/>
                </a:lnTo>
                <a:lnTo>
                  <a:pt x="542785" y="2366073"/>
                </a:lnTo>
                <a:lnTo>
                  <a:pt x="534822" y="2349576"/>
                </a:lnTo>
                <a:lnTo>
                  <a:pt x="538416" y="2338578"/>
                </a:lnTo>
                <a:lnTo>
                  <a:pt x="530987" y="2326144"/>
                </a:lnTo>
                <a:lnTo>
                  <a:pt x="530987" y="2361298"/>
                </a:lnTo>
                <a:lnTo>
                  <a:pt x="514553" y="2370734"/>
                </a:lnTo>
                <a:lnTo>
                  <a:pt x="512356" y="2377427"/>
                </a:lnTo>
                <a:lnTo>
                  <a:pt x="502526" y="2366632"/>
                </a:lnTo>
                <a:lnTo>
                  <a:pt x="507822" y="2350427"/>
                </a:lnTo>
                <a:lnTo>
                  <a:pt x="522744" y="2345639"/>
                </a:lnTo>
                <a:lnTo>
                  <a:pt x="520560" y="2352332"/>
                </a:lnTo>
                <a:lnTo>
                  <a:pt x="530987" y="2361298"/>
                </a:lnTo>
                <a:lnTo>
                  <a:pt x="530987" y="2326144"/>
                </a:lnTo>
                <a:lnTo>
                  <a:pt x="529780" y="2324112"/>
                </a:lnTo>
                <a:lnTo>
                  <a:pt x="533120" y="2313876"/>
                </a:lnTo>
                <a:lnTo>
                  <a:pt x="524332" y="2299868"/>
                </a:lnTo>
                <a:lnTo>
                  <a:pt x="521690" y="2267064"/>
                </a:lnTo>
                <a:lnTo>
                  <a:pt x="504329" y="2197519"/>
                </a:lnTo>
                <a:lnTo>
                  <a:pt x="489610" y="2160765"/>
                </a:lnTo>
                <a:lnTo>
                  <a:pt x="479450" y="2069185"/>
                </a:lnTo>
                <a:lnTo>
                  <a:pt x="464235" y="2033981"/>
                </a:lnTo>
                <a:lnTo>
                  <a:pt x="450380" y="1912810"/>
                </a:lnTo>
                <a:lnTo>
                  <a:pt x="447230" y="1881517"/>
                </a:lnTo>
                <a:lnTo>
                  <a:pt x="428675" y="1815630"/>
                </a:lnTo>
                <a:lnTo>
                  <a:pt x="425538" y="1784350"/>
                </a:lnTo>
                <a:lnTo>
                  <a:pt x="414782" y="1735467"/>
                </a:lnTo>
                <a:lnTo>
                  <a:pt x="416102" y="1690535"/>
                </a:lnTo>
                <a:lnTo>
                  <a:pt x="404482" y="1603425"/>
                </a:lnTo>
                <a:lnTo>
                  <a:pt x="397738" y="1583169"/>
                </a:lnTo>
                <a:lnTo>
                  <a:pt x="396316" y="1546606"/>
                </a:lnTo>
                <a:lnTo>
                  <a:pt x="401650" y="1530286"/>
                </a:lnTo>
                <a:lnTo>
                  <a:pt x="414388" y="1573098"/>
                </a:lnTo>
                <a:lnTo>
                  <a:pt x="420878" y="1594116"/>
                </a:lnTo>
                <a:lnTo>
                  <a:pt x="427532" y="1614652"/>
                </a:lnTo>
                <a:lnTo>
                  <a:pt x="445452" y="1641602"/>
                </a:lnTo>
                <a:lnTo>
                  <a:pt x="451243" y="1664754"/>
                </a:lnTo>
                <a:lnTo>
                  <a:pt x="457149" y="1687601"/>
                </a:lnTo>
                <a:lnTo>
                  <a:pt x="475373" y="1713598"/>
                </a:lnTo>
                <a:lnTo>
                  <a:pt x="488137" y="1756333"/>
                </a:lnTo>
                <a:lnTo>
                  <a:pt x="563346" y="1894166"/>
                </a:lnTo>
                <a:lnTo>
                  <a:pt x="596125" y="1957412"/>
                </a:lnTo>
                <a:lnTo>
                  <a:pt x="612648" y="1988642"/>
                </a:lnTo>
                <a:lnTo>
                  <a:pt x="629323" y="2019401"/>
                </a:lnTo>
                <a:lnTo>
                  <a:pt x="657847" y="2054783"/>
                </a:lnTo>
                <a:lnTo>
                  <a:pt x="674446" y="2085759"/>
                </a:lnTo>
                <a:lnTo>
                  <a:pt x="703224" y="2120354"/>
                </a:lnTo>
                <a:lnTo>
                  <a:pt x="728370" y="2166074"/>
                </a:lnTo>
                <a:lnTo>
                  <a:pt x="736815" y="2181123"/>
                </a:lnTo>
                <a:lnTo>
                  <a:pt x="745363" y="2195855"/>
                </a:lnTo>
                <a:lnTo>
                  <a:pt x="754062" y="2210130"/>
                </a:lnTo>
                <a:lnTo>
                  <a:pt x="784720" y="2238959"/>
                </a:lnTo>
                <a:lnTo>
                  <a:pt x="803630" y="2262886"/>
                </a:lnTo>
                <a:lnTo>
                  <a:pt x="822731" y="2286203"/>
                </a:lnTo>
                <a:lnTo>
                  <a:pt x="841946" y="2309203"/>
                </a:lnTo>
                <a:lnTo>
                  <a:pt x="863244" y="2325763"/>
                </a:lnTo>
                <a:lnTo>
                  <a:pt x="872693" y="2337765"/>
                </a:lnTo>
                <a:lnTo>
                  <a:pt x="894613" y="2352446"/>
                </a:lnTo>
                <a:lnTo>
                  <a:pt x="905078" y="2361298"/>
                </a:lnTo>
                <a:lnTo>
                  <a:pt x="928357" y="2371852"/>
                </a:lnTo>
                <a:lnTo>
                  <a:pt x="940066" y="2376894"/>
                </a:lnTo>
                <a:lnTo>
                  <a:pt x="964057" y="2385250"/>
                </a:lnTo>
                <a:lnTo>
                  <a:pt x="975880" y="2389987"/>
                </a:lnTo>
                <a:lnTo>
                  <a:pt x="987945" y="2393924"/>
                </a:lnTo>
                <a:lnTo>
                  <a:pt x="989037" y="2390584"/>
                </a:lnTo>
                <a:lnTo>
                  <a:pt x="1004379" y="2384539"/>
                </a:lnTo>
                <a:lnTo>
                  <a:pt x="1019606" y="2378811"/>
                </a:lnTo>
                <a:lnTo>
                  <a:pt x="1046708" y="2377656"/>
                </a:lnTo>
                <a:lnTo>
                  <a:pt x="1061427" y="2373490"/>
                </a:lnTo>
                <a:lnTo>
                  <a:pt x="1104531" y="2364257"/>
                </a:lnTo>
                <a:lnTo>
                  <a:pt x="1148753" y="2351570"/>
                </a:lnTo>
                <a:lnTo>
                  <a:pt x="1193596" y="2337003"/>
                </a:lnTo>
                <a:lnTo>
                  <a:pt x="1238542" y="2322118"/>
                </a:lnTo>
                <a:lnTo>
                  <a:pt x="1238783" y="2321369"/>
                </a:lnTo>
                <a:lnTo>
                  <a:pt x="1250950" y="2325014"/>
                </a:lnTo>
                <a:lnTo>
                  <a:pt x="1263218" y="2328354"/>
                </a:lnTo>
                <a:lnTo>
                  <a:pt x="1263777" y="2326652"/>
                </a:lnTo>
                <a:lnTo>
                  <a:pt x="1277264" y="2326259"/>
                </a:lnTo>
                <a:lnTo>
                  <a:pt x="1278991" y="2320975"/>
                </a:lnTo>
                <a:lnTo>
                  <a:pt x="1516253" y="1594688"/>
                </a:lnTo>
                <a:lnTo>
                  <a:pt x="1522387" y="1616837"/>
                </a:lnTo>
                <a:lnTo>
                  <a:pt x="1509217" y="1616240"/>
                </a:lnTo>
                <a:lnTo>
                  <a:pt x="1278991" y="2320975"/>
                </a:lnTo>
                <a:lnTo>
                  <a:pt x="1292987" y="2319020"/>
                </a:lnTo>
                <a:lnTo>
                  <a:pt x="1295019" y="2312797"/>
                </a:lnTo>
                <a:lnTo>
                  <a:pt x="1325079" y="2302586"/>
                </a:lnTo>
                <a:lnTo>
                  <a:pt x="1373517" y="2276995"/>
                </a:lnTo>
                <a:lnTo>
                  <a:pt x="1391500" y="2262848"/>
                </a:lnTo>
                <a:lnTo>
                  <a:pt x="1422120" y="2250922"/>
                </a:lnTo>
                <a:lnTo>
                  <a:pt x="1440980" y="2234107"/>
                </a:lnTo>
                <a:lnTo>
                  <a:pt x="1460855" y="2214156"/>
                </a:lnTo>
                <a:lnTo>
                  <a:pt x="1512570" y="2055850"/>
                </a:lnTo>
                <a:lnTo>
                  <a:pt x="1506423" y="2033765"/>
                </a:lnTo>
                <a:lnTo>
                  <a:pt x="1515160" y="2007006"/>
                </a:lnTo>
                <a:lnTo>
                  <a:pt x="1528330" y="2007590"/>
                </a:lnTo>
                <a:lnTo>
                  <a:pt x="1517281" y="2000542"/>
                </a:lnTo>
                <a:lnTo>
                  <a:pt x="1507401" y="1989874"/>
                </a:lnTo>
                <a:lnTo>
                  <a:pt x="1520037" y="1951189"/>
                </a:lnTo>
                <a:lnTo>
                  <a:pt x="1514614" y="1926882"/>
                </a:lnTo>
                <a:lnTo>
                  <a:pt x="1509356" y="1902104"/>
                </a:lnTo>
                <a:lnTo>
                  <a:pt x="1516265" y="1880958"/>
                </a:lnTo>
                <a:lnTo>
                  <a:pt x="1511147" y="1855711"/>
                </a:lnTo>
                <a:lnTo>
                  <a:pt x="1517154" y="1837321"/>
                </a:lnTo>
                <a:lnTo>
                  <a:pt x="1525955" y="1851291"/>
                </a:lnTo>
                <a:lnTo>
                  <a:pt x="1526501" y="1849628"/>
                </a:lnTo>
                <a:lnTo>
                  <a:pt x="1539113" y="1851888"/>
                </a:lnTo>
                <a:lnTo>
                  <a:pt x="1533055" y="1759597"/>
                </a:lnTo>
                <a:lnTo>
                  <a:pt x="1533055" y="1829536"/>
                </a:lnTo>
                <a:lnTo>
                  <a:pt x="1532509" y="1831213"/>
                </a:lnTo>
                <a:lnTo>
                  <a:pt x="1519897" y="1828939"/>
                </a:lnTo>
                <a:lnTo>
                  <a:pt x="1524215" y="1815719"/>
                </a:lnTo>
                <a:lnTo>
                  <a:pt x="1523695" y="1796859"/>
                </a:lnTo>
                <a:lnTo>
                  <a:pt x="1525409" y="1812061"/>
                </a:lnTo>
                <a:lnTo>
                  <a:pt x="1533055" y="1829536"/>
                </a:lnTo>
                <a:lnTo>
                  <a:pt x="1533055" y="1759597"/>
                </a:lnTo>
                <a:lnTo>
                  <a:pt x="1532407" y="1749729"/>
                </a:lnTo>
                <a:lnTo>
                  <a:pt x="1542249" y="1719605"/>
                </a:lnTo>
                <a:lnTo>
                  <a:pt x="1530184" y="1715655"/>
                </a:lnTo>
                <a:lnTo>
                  <a:pt x="1527492" y="1723885"/>
                </a:lnTo>
                <a:lnTo>
                  <a:pt x="1527492" y="1764766"/>
                </a:lnTo>
                <a:lnTo>
                  <a:pt x="1523174" y="1778000"/>
                </a:lnTo>
                <a:lnTo>
                  <a:pt x="1516519" y="1757476"/>
                </a:lnTo>
                <a:lnTo>
                  <a:pt x="1517611" y="1754136"/>
                </a:lnTo>
                <a:lnTo>
                  <a:pt x="1527492" y="1764766"/>
                </a:lnTo>
                <a:lnTo>
                  <a:pt x="1527492" y="1723885"/>
                </a:lnTo>
                <a:lnTo>
                  <a:pt x="1526349" y="1727365"/>
                </a:lnTo>
                <a:lnTo>
                  <a:pt x="1509471" y="1697266"/>
                </a:lnTo>
                <a:lnTo>
                  <a:pt x="1505572" y="1668297"/>
                </a:lnTo>
                <a:lnTo>
                  <a:pt x="1516367" y="1635252"/>
                </a:lnTo>
                <a:lnTo>
                  <a:pt x="1526260" y="1645869"/>
                </a:lnTo>
                <a:lnTo>
                  <a:pt x="1534121" y="1621790"/>
                </a:lnTo>
                <a:lnTo>
                  <a:pt x="1529143" y="1596123"/>
                </a:lnTo>
                <a:lnTo>
                  <a:pt x="1522018" y="1577047"/>
                </a:lnTo>
                <a:lnTo>
                  <a:pt x="1513649" y="1570583"/>
                </a:lnTo>
                <a:lnTo>
                  <a:pt x="1513649" y="1578800"/>
                </a:lnTo>
                <a:lnTo>
                  <a:pt x="1508620" y="1577162"/>
                </a:lnTo>
                <a:lnTo>
                  <a:pt x="1508074" y="1578825"/>
                </a:lnTo>
                <a:lnTo>
                  <a:pt x="1497101" y="1571536"/>
                </a:lnTo>
                <a:lnTo>
                  <a:pt x="1497647" y="1569872"/>
                </a:lnTo>
                <a:lnTo>
                  <a:pt x="1509306" y="1575066"/>
                </a:lnTo>
                <a:lnTo>
                  <a:pt x="1513649" y="1578800"/>
                </a:lnTo>
                <a:lnTo>
                  <a:pt x="1513649" y="1570583"/>
                </a:lnTo>
                <a:lnTo>
                  <a:pt x="1511350" y="1568792"/>
                </a:lnTo>
                <a:lnTo>
                  <a:pt x="1502232" y="1555813"/>
                </a:lnTo>
                <a:lnTo>
                  <a:pt x="1511312" y="1528038"/>
                </a:lnTo>
                <a:lnTo>
                  <a:pt x="1500873" y="1519085"/>
                </a:lnTo>
                <a:lnTo>
                  <a:pt x="1501419" y="1517408"/>
                </a:lnTo>
                <a:lnTo>
                  <a:pt x="1491792" y="1505991"/>
                </a:lnTo>
                <a:lnTo>
                  <a:pt x="1496263" y="1492288"/>
                </a:lnTo>
                <a:lnTo>
                  <a:pt x="1486027" y="1482750"/>
                </a:lnTo>
                <a:lnTo>
                  <a:pt x="1500276" y="1439100"/>
                </a:lnTo>
                <a:lnTo>
                  <a:pt x="1490891" y="1426946"/>
                </a:lnTo>
                <a:lnTo>
                  <a:pt x="1493431" y="1419161"/>
                </a:lnTo>
                <a:lnTo>
                  <a:pt x="1510804" y="1406893"/>
                </a:lnTo>
                <a:lnTo>
                  <a:pt x="1516621" y="1389062"/>
                </a:lnTo>
                <a:lnTo>
                  <a:pt x="1506258" y="1379905"/>
                </a:lnTo>
                <a:lnTo>
                  <a:pt x="1509471" y="1370063"/>
                </a:lnTo>
                <a:lnTo>
                  <a:pt x="1498498" y="1362773"/>
                </a:lnTo>
                <a:lnTo>
                  <a:pt x="1487957" y="1354124"/>
                </a:lnTo>
                <a:lnTo>
                  <a:pt x="1503908" y="1305306"/>
                </a:lnTo>
                <a:lnTo>
                  <a:pt x="1514182" y="1314729"/>
                </a:lnTo>
                <a:lnTo>
                  <a:pt x="1512709" y="1319276"/>
                </a:lnTo>
                <a:lnTo>
                  <a:pt x="1523288" y="1327772"/>
                </a:lnTo>
                <a:lnTo>
                  <a:pt x="1531607" y="1302308"/>
                </a:lnTo>
                <a:lnTo>
                  <a:pt x="1523873" y="1285100"/>
                </a:lnTo>
                <a:lnTo>
                  <a:pt x="1528013" y="1272438"/>
                </a:lnTo>
                <a:lnTo>
                  <a:pt x="1522082" y="1249667"/>
                </a:lnTo>
                <a:lnTo>
                  <a:pt x="1528229" y="1230845"/>
                </a:lnTo>
                <a:lnTo>
                  <a:pt x="1522310" y="1208087"/>
                </a:lnTo>
                <a:lnTo>
                  <a:pt x="1514246" y="1232763"/>
                </a:lnTo>
                <a:lnTo>
                  <a:pt x="1502727" y="1227137"/>
                </a:lnTo>
                <a:lnTo>
                  <a:pt x="1506423" y="1215796"/>
                </a:lnTo>
                <a:lnTo>
                  <a:pt x="1496529" y="1205217"/>
                </a:lnTo>
                <a:lnTo>
                  <a:pt x="1517434" y="1141222"/>
                </a:lnTo>
                <a:lnTo>
                  <a:pt x="1527314" y="1151864"/>
                </a:lnTo>
                <a:lnTo>
                  <a:pt x="1531543" y="1138923"/>
                </a:lnTo>
                <a:lnTo>
                  <a:pt x="1526374" y="1113840"/>
                </a:lnTo>
                <a:lnTo>
                  <a:pt x="1541894" y="1066330"/>
                </a:lnTo>
                <a:lnTo>
                  <a:pt x="1531937" y="1055928"/>
                </a:lnTo>
                <a:lnTo>
                  <a:pt x="1545805" y="1013472"/>
                </a:lnTo>
                <a:lnTo>
                  <a:pt x="1532089" y="1014552"/>
                </a:lnTo>
                <a:lnTo>
                  <a:pt x="1531543" y="1016228"/>
                </a:lnTo>
                <a:lnTo>
                  <a:pt x="1518373" y="1015631"/>
                </a:lnTo>
                <a:lnTo>
                  <a:pt x="1526679" y="990219"/>
                </a:lnTo>
                <a:lnTo>
                  <a:pt x="1756664" y="286207"/>
                </a:lnTo>
                <a:close/>
              </a:path>
              <a:path w="2118994" h="2446654">
                <a:moveTo>
                  <a:pt x="1838693" y="518528"/>
                </a:moveTo>
                <a:lnTo>
                  <a:pt x="1837575" y="516305"/>
                </a:lnTo>
                <a:lnTo>
                  <a:pt x="1835899" y="515759"/>
                </a:lnTo>
                <a:lnTo>
                  <a:pt x="1837029" y="517982"/>
                </a:lnTo>
                <a:lnTo>
                  <a:pt x="1838693" y="518528"/>
                </a:lnTo>
                <a:close/>
              </a:path>
              <a:path w="2118994" h="2446654">
                <a:moveTo>
                  <a:pt x="2118753" y="1222692"/>
                </a:moveTo>
                <a:lnTo>
                  <a:pt x="2118182" y="406501"/>
                </a:lnTo>
                <a:lnTo>
                  <a:pt x="2118017" y="161645"/>
                </a:lnTo>
                <a:lnTo>
                  <a:pt x="2105901" y="198716"/>
                </a:lnTo>
                <a:lnTo>
                  <a:pt x="2105736" y="240118"/>
                </a:lnTo>
                <a:lnTo>
                  <a:pt x="2093442" y="277736"/>
                </a:lnTo>
                <a:lnTo>
                  <a:pt x="2089505" y="330682"/>
                </a:lnTo>
                <a:lnTo>
                  <a:pt x="2073579" y="379463"/>
                </a:lnTo>
                <a:lnTo>
                  <a:pt x="2069744" y="432092"/>
                </a:lnTo>
                <a:lnTo>
                  <a:pt x="2053805" y="480860"/>
                </a:lnTo>
                <a:lnTo>
                  <a:pt x="2049868" y="533819"/>
                </a:lnTo>
                <a:lnTo>
                  <a:pt x="2028215" y="600113"/>
                </a:lnTo>
                <a:lnTo>
                  <a:pt x="2018220" y="671601"/>
                </a:lnTo>
                <a:lnTo>
                  <a:pt x="1989302" y="801014"/>
                </a:lnTo>
                <a:lnTo>
                  <a:pt x="1988210" y="804367"/>
                </a:lnTo>
                <a:lnTo>
                  <a:pt x="1979739" y="789393"/>
                </a:lnTo>
                <a:lnTo>
                  <a:pt x="1971167" y="774725"/>
                </a:lnTo>
                <a:lnTo>
                  <a:pt x="1950529" y="756119"/>
                </a:lnTo>
                <a:lnTo>
                  <a:pt x="1942058" y="741146"/>
                </a:lnTo>
                <a:lnTo>
                  <a:pt x="1937753" y="754316"/>
                </a:lnTo>
                <a:lnTo>
                  <a:pt x="1948103" y="763524"/>
                </a:lnTo>
                <a:lnTo>
                  <a:pt x="1945932" y="770191"/>
                </a:lnTo>
                <a:lnTo>
                  <a:pt x="1934997" y="762762"/>
                </a:lnTo>
                <a:lnTo>
                  <a:pt x="1935975" y="759764"/>
                </a:lnTo>
                <a:lnTo>
                  <a:pt x="1924786" y="753122"/>
                </a:lnTo>
                <a:lnTo>
                  <a:pt x="1913547" y="746645"/>
                </a:lnTo>
                <a:lnTo>
                  <a:pt x="1926780" y="747026"/>
                </a:lnTo>
                <a:lnTo>
                  <a:pt x="1929307" y="739292"/>
                </a:lnTo>
                <a:lnTo>
                  <a:pt x="1943150" y="737806"/>
                </a:lnTo>
                <a:lnTo>
                  <a:pt x="1935099" y="721575"/>
                </a:lnTo>
                <a:lnTo>
                  <a:pt x="1926932" y="705650"/>
                </a:lnTo>
                <a:lnTo>
                  <a:pt x="1918766" y="689737"/>
                </a:lnTo>
                <a:lnTo>
                  <a:pt x="1908708" y="679653"/>
                </a:lnTo>
                <a:lnTo>
                  <a:pt x="1898637" y="669569"/>
                </a:lnTo>
                <a:lnTo>
                  <a:pt x="1894725" y="681558"/>
                </a:lnTo>
                <a:lnTo>
                  <a:pt x="1904898" y="691286"/>
                </a:lnTo>
                <a:lnTo>
                  <a:pt x="1900859" y="703643"/>
                </a:lnTo>
                <a:lnTo>
                  <a:pt x="1890369" y="694867"/>
                </a:lnTo>
                <a:lnTo>
                  <a:pt x="1893176" y="686295"/>
                </a:lnTo>
                <a:lnTo>
                  <a:pt x="1882686" y="677494"/>
                </a:lnTo>
                <a:lnTo>
                  <a:pt x="1889848" y="655586"/>
                </a:lnTo>
                <a:lnTo>
                  <a:pt x="1883244" y="634911"/>
                </a:lnTo>
                <a:lnTo>
                  <a:pt x="1882838" y="636143"/>
                </a:lnTo>
                <a:lnTo>
                  <a:pt x="1871649" y="629500"/>
                </a:lnTo>
                <a:lnTo>
                  <a:pt x="1876628" y="614235"/>
                </a:lnTo>
                <a:lnTo>
                  <a:pt x="1866201" y="605269"/>
                </a:lnTo>
                <a:lnTo>
                  <a:pt x="1868932" y="596912"/>
                </a:lnTo>
                <a:lnTo>
                  <a:pt x="1859051" y="586270"/>
                </a:lnTo>
                <a:lnTo>
                  <a:pt x="1857413" y="591286"/>
                </a:lnTo>
                <a:lnTo>
                  <a:pt x="1845424" y="587082"/>
                </a:lnTo>
                <a:lnTo>
                  <a:pt x="1833727" y="581990"/>
                </a:lnTo>
                <a:lnTo>
                  <a:pt x="1821738" y="577786"/>
                </a:lnTo>
                <a:lnTo>
                  <a:pt x="1824469" y="569429"/>
                </a:lnTo>
                <a:lnTo>
                  <a:pt x="1848612" y="577316"/>
                </a:lnTo>
                <a:lnTo>
                  <a:pt x="1851342" y="568947"/>
                </a:lnTo>
                <a:lnTo>
                  <a:pt x="1837042" y="530948"/>
                </a:lnTo>
                <a:lnTo>
                  <a:pt x="1829892" y="511949"/>
                </a:lnTo>
                <a:lnTo>
                  <a:pt x="1826602" y="521982"/>
                </a:lnTo>
                <a:lnTo>
                  <a:pt x="1817814" y="508000"/>
                </a:lnTo>
                <a:lnTo>
                  <a:pt x="1822183" y="494614"/>
                </a:lnTo>
                <a:lnTo>
                  <a:pt x="1815960" y="472795"/>
                </a:lnTo>
                <a:lnTo>
                  <a:pt x="1820773" y="458050"/>
                </a:lnTo>
                <a:lnTo>
                  <a:pt x="1813102" y="440613"/>
                </a:lnTo>
                <a:lnTo>
                  <a:pt x="1805647" y="422554"/>
                </a:lnTo>
                <a:lnTo>
                  <a:pt x="1797316" y="407162"/>
                </a:lnTo>
                <a:lnTo>
                  <a:pt x="1788464" y="393344"/>
                </a:lnTo>
                <a:lnTo>
                  <a:pt x="1779422" y="380136"/>
                </a:lnTo>
                <a:lnTo>
                  <a:pt x="1770468" y="366636"/>
                </a:lnTo>
                <a:lnTo>
                  <a:pt x="1776831" y="347154"/>
                </a:lnTo>
                <a:lnTo>
                  <a:pt x="1767357" y="335292"/>
                </a:lnTo>
                <a:lnTo>
                  <a:pt x="1772069" y="320865"/>
                </a:lnTo>
                <a:lnTo>
                  <a:pt x="1760537" y="315252"/>
                </a:lnTo>
                <a:lnTo>
                  <a:pt x="1759445" y="318592"/>
                </a:lnTo>
                <a:lnTo>
                  <a:pt x="1747380" y="314642"/>
                </a:lnTo>
                <a:lnTo>
                  <a:pt x="1526679" y="990219"/>
                </a:lnTo>
                <a:lnTo>
                  <a:pt x="1539735" y="991133"/>
                </a:lnTo>
                <a:lnTo>
                  <a:pt x="1556677" y="939279"/>
                </a:lnTo>
                <a:lnTo>
                  <a:pt x="1565986" y="951687"/>
                </a:lnTo>
                <a:lnTo>
                  <a:pt x="1575485" y="963472"/>
                </a:lnTo>
                <a:lnTo>
                  <a:pt x="1573136" y="970686"/>
                </a:lnTo>
                <a:lnTo>
                  <a:pt x="1583067" y="981214"/>
                </a:lnTo>
                <a:lnTo>
                  <a:pt x="1603121" y="1001623"/>
                </a:lnTo>
                <a:lnTo>
                  <a:pt x="1611147" y="1017930"/>
                </a:lnTo>
                <a:lnTo>
                  <a:pt x="1619288" y="1033919"/>
                </a:lnTo>
                <a:lnTo>
                  <a:pt x="1639646" y="1053388"/>
                </a:lnTo>
                <a:lnTo>
                  <a:pt x="1659204" y="1075321"/>
                </a:lnTo>
                <a:lnTo>
                  <a:pt x="1678711" y="1097394"/>
                </a:lnTo>
                <a:lnTo>
                  <a:pt x="1698320" y="1119162"/>
                </a:lnTo>
                <a:lnTo>
                  <a:pt x="1718183" y="1140155"/>
                </a:lnTo>
                <a:lnTo>
                  <a:pt x="1738922" y="1158468"/>
                </a:lnTo>
                <a:lnTo>
                  <a:pt x="1760118" y="1175372"/>
                </a:lnTo>
                <a:lnTo>
                  <a:pt x="1769554" y="1187399"/>
                </a:lnTo>
                <a:lnTo>
                  <a:pt x="1802333" y="1209763"/>
                </a:lnTo>
                <a:lnTo>
                  <a:pt x="1837321" y="1225359"/>
                </a:lnTo>
                <a:lnTo>
                  <a:pt x="1885607" y="1241132"/>
                </a:lnTo>
                <a:lnTo>
                  <a:pt x="1898218" y="1243406"/>
                </a:lnTo>
                <a:lnTo>
                  <a:pt x="1922437" y="1251077"/>
                </a:lnTo>
                <a:lnTo>
                  <a:pt x="1934984" y="1253566"/>
                </a:lnTo>
                <a:lnTo>
                  <a:pt x="1960435" y="1257477"/>
                </a:lnTo>
                <a:lnTo>
                  <a:pt x="1975027" y="1253680"/>
                </a:lnTo>
                <a:lnTo>
                  <a:pt x="1989886" y="1249108"/>
                </a:lnTo>
                <a:lnTo>
                  <a:pt x="2031466" y="1244523"/>
                </a:lnTo>
                <a:lnTo>
                  <a:pt x="2046325" y="1239939"/>
                </a:lnTo>
                <a:lnTo>
                  <a:pt x="2076284" y="1230007"/>
                </a:lnTo>
                <a:lnTo>
                  <a:pt x="2118753" y="1222692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66" y="75"/>
            <a:ext cx="2707640" cy="2416810"/>
          </a:xfrm>
          <a:custGeom>
            <a:avLst/>
            <a:gdLst/>
            <a:ahLst/>
            <a:cxnLst/>
            <a:rect l="l" t="t" r="r" b="b"/>
            <a:pathLst>
              <a:path w="2707640" h="2416810">
                <a:moveTo>
                  <a:pt x="458431" y="1713738"/>
                </a:moveTo>
                <a:lnTo>
                  <a:pt x="457962" y="1711147"/>
                </a:lnTo>
                <a:lnTo>
                  <a:pt x="456438" y="1710080"/>
                </a:lnTo>
                <a:lnTo>
                  <a:pt x="456895" y="1712671"/>
                </a:lnTo>
                <a:lnTo>
                  <a:pt x="458431" y="1713738"/>
                </a:lnTo>
                <a:close/>
              </a:path>
              <a:path w="2707640" h="2416810">
                <a:moveTo>
                  <a:pt x="1043952" y="935850"/>
                </a:moveTo>
                <a:lnTo>
                  <a:pt x="1031125" y="942809"/>
                </a:lnTo>
                <a:lnTo>
                  <a:pt x="1025867" y="953566"/>
                </a:lnTo>
                <a:lnTo>
                  <a:pt x="1023099" y="965644"/>
                </a:lnTo>
                <a:lnTo>
                  <a:pt x="1017739" y="976553"/>
                </a:lnTo>
                <a:lnTo>
                  <a:pt x="1020800" y="978687"/>
                </a:lnTo>
                <a:lnTo>
                  <a:pt x="1023391" y="978242"/>
                </a:lnTo>
                <a:lnTo>
                  <a:pt x="1026452" y="980376"/>
                </a:lnTo>
                <a:lnTo>
                  <a:pt x="1043952" y="935850"/>
                </a:lnTo>
                <a:close/>
              </a:path>
              <a:path w="2707640" h="2416810">
                <a:moveTo>
                  <a:pt x="1060653" y="886802"/>
                </a:moveTo>
                <a:lnTo>
                  <a:pt x="1058697" y="880033"/>
                </a:lnTo>
                <a:lnTo>
                  <a:pt x="1049997" y="871956"/>
                </a:lnTo>
                <a:lnTo>
                  <a:pt x="1042657" y="901623"/>
                </a:lnTo>
                <a:lnTo>
                  <a:pt x="1040879" y="910983"/>
                </a:lnTo>
                <a:lnTo>
                  <a:pt x="1055001" y="895896"/>
                </a:lnTo>
                <a:lnTo>
                  <a:pt x="1060653" y="886802"/>
                </a:lnTo>
                <a:close/>
              </a:path>
              <a:path w="2707640" h="2416810">
                <a:moveTo>
                  <a:pt x="1096340" y="809002"/>
                </a:moveTo>
                <a:lnTo>
                  <a:pt x="1094803" y="807935"/>
                </a:lnTo>
                <a:lnTo>
                  <a:pt x="1094346" y="805345"/>
                </a:lnTo>
                <a:lnTo>
                  <a:pt x="1092822" y="804278"/>
                </a:lnTo>
                <a:lnTo>
                  <a:pt x="1089152" y="806246"/>
                </a:lnTo>
                <a:lnTo>
                  <a:pt x="1086561" y="806704"/>
                </a:lnTo>
                <a:lnTo>
                  <a:pt x="1082903" y="808685"/>
                </a:lnTo>
                <a:lnTo>
                  <a:pt x="1087018" y="809294"/>
                </a:lnTo>
                <a:lnTo>
                  <a:pt x="1092212" y="808393"/>
                </a:lnTo>
                <a:lnTo>
                  <a:pt x="1096340" y="809002"/>
                </a:lnTo>
                <a:close/>
              </a:path>
              <a:path w="2707640" h="2416810">
                <a:moveTo>
                  <a:pt x="1126363" y="618312"/>
                </a:moveTo>
                <a:lnTo>
                  <a:pt x="1124051" y="603567"/>
                </a:lnTo>
                <a:lnTo>
                  <a:pt x="1119936" y="602957"/>
                </a:lnTo>
                <a:lnTo>
                  <a:pt x="1118400" y="601891"/>
                </a:lnTo>
                <a:lnTo>
                  <a:pt x="1115809" y="602348"/>
                </a:lnTo>
                <a:lnTo>
                  <a:pt x="1113904" y="616699"/>
                </a:lnTo>
                <a:lnTo>
                  <a:pt x="1111377" y="631037"/>
                </a:lnTo>
                <a:lnTo>
                  <a:pt x="1105789" y="658926"/>
                </a:lnTo>
                <a:lnTo>
                  <a:pt x="1107325" y="659993"/>
                </a:lnTo>
                <a:lnTo>
                  <a:pt x="1111440" y="660603"/>
                </a:lnTo>
                <a:lnTo>
                  <a:pt x="1114044" y="660158"/>
                </a:lnTo>
                <a:lnTo>
                  <a:pt x="1115517" y="645502"/>
                </a:lnTo>
                <a:lnTo>
                  <a:pt x="1121562" y="631926"/>
                </a:lnTo>
                <a:lnTo>
                  <a:pt x="1126363" y="618312"/>
                </a:lnTo>
                <a:close/>
              </a:path>
              <a:path w="2707640" h="2416810">
                <a:moveTo>
                  <a:pt x="1164907" y="491363"/>
                </a:moveTo>
                <a:lnTo>
                  <a:pt x="1163739" y="493039"/>
                </a:lnTo>
                <a:lnTo>
                  <a:pt x="1163396" y="494741"/>
                </a:lnTo>
                <a:lnTo>
                  <a:pt x="1164907" y="491363"/>
                </a:lnTo>
                <a:close/>
              </a:path>
              <a:path w="2707640" h="2416810">
                <a:moveTo>
                  <a:pt x="1718157" y="717410"/>
                </a:moveTo>
                <a:lnTo>
                  <a:pt x="1688693" y="717232"/>
                </a:lnTo>
                <a:lnTo>
                  <a:pt x="1696351" y="745299"/>
                </a:lnTo>
                <a:lnTo>
                  <a:pt x="1698485" y="742251"/>
                </a:lnTo>
                <a:lnTo>
                  <a:pt x="1704746" y="739825"/>
                </a:lnTo>
                <a:lnTo>
                  <a:pt x="1709470" y="736320"/>
                </a:lnTo>
                <a:lnTo>
                  <a:pt x="1712214" y="729157"/>
                </a:lnTo>
                <a:lnTo>
                  <a:pt x="1715414" y="724585"/>
                </a:lnTo>
                <a:lnTo>
                  <a:pt x="1718157" y="717410"/>
                </a:lnTo>
                <a:close/>
              </a:path>
              <a:path w="2707640" h="2416810">
                <a:moveTo>
                  <a:pt x="1803577" y="1417091"/>
                </a:moveTo>
                <a:lnTo>
                  <a:pt x="1784477" y="1422247"/>
                </a:lnTo>
                <a:lnTo>
                  <a:pt x="1785175" y="1443380"/>
                </a:lnTo>
                <a:lnTo>
                  <a:pt x="1803577" y="1417091"/>
                </a:lnTo>
                <a:close/>
              </a:path>
              <a:path w="2707640" h="2416810">
                <a:moveTo>
                  <a:pt x="2374633" y="3441"/>
                </a:moveTo>
                <a:lnTo>
                  <a:pt x="2361539" y="0"/>
                </a:lnTo>
                <a:lnTo>
                  <a:pt x="2367229" y="5689"/>
                </a:lnTo>
                <a:lnTo>
                  <a:pt x="2373084" y="5664"/>
                </a:lnTo>
                <a:lnTo>
                  <a:pt x="2374633" y="3441"/>
                </a:lnTo>
                <a:close/>
              </a:path>
              <a:path w="2707640" h="2416810">
                <a:moveTo>
                  <a:pt x="2707043" y="148666"/>
                </a:moveTo>
                <a:lnTo>
                  <a:pt x="2700007" y="92278"/>
                </a:lnTo>
                <a:lnTo>
                  <a:pt x="2702776" y="44043"/>
                </a:lnTo>
                <a:lnTo>
                  <a:pt x="2699855" y="3924"/>
                </a:lnTo>
                <a:lnTo>
                  <a:pt x="2373084" y="5664"/>
                </a:lnTo>
                <a:lnTo>
                  <a:pt x="2370658" y="9131"/>
                </a:lnTo>
                <a:lnTo>
                  <a:pt x="2367229" y="5689"/>
                </a:lnTo>
                <a:lnTo>
                  <a:pt x="2357513" y="5740"/>
                </a:lnTo>
                <a:lnTo>
                  <a:pt x="2358491" y="26492"/>
                </a:lnTo>
                <a:lnTo>
                  <a:pt x="2346248" y="43992"/>
                </a:lnTo>
                <a:lnTo>
                  <a:pt x="2344597" y="68491"/>
                </a:lnTo>
                <a:lnTo>
                  <a:pt x="2343442" y="92278"/>
                </a:lnTo>
                <a:lnTo>
                  <a:pt x="2352598" y="123494"/>
                </a:lnTo>
                <a:lnTo>
                  <a:pt x="2350655" y="192709"/>
                </a:lnTo>
                <a:lnTo>
                  <a:pt x="2347455" y="197281"/>
                </a:lnTo>
                <a:lnTo>
                  <a:pt x="2349855" y="216001"/>
                </a:lnTo>
                <a:lnTo>
                  <a:pt x="2344255" y="246138"/>
                </a:lnTo>
                <a:lnTo>
                  <a:pt x="2343721" y="246900"/>
                </a:lnTo>
                <a:lnTo>
                  <a:pt x="2362657" y="241998"/>
                </a:lnTo>
                <a:lnTo>
                  <a:pt x="2366924" y="235902"/>
                </a:lnTo>
                <a:lnTo>
                  <a:pt x="2372969" y="249415"/>
                </a:lnTo>
                <a:lnTo>
                  <a:pt x="2357056" y="272135"/>
                </a:lnTo>
                <a:lnTo>
                  <a:pt x="2348788" y="261810"/>
                </a:lnTo>
                <a:lnTo>
                  <a:pt x="2350922" y="258762"/>
                </a:lnTo>
                <a:lnTo>
                  <a:pt x="2343721" y="246900"/>
                </a:lnTo>
                <a:lnTo>
                  <a:pt x="2336254" y="257568"/>
                </a:lnTo>
                <a:lnTo>
                  <a:pt x="2339632" y="274878"/>
                </a:lnTo>
                <a:lnTo>
                  <a:pt x="2332913" y="284480"/>
                </a:lnTo>
                <a:lnTo>
                  <a:pt x="2336800" y="301078"/>
                </a:lnTo>
                <a:lnTo>
                  <a:pt x="2330386" y="310248"/>
                </a:lnTo>
                <a:lnTo>
                  <a:pt x="2332786" y="351104"/>
                </a:lnTo>
                <a:lnTo>
                  <a:pt x="2327186" y="425538"/>
                </a:lnTo>
                <a:lnTo>
                  <a:pt x="2319185" y="459105"/>
                </a:lnTo>
                <a:lnTo>
                  <a:pt x="2323173" y="497700"/>
                </a:lnTo>
                <a:lnTo>
                  <a:pt x="2309939" y="560908"/>
                </a:lnTo>
                <a:lnTo>
                  <a:pt x="2313330" y="600354"/>
                </a:lnTo>
                <a:lnTo>
                  <a:pt x="2287727" y="725512"/>
                </a:lnTo>
                <a:lnTo>
                  <a:pt x="2291092" y="764984"/>
                </a:lnTo>
                <a:lnTo>
                  <a:pt x="2277427" y="828802"/>
                </a:lnTo>
                <a:lnTo>
                  <a:pt x="2280793" y="868286"/>
                </a:lnTo>
                <a:lnTo>
                  <a:pt x="2267826" y="886802"/>
                </a:lnTo>
                <a:lnTo>
                  <a:pt x="2259723" y="964819"/>
                </a:lnTo>
                <a:lnTo>
                  <a:pt x="2242921" y="1055255"/>
                </a:lnTo>
                <a:lnTo>
                  <a:pt x="2232520" y="1070114"/>
                </a:lnTo>
                <a:lnTo>
                  <a:pt x="2232520" y="1114399"/>
                </a:lnTo>
                <a:lnTo>
                  <a:pt x="2222119" y="1129258"/>
                </a:lnTo>
                <a:lnTo>
                  <a:pt x="2223579" y="1082878"/>
                </a:lnTo>
                <a:lnTo>
                  <a:pt x="2224062" y="1060043"/>
                </a:lnTo>
                <a:lnTo>
                  <a:pt x="2213838" y="1030351"/>
                </a:lnTo>
                <a:lnTo>
                  <a:pt x="2217445" y="980922"/>
                </a:lnTo>
                <a:lnTo>
                  <a:pt x="2208682" y="949134"/>
                </a:lnTo>
                <a:lnTo>
                  <a:pt x="2209838" y="925347"/>
                </a:lnTo>
                <a:lnTo>
                  <a:pt x="2200846" y="871753"/>
                </a:lnTo>
                <a:lnTo>
                  <a:pt x="2172474" y="712965"/>
                </a:lnTo>
                <a:lnTo>
                  <a:pt x="2161146" y="640588"/>
                </a:lnTo>
                <a:lnTo>
                  <a:pt x="2144814" y="597471"/>
                </a:lnTo>
                <a:lnTo>
                  <a:pt x="2138591" y="562063"/>
                </a:lnTo>
                <a:lnTo>
                  <a:pt x="2132812" y="526046"/>
                </a:lnTo>
                <a:lnTo>
                  <a:pt x="2116315" y="483171"/>
                </a:lnTo>
                <a:lnTo>
                  <a:pt x="2099627" y="440575"/>
                </a:lnTo>
                <a:lnTo>
                  <a:pt x="2093239" y="405409"/>
                </a:lnTo>
                <a:lnTo>
                  <a:pt x="2079612" y="380580"/>
                </a:lnTo>
                <a:lnTo>
                  <a:pt x="2068957" y="329361"/>
                </a:lnTo>
                <a:lnTo>
                  <a:pt x="2038007" y="262839"/>
                </a:lnTo>
                <a:lnTo>
                  <a:pt x="2027047" y="234226"/>
                </a:lnTo>
                <a:lnTo>
                  <a:pt x="2015871" y="205892"/>
                </a:lnTo>
                <a:lnTo>
                  <a:pt x="2000592" y="183426"/>
                </a:lnTo>
                <a:lnTo>
                  <a:pt x="1995322" y="168808"/>
                </a:lnTo>
                <a:lnTo>
                  <a:pt x="1978850" y="148043"/>
                </a:lnTo>
                <a:lnTo>
                  <a:pt x="1961184" y="129006"/>
                </a:lnTo>
                <a:lnTo>
                  <a:pt x="1952472" y="119291"/>
                </a:lnTo>
                <a:lnTo>
                  <a:pt x="1932368" y="103720"/>
                </a:lnTo>
                <a:lnTo>
                  <a:pt x="1911858" y="88722"/>
                </a:lnTo>
                <a:lnTo>
                  <a:pt x="1901952" y="80733"/>
                </a:lnTo>
                <a:lnTo>
                  <a:pt x="1891550" y="73444"/>
                </a:lnTo>
                <a:lnTo>
                  <a:pt x="1889417" y="76492"/>
                </a:lnTo>
                <a:lnTo>
                  <a:pt x="1872640" y="78308"/>
                </a:lnTo>
                <a:lnTo>
                  <a:pt x="1856066" y="79832"/>
                </a:lnTo>
                <a:lnTo>
                  <a:pt x="1830311" y="73710"/>
                </a:lnTo>
                <a:lnTo>
                  <a:pt x="1830311" y="1511782"/>
                </a:lnTo>
                <a:lnTo>
                  <a:pt x="1821878" y="1523834"/>
                </a:lnTo>
                <a:lnTo>
                  <a:pt x="1827060" y="1538566"/>
                </a:lnTo>
                <a:lnTo>
                  <a:pt x="1809991" y="1518666"/>
                </a:lnTo>
                <a:lnTo>
                  <a:pt x="1811655" y="1516291"/>
                </a:lnTo>
                <a:lnTo>
                  <a:pt x="1803323" y="1506054"/>
                </a:lnTo>
                <a:lnTo>
                  <a:pt x="1815058" y="1489290"/>
                </a:lnTo>
                <a:lnTo>
                  <a:pt x="1825459" y="1496568"/>
                </a:lnTo>
                <a:lnTo>
                  <a:pt x="1823326" y="1499616"/>
                </a:lnTo>
                <a:lnTo>
                  <a:pt x="1830311" y="1511782"/>
                </a:lnTo>
                <a:lnTo>
                  <a:pt x="1830311" y="73710"/>
                </a:lnTo>
                <a:lnTo>
                  <a:pt x="1829498" y="73507"/>
                </a:lnTo>
                <a:lnTo>
                  <a:pt x="1813928" y="73609"/>
                </a:lnTo>
                <a:lnTo>
                  <a:pt x="1796630" y="72593"/>
                </a:lnTo>
                <a:lnTo>
                  <a:pt x="1796630" y="1006271"/>
                </a:lnTo>
                <a:lnTo>
                  <a:pt x="1784769" y="1001064"/>
                </a:lnTo>
                <a:lnTo>
                  <a:pt x="1773021" y="995705"/>
                </a:lnTo>
                <a:lnTo>
                  <a:pt x="1761058" y="990638"/>
                </a:lnTo>
                <a:lnTo>
                  <a:pt x="1748612" y="986282"/>
                </a:lnTo>
                <a:lnTo>
                  <a:pt x="1763636" y="986967"/>
                </a:lnTo>
                <a:lnTo>
                  <a:pt x="1782470" y="982205"/>
                </a:lnTo>
                <a:lnTo>
                  <a:pt x="1786483" y="976464"/>
                </a:lnTo>
                <a:lnTo>
                  <a:pt x="1792630" y="989838"/>
                </a:lnTo>
                <a:lnTo>
                  <a:pt x="1796630" y="1006271"/>
                </a:lnTo>
                <a:lnTo>
                  <a:pt x="1796630" y="72593"/>
                </a:lnTo>
                <a:lnTo>
                  <a:pt x="1769275" y="70954"/>
                </a:lnTo>
                <a:lnTo>
                  <a:pt x="1712023" y="64160"/>
                </a:lnTo>
                <a:lnTo>
                  <a:pt x="1663966" y="66357"/>
                </a:lnTo>
                <a:lnTo>
                  <a:pt x="1626120" y="76136"/>
                </a:lnTo>
                <a:lnTo>
                  <a:pt x="1615236" y="69545"/>
                </a:lnTo>
                <a:lnTo>
                  <a:pt x="1604645" y="62522"/>
                </a:lnTo>
                <a:lnTo>
                  <a:pt x="1593862" y="55791"/>
                </a:lnTo>
                <a:lnTo>
                  <a:pt x="1592783" y="57327"/>
                </a:lnTo>
                <a:lnTo>
                  <a:pt x="1579600" y="54000"/>
                </a:lnTo>
                <a:lnTo>
                  <a:pt x="1576235" y="58813"/>
                </a:lnTo>
                <a:lnTo>
                  <a:pt x="1562061" y="56908"/>
                </a:lnTo>
                <a:lnTo>
                  <a:pt x="1547698" y="55295"/>
                </a:lnTo>
                <a:lnTo>
                  <a:pt x="1525752" y="64490"/>
                </a:lnTo>
                <a:lnTo>
                  <a:pt x="1470672" y="76746"/>
                </a:lnTo>
                <a:lnTo>
                  <a:pt x="1448727" y="85940"/>
                </a:lnTo>
                <a:lnTo>
                  <a:pt x="1381239" y="93776"/>
                </a:lnTo>
                <a:lnTo>
                  <a:pt x="1266799" y="235089"/>
                </a:lnTo>
                <a:lnTo>
                  <a:pt x="1265034" y="259765"/>
                </a:lnTo>
                <a:lnTo>
                  <a:pt x="1236395" y="300672"/>
                </a:lnTo>
                <a:lnTo>
                  <a:pt x="1223860" y="296443"/>
                </a:lnTo>
                <a:lnTo>
                  <a:pt x="1233271" y="305142"/>
                </a:lnTo>
                <a:lnTo>
                  <a:pt x="1242682" y="313842"/>
                </a:lnTo>
                <a:lnTo>
                  <a:pt x="1238402" y="319963"/>
                </a:lnTo>
                <a:lnTo>
                  <a:pt x="1242314" y="336511"/>
                </a:lnTo>
                <a:lnTo>
                  <a:pt x="1211135" y="381038"/>
                </a:lnTo>
                <a:lnTo>
                  <a:pt x="1208252" y="407301"/>
                </a:lnTo>
                <a:lnTo>
                  <a:pt x="1201991" y="460552"/>
                </a:lnTo>
                <a:lnTo>
                  <a:pt x="1194917" y="470649"/>
                </a:lnTo>
                <a:lnTo>
                  <a:pt x="1180630" y="468922"/>
                </a:lnTo>
                <a:lnTo>
                  <a:pt x="1186256" y="460883"/>
                </a:lnTo>
                <a:lnTo>
                  <a:pt x="1174775" y="455129"/>
                </a:lnTo>
                <a:lnTo>
                  <a:pt x="1173708" y="456653"/>
                </a:lnTo>
                <a:lnTo>
                  <a:pt x="1164907" y="491363"/>
                </a:lnTo>
                <a:lnTo>
                  <a:pt x="1176629" y="474611"/>
                </a:lnTo>
                <a:lnTo>
                  <a:pt x="1176477" y="496989"/>
                </a:lnTo>
                <a:lnTo>
                  <a:pt x="1165352" y="535038"/>
                </a:lnTo>
                <a:lnTo>
                  <a:pt x="1165186" y="557415"/>
                </a:lnTo>
                <a:lnTo>
                  <a:pt x="1164120" y="558939"/>
                </a:lnTo>
                <a:lnTo>
                  <a:pt x="1153706" y="551662"/>
                </a:lnTo>
                <a:lnTo>
                  <a:pt x="1159040" y="544042"/>
                </a:lnTo>
                <a:lnTo>
                  <a:pt x="1157274" y="524421"/>
                </a:lnTo>
                <a:lnTo>
                  <a:pt x="1163396" y="494741"/>
                </a:lnTo>
                <a:lnTo>
                  <a:pt x="1136904" y="553516"/>
                </a:lnTo>
                <a:lnTo>
                  <a:pt x="1128102" y="588238"/>
                </a:lnTo>
                <a:lnTo>
                  <a:pt x="1129169" y="586714"/>
                </a:lnTo>
                <a:lnTo>
                  <a:pt x="1139571" y="594004"/>
                </a:lnTo>
                <a:lnTo>
                  <a:pt x="1145971" y="584860"/>
                </a:lnTo>
                <a:lnTo>
                  <a:pt x="1152613" y="619658"/>
                </a:lnTo>
                <a:lnTo>
                  <a:pt x="1147051" y="649757"/>
                </a:lnTo>
                <a:lnTo>
                  <a:pt x="1126769" y="678726"/>
                </a:lnTo>
                <a:lnTo>
                  <a:pt x="1126769" y="700862"/>
                </a:lnTo>
                <a:lnTo>
                  <a:pt x="1126248" y="701611"/>
                </a:lnTo>
                <a:lnTo>
                  <a:pt x="1126248" y="745909"/>
                </a:lnTo>
                <a:lnTo>
                  <a:pt x="1123048" y="750481"/>
                </a:lnTo>
                <a:lnTo>
                  <a:pt x="1113434" y="742061"/>
                </a:lnTo>
                <a:lnTo>
                  <a:pt x="1110437" y="737120"/>
                </a:lnTo>
                <a:lnTo>
                  <a:pt x="1114767" y="740156"/>
                </a:lnTo>
                <a:lnTo>
                  <a:pt x="1116901" y="737120"/>
                </a:lnTo>
                <a:lnTo>
                  <a:pt x="1126248" y="745909"/>
                </a:lnTo>
                <a:lnTo>
                  <a:pt x="1126248" y="701611"/>
                </a:lnTo>
                <a:lnTo>
                  <a:pt x="1113040" y="720483"/>
                </a:lnTo>
                <a:lnTo>
                  <a:pt x="1114234" y="696633"/>
                </a:lnTo>
                <a:lnTo>
                  <a:pt x="1126769" y="700862"/>
                </a:lnTo>
                <a:lnTo>
                  <a:pt x="1126769" y="678726"/>
                </a:lnTo>
                <a:lnTo>
                  <a:pt x="1125969" y="679856"/>
                </a:lnTo>
                <a:lnTo>
                  <a:pt x="1119835" y="666483"/>
                </a:lnTo>
                <a:lnTo>
                  <a:pt x="1104480" y="688416"/>
                </a:lnTo>
                <a:lnTo>
                  <a:pt x="1101026" y="715492"/>
                </a:lnTo>
                <a:lnTo>
                  <a:pt x="1101788" y="736561"/>
                </a:lnTo>
                <a:lnTo>
                  <a:pt x="1119835" y="755053"/>
                </a:lnTo>
                <a:lnTo>
                  <a:pt x="1096365" y="788593"/>
                </a:lnTo>
                <a:lnTo>
                  <a:pt x="1103566" y="800442"/>
                </a:lnTo>
                <a:lnTo>
                  <a:pt x="1102499" y="801966"/>
                </a:lnTo>
                <a:lnTo>
                  <a:pt x="1108138" y="816063"/>
                </a:lnTo>
                <a:lnTo>
                  <a:pt x="1103566" y="822591"/>
                </a:lnTo>
                <a:lnTo>
                  <a:pt x="1109802" y="835825"/>
                </a:lnTo>
                <a:lnTo>
                  <a:pt x="1101966" y="847013"/>
                </a:lnTo>
                <a:lnTo>
                  <a:pt x="1090498" y="841260"/>
                </a:lnTo>
                <a:lnTo>
                  <a:pt x="1080566" y="855459"/>
                </a:lnTo>
                <a:lnTo>
                  <a:pt x="1070495" y="847699"/>
                </a:lnTo>
                <a:lnTo>
                  <a:pt x="1076858" y="860742"/>
                </a:lnTo>
                <a:lnTo>
                  <a:pt x="1083030" y="874077"/>
                </a:lnTo>
                <a:lnTo>
                  <a:pt x="1088809" y="887971"/>
                </a:lnTo>
                <a:lnTo>
                  <a:pt x="1093978" y="902741"/>
                </a:lnTo>
                <a:lnTo>
                  <a:pt x="1078598" y="902550"/>
                </a:lnTo>
                <a:lnTo>
                  <a:pt x="1057859" y="910031"/>
                </a:lnTo>
                <a:lnTo>
                  <a:pt x="1046492" y="926274"/>
                </a:lnTo>
                <a:lnTo>
                  <a:pt x="1056894" y="933551"/>
                </a:lnTo>
                <a:lnTo>
                  <a:pt x="1050226" y="943089"/>
                </a:lnTo>
                <a:lnTo>
                  <a:pt x="1057694" y="954557"/>
                </a:lnTo>
                <a:lnTo>
                  <a:pt x="1055560" y="957605"/>
                </a:lnTo>
                <a:lnTo>
                  <a:pt x="1062964" y="969175"/>
                </a:lnTo>
                <a:lnTo>
                  <a:pt x="1035316" y="1008659"/>
                </a:lnTo>
                <a:lnTo>
                  <a:pt x="1027823" y="997229"/>
                </a:lnTo>
                <a:lnTo>
                  <a:pt x="1030719" y="993089"/>
                </a:lnTo>
                <a:lnTo>
                  <a:pt x="1023823" y="980808"/>
                </a:lnTo>
                <a:lnTo>
                  <a:pt x="1013345" y="995756"/>
                </a:lnTo>
                <a:lnTo>
                  <a:pt x="1014476" y="1016292"/>
                </a:lnTo>
                <a:lnTo>
                  <a:pt x="1006017" y="1028382"/>
                </a:lnTo>
                <a:lnTo>
                  <a:pt x="1008341" y="1047191"/>
                </a:lnTo>
                <a:lnTo>
                  <a:pt x="996340" y="1064336"/>
                </a:lnTo>
                <a:lnTo>
                  <a:pt x="994740" y="1088771"/>
                </a:lnTo>
                <a:lnTo>
                  <a:pt x="982738" y="1105916"/>
                </a:lnTo>
                <a:lnTo>
                  <a:pt x="981138" y="1130350"/>
                </a:lnTo>
                <a:lnTo>
                  <a:pt x="999197" y="1104557"/>
                </a:lnTo>
                <a:lnTo>
                  <a:pt x="1000607" y="1080389"/>
                </a:lnTo>
                <a:lnTo>
                  <a:pt x="1008888" y="1090714"/>
                </a:lnTo>
                <a:lnTo>
                  <a:pt x="1007821" y="1092238"/>
                </a:lnTo>
                <a:lnTo>
                  <a:pt x="1015022" y="1104099"/>
                </a:lnTo>
                <a:lnTo>
                  <a:pt x="1002118" y="1122527"/>
                </a:lnTo>
                <a:lnTo>
                  <a:pt x="1007287" y="1137297"/>
                </a:lnTo>
                <a:lnTo>
                  <a:pt x="976337" y="1181493"/>
                </a:lnTo>
                <a:lnTo>
                  <a:pt x="970203" y="1168120"/>
                </a:lnTo>
                <a:lnTo>
                  <a:pt x="973404" y="1163535"/>
                </a:lnTo>
                <a:lnTo>
                  <a:pt x="965136" y="1153210"/>
                </a:lnTo>
                <a:lnTo>
                  <a:pt x="961948" y="1179906"/>
                </a:lnTo>
                <a:lnTo>
                  <a:pt x="948461" y="1199172"/>
                </a:lnTo>
                <a:lnTo>
                  <a:pt x="945578" y="1225435"/>
                </a:lnTo>
                <a:lnTo>
                  <a:pt x="924458" y="1255610"/>
                </a:lnTo>
                <a:lnTo>
                  <a:pt x="930541" y="1269060"/>
                </a:lnTo>
                <a:lnTo>
                  <a:pt x="907796" y="1301559"/>
                </a:lnTo>
                <a:lnTo>
                  <a:pt x="921397" y="1304277"/>
                </a:lnTo>
                <a:lnTo>
                  <a:pt x="924598" y="1299705"/>
                </a:lnTo>
                <a:lnTo>
                  <a:pt x="928268" y="1316609"/>
                </a:lnTo>
                <a:lnTo>
                  <a:pt x="918794" y="1330134"/>
                </a:lnTo>
                <a:lnTo>
                  <a:pt x="906462" y="1325613"/>
                </a:lnTo>
                <a:lnTo>
                  <a:pt x="873379" y="1372857"/>
                </a:lnTo>
                <a:lnTo>
                  <a:pt x="868375" y="1357858"/>
                </a:lnTo>
                <a:lnTo>
                  <a:pt x="862977" y="1343431"/>
                </a:lnTo>
                <a:lnTo>
                  <a:pt x="857173" y="1329575"/>
                </a:lnTo>
                <a:lnTo>
                  <a:pt x="850976" y="1316291"/>
                </a:lnTo>
                <a:lnTo>
                  <a:pt x="848550" y="1297609"/>
                </a:lnTo>
                <a:lnTo>
                  <a:pt x="835634" y="1271778"/>
                </a:lnTo>
                <a:lnTo>
                  <a:pt x="832916" y="1253515"/>
                </a:lnTo>
                <a:lnTo>
                  <a:pt x="819492" y="1228394"/>
                </a:lnTo>
                <a:lnTo>
                  <a:pt x="807631" y="1201039"/>
                </a:lnTo>
                <a:lnTo>
                  <a:pt x="795883" y="1173543"/>
                </a:lnTo>
                <a:lnTo>
                  <a:pt x="783920" y="1146327"/>
                </a:lnTo>
                <a:lnTo>
                  <a:pt x="757313" y="1095768"/>
                </a:lnTo>
                <a:lnTo>
                  <a:pt x="726592" y="1051052"/>
                </a:lnTo>
                <a:lnTo>
                  <a:pt x="702106" y="1019606"/>
                </a:lnTo>
                <a:lnTo>
                  <a:pt x="673290" y="994333"/>
                </a:lnTo>
                <a:lnTo>
                  <a:pt x="621271" y="957910"/>
                </a:lnTo>
                <a:lnTo>
                  <a:pt x="620204" y="959434"/>
                </a:lnTo>
                <a:lnTo>
                  <a:pt x="599262" y="945057"/>
                </a:lnTo>
                <a:lnTo>
                  <a:pt x="577519" y="931824"/>
                </a:lnTo>
                <a:lnTo>
                  <a:pt x="564578" y="928166"/>
                </a:lnTo>
                <a:lnTo>
                  <a:pt x="538835" y="920648"/>
                </a:lnTo>
                <a:lnTo>
                  <a:pt x="522998" y="921131"/>
                </a:lnTo>
                <a:lnTo>
                  <a:pt x="491718" y="921512"/>
                </a:lnTo>
                <a:lnTo>
                  <a:pt x="465480" y="914717"/>
                </a:lnTo>
                <a:lnTo>
                  <a:pt x="433298" y="916393"/>
                </a:lnTo>
                <a:lnTo>
                  <a:pt x="347738" y="905738"/>
                </a:lnTo>
                <a:lnTo>
                  <a:pt x="315556" y="907415"/>
                </a:lnTo>
                <a:lnTo>
                  <a:pt x="313423" y="910463"/>
                </a:lnTo>
                <a:lnTo>
                  <a:pt x="301955" y="904709"/>
                </a:lnTo>
                <a:lnTo>
                  <a:pt x="300888" y="906233"/>
                </a:lnTo>
                <a:lnTo>
                  <a:pt x="299821" y="905548"/>
                </a:lnTo>
                <a:lnTo>
                  <a:pt x="299821" y="907757"/>
                </a:lnTo>
                <a:lnTo>
                  <a:pt x="296621" y="912329"/>
                </a:lnTo>
                <a:lnTo>
                  <a:pt x="284086" y="908088"/>
                </a:lnTo>
                <a:lnTo>
                  <a:pt x="287286" y="903516"/>
                </a:lnTo>
                <a:lnTo>
                  <a:pt x="299821" y="907757"/>
                </a:lnTo>
                <a:lnTo>
                  <a:pt x="299821" y="905548"/>
                </a:lnTo>
                <a:lnTo>
                  <a:pt x="290245" y="899287"/>
                </a:lnTo>
                <a:lnTo>
                  <a:pt x="279019" y="893191"/>
                </a:lnTo>
                <a:lnTo>
                  <a:pt x="277380" y="895527"/>
                </a:lnTo>
                <a:lnTo>
                  <a:pt x="264337" y="891997"/>
                </a:lnTo>
                <a:lnTo>
                  <a:pt x="245732" y="896442"/>
                </a:lnTo>
                <a:lnTo>
                  <a:pt x="216319" y="894156"/>
                </a:lnTo>
                <a:lnTo>
                  <a:pt x="196913" y="899731"/>
                </a:lnTo>
                <a:lnTo>
                  <a:pt x="177114" y="905878"/>
                </a:lnTo>
                <a:lnTo>
                  <a:pt x="146672" y="905078"/>
                </a:lnTo>
                <a:lnTo>
                  <a:pt x="126428" y="911847"/>
                </a:lnTo>
                <a:lnTo>
                  <a:pt x="105791" y="919187"/>
                </a:lnTo>
                <a:lnTo>
                  <a:pt x="74142" y="920102"/>
                </a:lnTo>
                <a:lnTo>
                  <a:pt x="4953" y="1018933"/>
                </a:lnTo>
                <a:lnTo>
                  <a:pt x="3644" y="1308696"/>
                </a:lnTo>
                <a:lnTo>
                  <a:pt x="812" y="1932800"/>
                </a:lnTo>
                <a:lnTo>
                  <a:pt x="0" y="2111121"/>
                </a:lnTo>
                <a:lnTo>
                  <a:pt x="29667" y="2068753"/>
                </a:lnTo>
                <a:lnTo>
                  <a:pt x="46443" y="2022627"/>
                </a:lnTo>
                <a:lnTo>
                  <a:pt x="59436" y="1981936"/>
                </a:lnTo>
                <a:lnTo>
                  <a:pt x="107010" y="1913966"/>
                </a:lnTo>
                <a:lnTo>
                  <a:pt x="120599" y="1872411"/>
                </a:lnTo>
                <a:lnTo>
                  <a:pt x="151866" y="1827758"/>
                </a:lnTo>
                <a:lnTo>
                  <a:pt x="193205" y="1724406"/>
                </a:lnTo>
                <a:lnTo>
                  <a:pt x="224320" y="1679968"/>
                </a:lnTo>
                <a:lnTo>
                  <a:pt x="245173" y="1628038"/>
                </a:lnTo>
                <a:lnTo>
                  <a:pt x="287451" y="1567637"/>
                </a:lnTo>
                <a:lnTo>
                  <a:pt x="320128" y="1498828"/>
                </a:lnTo>
                <a:lnTo>
                  <a:pt x="389737" y="1377226"/>
                </a:lnTo>
                <a:lnTo>
                  <a:pt x="391871" y="1374178"/>
                </a:lnTo>
                <a:lnTo>
                  <a:pt x="395249" y="1391513"/>
                </a:lnTo>
                <a:lnTo>
                  <a:pt x="409219" y="1415846"/>
                </a:lnTo>
                <a:lnTo>
                  <a:pt x="412788" y="1432890"/>
                </a:lnTo>
                <a:lnTo>
                  <a:pt x="416153" y="1450225"/>
                </a:lnTo>
                <a:lnTo>
                  <a:pt x="429755" y="1452930"/>
                </a:lnTo>
                <a:lnTo>
                  <a:pt x="421805" y="1442148"/>
                </a:lnTo>
                <a:lnTo>
                  <a:pt x="427913" y="1433436"/>
                </a:lnTo>
                <a:lnTo>
                  <a:pt x="421754" y="1420075"/>
                </a:lnTo>
                <a:lnTo>
                  <a:pt x="429945" y="1430528"/>
                </a:lnTo>
                <a:lnTo>
                  <a:pt x="438429" y="1440548"/>
                </a:lnTo>
                <a:lnTo>
                  <a:pt x="447116" y="1450289"/>
                </a:lnTo>
                <a:lnTo>
                  <a:pt x="440969" y="1459077"/>
                </a:lnTo>
                <a:lnTo>
                  <a:pt x="427888" y="1455597"/>
                </a:lnTo>
                <a:lnTo>
                  <a:pt x="424421" y="1460550"/>
                </a:lnTo>
                <a:lnTo>
                  <a:pt x="426999" y="1479029"/>
                </a:lnTo>
                <a:lnTo>
                  <a:pt x="432536" y="1515414"/>
                </a:lnTo>
                <a:lnTo>
                  <a:pt x="435102" y="1533893"/>
                </a:lnTo>
                <a:lnTo>
                  <a:pt x="449770" y="1535074"/>
                </a:lnTo>
                <a:lnTo>
                  <a:pt x="442747" y="1522958"/>
                </a:lnTo>
                <a:lnTo>
                  <a:pt x="450316" y="1512150"/>
                </a:lnTo>
                <a:lnTo>
                  <a:pt x="443903" y="1499184"/>
                </a:lnTo>
                <a:lnTo>
                  <a:pt x="447103" y="1494599"/>
                </a:lnTo>
                <a:lnTo>
                  <a:pt x="454317" y="1506435"/>
                </a:lnTo>
                <a:lnTo>
                  <a:pt x="451231" y="1510830"/>
                </a:lnTo>
                <a:lnTo>
                  <a:pt x="458762" y="1522234"/>
                </a:lnTo>
                <a:lnTo>
                  <a:pt x="456171" y="1525930"/>
                </a:lnTo>
                <a:lnTo>
                  <a:pt x="463473" y="1537639"/>
                </a:lnTo>
                <a:lnTo>
                  <a:pt x="438835" y="1572844"/>
                </a:lnTo>
                <a:lnTo>
                  <a:pt x="450024" y="1579003"/>
                </a:lnTo>
                <a:lnTo>
                  <a:pt x="448310" y="1581454"/>
                </a:lnTo>
                <a:lnTo>
                  <a:pt x="455587" y="1593189"/>
                </a:lnTo>
                <a:lnTo>
                  <a:pt x="445770" y="1607223"/>
                </a:lnTo>
                <a:lnTo>
                  <a:pt x="454037" y="1617548"/>
                </a:lnTo>
                <a:lnTo>
                  <a:pt x="450837" y="1622120"/>
                </a:lnTo>
                <a:lnTo>
                  <a:pt x="456984" y="1635506"/>
                </a:lnTo>
                <a:lnTo>
                  <a:pt x="460184" y="1630934"/>
                </a:lnTo>
                <a:lnTo>
                  <a:pt x="470420" y="1638452"/>
                </a:lnTo>
                <a:lnTo>
                  <a:pt x="480085" y="1646783"/>
                </a:lnTo>
                <a:lnTo>
                  <a:pt x="490321" y="1654302"/>
                </a:lnTo>
                <a:lnTo>
                  <a:pt x="484987" y="1661934"/>
                </a:lnTo>
                <a:lnTo>
                  <a:pt x="464185" y="1647367"/>
                </a:lnTo>
                <a:lnTo>
                  <a:pt x="458851" y="1654987"/>
                </a:lnTo>
                <a:lnTo>
                  <a:pt x="460451" y="1696986"/>
                </a:lnTo>
                <a:lnTo>
                  <a:pt x="461251" y="1717979"/>
                </a:lnTo>
                <a:lnTo>
                  <a:pt x="470852" y="1704263"/>
                </a:lnTo>
                <a:lnTo>
                  <a:pt x="479120" y="1714601"/>
                </a:lnTo>
                <a:lnTo>
                  <a:pt x="471652" y="1725269"/>
                </a:lnTo>
                <a:lnTo>
                  <a:pt x="477786" y="1738642"/>
                </a:lnTo>
                <a:lnTo>
                  <a:pt x="462114" y="1761032"/>
                </a:lnTo>
                <a:lnTo>
                  <a:pt x="463118" y="1781746"/>
                </a:lnTo>
                <a:lnTo>
                  <a:pt x="464921" y="1801317"/>
                </a:lnTo>
                <a:lnTo>
                  <a:pt x="466318" y="1821459"/>
                </a:lnTo>
                <a:lnTo>
                  <a:pt x="459016" y="1831898"/>
                </a:lnTo>
                <a:lnTo>
                  <a:pt x="463118" y="1848180"/>
                </a:lnTo>
                <a:lnTo>
                  <a:pt x="467626" y="1863890"/>
                </a:lnTo>
                <a:lnTo>
                  <a:pt x="471932" y="1879892"/>
                </a:lnTo>
                <a:lnTo>
                  <a:pt x="464464" y="1890560"/>
                </a:lnTo>
                <a:lnTo>
                  <a:pt x="469912" y="1904923"/>
                </a:lnTo>
                <a:lnTo>
                  <a:pt x="464858" y="1912137"/>
                </a:lnTo>
                <a:lnTo>
                  <a:pt x="470408" y="1926348"/>
                </a:lnTo>
                <a:lnTo>
                  <a:pt x="464997" y="1934083"/>
                </a:lnTo>
                <a:lnTo>
                  <a:pt x="477532" y="1938324"/>
                </a:lnTo>
                <a:lnTo>
                  <a:pt x="487934" y="1945601"/>
                </a:lnTo>
                <a:lnTo>
                  <a:pt x="469798" y="1971522"/>
                </a:lnTo>
                <a:lnTo>
                  <a:pt x="476732" y="1983752"/>
                </a:lnTo>
                <a:lnTo>
                  <a:pt x="471665" y="1990991"/>
                </a:lnTo>
                <a:lnTo>
                  <a:pt x="476199" y="2006663"/>
                </a:lnTo>
                <a:lnTo>
                  <a:pt x="470331" y="2015045"/>
                </a:lnTo>
                <a:lnTo>
                  <a:pt x="473367" y="2032850"/>
                </a:lnTo>
                <a:lnTo>
                  <a:pt x="466598" y="2042515"/>
                </a:lnTo>
                <a:lnTo>
                  <a:pt x="472236" y="2056612"/>
                </a:lnTo>
                <a:lnTo>
                  <a:pt x="491680" y="2073135"/>
                </a:lnTo>
                <a:lnTo>
                  <a:pt x="477812" y="2092947"/>
                </a:lnTo>
                <a:lnTo>
                  <a:pt x="488213" y="2100237"/>
                </a:lnTo>
                <a:lnTo>
                  <a:pt x="489280" y="2098713"/>
                </a:lnTo>
                <a:lnTo>
                  <a:pt x="499681" y="2105990"/>
                </a:lnTo>
                <a:lnTo>
                  <a:pt x="477278" y="2137994"/>
                </a:lnTo>
                <a:lnTo>
                  <a:pt x="487680" y="2145284"/>
                </a:lnTo>
                <a:lnTo>
                  <a:pt x="511149" y="2111743"/>
                </a:lnTo>
                <a:lnTo>
                  <a:pt x="514972" y="2128443"/>
                </a:lnTo>
                <a:lnTo>
                  <a:pt x="508088" y="2138273"/>
                </a:lnTo>
                <a:lnTo>
                  <a:pt x="511403" y="2155685"/>
                </a:lnTo>
                <a:lnTo>
                  <a:pt x="514629" y="2173224"/>
                </a:lnTo>
                <a:lnTo>
                  <a:pt x="550633" y="2188222"/>
                </a:lnTo>
                <a:lnTo>
                  <a:pt x="573049" y="2200503"/>
                </a:lnTo>
                <a:lnTo>
                  <a:pt x="581317" y="2210828"/>
                </a:lnTo>
                <a:lnTo>
                  <a:pt x="579183" y="2213876"/>
                </a:lnTo>
                <a:lnTo>
                  <a:pt x="574281" y="2243023"/>
                </a:lnTo>
                <a:lnTo>
                  <a:pt x="587984" y="2267737"/>
                </a:lnTo>
                <a:lnTo>
                  <a:pt x="605688" y="2286736"/>
                </a:lnTo>
                <a:lnTo>
                  <a:pt x="623201" y="2306015"/>
                </a:lnTo>
                <a:lnTo>
                  <a:pt x="622515" y="2306993"/>
                </a:lnTo>
                <a:lnTo>
                  <a:pt x="634542" y="2311958"/>
                </a:lnTo>
                <a:lnTo>
                  <a:pt x="648271" y="2314486"/>
                </a:lnTo>
                <a:lnTo>
                  <a:pt x="656513" y="2324862"/>
                </a:lnTo>
                <a:lnTo>
                  <a:pt x="678954" y="2337092"/>
                </a:lnTo>
                <a:lnTo>
                  <a:pt x="692594" y="2339759"/>
                </a:lnTo>
                <a:lnTo>
                  <a:pt x="705637" y="2343277"/>
                </a:lnTo>
                <a:lnTo>
                  <a:pt x="729018" y="2354148"/>
                </a:lnTo>
                <a:lnTo>
                  <a:pt x="752716" y="2364600"/>
                </a:lnTo>
                <a:lnTo>
                  <a:pt x="766203" y="2367483"/>
                </a:lnTo>
                <a:lnTo>
                  <a:pt x="790194" y="2377490"/>
                </a:lnTo>
                <a:lnTo>
                  <a:pt x="889431" y="2412898"/>
                </a:lnTo>
                <a:lnTo>
                  <a:pt x="893254" y="2407450"/>
                </a:lnTo>
                <a:lnTo>
                  <a:pt x="907161" y="2409710"/>
                </a:lnTo>
                <a:lnTo>
                  <a:pt x="906233" y="2411044"/>
                </a:lnTo>
                <a:lnTo>
                  <a:pt x="917714" y="2416797"/>
                </a:lnTo>
                <a:lnTo>
                  <a:pt x="924026" y="2407780"/>
                </a:lnTo>
                <a:lnTo>
                  <a:pt x="938923" y="2408644"/>
                </a:lnTo>
                <a:lnTo>
                  <a:pt x="1001737" y="2318918"/>
                </a:lnTo>
                <a:lnTo>
                  <a:pt x="1036967" y="2290737"/>
                </a:lnTo>
                <a:lnTo>
                  <a:pt x="1061885" y="2255139"/>
                </a:lnTo>
                <a:lnTo>
                  <a:pt x="1076591" y="2211984"/>
                </a:lnTo>
                <a:lnTo>
                  <a:pt x="1171384" y="2076577"/>
                </a:lnTo>
                <a:lnTo>
                  <a:pt x="1184973" y="2035022"/>
                </a:lnTo>
                <a:lnTo>
                  <a:pt x="1208862" y="2000897"/>
                </a:lnTo>
                <a:lnTo>
                  <a:pt x="1222133" y="1959787"/>
                </a:lnTo>
                <a:lnTo>
                  <a:pt x="1245539" y="1926361"/>
                </a:lnTo>
                <a:lnTo>
                  <a:pt x="1272209" y="1843963"/>
                </a:lnTo>
                <a:lnTo>
                  <a:pt x="1295857" y="1810194"/>
                </a:lnTo>
                <a:lnTo>
                  <a:pt x="1309293" y="1768856"/>
                </a:lnTo>
                <a:lnTo>
                  <a:pt x="1319695" y="1731848"/>
                </a:lnTo>
                <a:lnTo>
                  <a:pt x="1340497" y="1702130"/>
                </a:lnTo>
                <a:lnTo>
                  <a:pt x="1350899" y="1665135"/>
                </a:lnTo>
                <a:lnTo>
                  <a:pt x="1371701" y="1635404"/>
                </a:lnTo>
                <a:lnTo>
                  <a:pt x="1429321" y="1464525"/>
                </a:lnTo>
                <a:lnTo>
                  <a:pt x="1530134" y="1187627"/>
                </a:lnTo>
                <a:lnTo>
                  <a:pt x="1607223" y="966800"/>
                </a:lnTo>
                <a:lnTo>
                  <a:pt x="1612023" y="915644"/>
                </a:lnTo>
                <a:lnTo>
                  <a:pt x="1641767" y="828878"/>
                </a:lnTo>
                <a:lnTo>
                  <a:pt x="1645881" y="778700"/>
                </a:lnTo>
                <a:lnTo>
                  <a:pt x="1660296" y="735965"/>
                </a:lnTo>
                <a:lnTo>
                  <a:pt x="1681099" y="661949"/>
                </a:lnTo>
                <a:lnTo>
                  <a:pt x="1687868" y="674433"/>
                </a:lnTo>
                <a:lnTo>
                  <a:pt x="1684832" y="678764"/>
                </a:lnTo>
                <a:lnTo>
                  <a:pt x="1692605" y="689813"/>
                </a:lnTo>
                <a:lnTo>
                  <a:pt x="1700580" y="700570"/>
                </a:lnTo>
                <a:lnTo>
                  <a:pt x="1709115" y="688378"/>
                </a:lnTo>
                <a:lnTo>
                  <a:pt x="1713966" y="703592"/>
                </a:lnTo>
                <a:lnTo>
                  <a:pt x="1714322" y="703084"/>
                </a:lnTo>
                <a:lnTo>
                  <a:pt x="1727669" y="706158"/>
                </a:lnTo>
                <a:lnTo>
                  <a:pt x="1740331" y="710222"/>
                </a:lnTo>
                <a:lnTo>
                  <a:pt x="1710740" y="752500"/>
                </a:lnTo>
                <a:lnTo>
                  <a:pt x="1714055" y="769899"/>
                </a:lnTo>
                <a:lnTo>
                  <a:pt x="1717573" y="787019"/>
                </a:lnTo>
                <a:lnTo>
                  <a:pt x="1710982" y="796429"/>
                </a:lnTo>
                <a:lnTo>
                  <a:pt x="1717903" y="808685"/>
                </a:lnTo>
                <a:lnTo>
                  <a:pt x="1715122" y="812660"/>
                </a:lnTo>
                <a:lnTo>
                  <a:pt x="1722945" y="823645"/>
                </a:lnTo>
                <a:lnTo>
                  <a:pt x="1720062" y="827760"/>
                </a:lnTo>
                <a:lnTo>
                  <a:pt x="1720253" y="849617"/>
                </a:lnTo>
                <a:lnTo>
                  <a:pt x="1719262" y="873188"/>
                </a:lnTo>
                <a:lnTo>
                  <a:pt x="1729867" y="902335"/>
                </a:lnTo>
                <a:lnTo>
                  <a:pt x="1733664" y="919048"/>
                </a:lnTo>
                <a:lnTo>
                  <a:pt x="1744065" y="926325"/>
                </a:lnTo>
                <a:lnTo>
                  <a:pt x="1740865" y="930897"/>
                </a:lnTo>
                <a:lnTo>
                  <a:pt x="1739277" y="977480"/>
                </a:lnTo>
                <a:lnTo>
                  <a:pt x="1744078" y="992759"/>
                </a:lnTo>
                <a:lnTo>
                  <a:pt x="1748878" y="1008049"/>
                </a:lnTo>
                <a:lnTo>
                  <a:pt x="1748078" y="1031328"/>
                </a:lnTo>
                <a:lnTo>
                  <a:pt x="1761680" y="1034046"/>
                </a:lnTo>
                <a:lnTo>
                  <a:pt x="1775548" y="1014234"/>
                </a:lnTo>
                <a:lnTo>
                  <a:pt x="1785696" y="1021892"/>
                </a:lnTo>
                <a:lnTo>
                  <a:pt x="1794230" y="1031849"/>
                </a:lnTo>
                <a:lnTo>
                  <a:pt x="1776095" y="1057757"/>
                </a:lnTo>
                <a:lnTo>
                  <a:pt x="1784362" y="1068082"/>
                </a:lnTo>
                <a:lnTo>
                  <a:pt x="1781162" y="1072654"/>
                </a:lnTo>
                <a:lnTo>
                  <a:pt x="1789163" y="1083373"/>
                </a:lnTo>
                <a:lnTo>
                  <a:pt x="1786763" y="1086802"/>
                </a:lnTo>
                <a:lnTo>
                  <a:pt x="1794764" y="1097508"/>
                </a:lnTo>
                <a:lnTo>
                  <a:pt x="1789480" y="1105065"/>
                </a:lnTo>
                <a:lnTo>
                  <a:pt x="1776488" y="1101471"/>
                </a:lnTo>
                <a:lnTo>
                  <a:pt x="1773707" y="1105446"/>
                </a:lnTo>
                <a:lnTo>
                  <a:pt x="1759813" y="1103147"/>
                </a:lnTo>
                <a:lnTo>
                  <a:pt x="1761439" y="1100836"/>
                </a:lnTo>
                <a:lnTo>
                  <a:pt x="1755152" y="1087666"/>
                </a:lnTo>
                <a:lnTo>
                  <a:pt x="1767547" y="1069949"/>
                </a:lnTo>
                <a:lnTo>
                  <a:pt x="1763814" y="1066431"/>
                </a:lnTo>
                <a:lnTo>
                  <a:pt x="1767979" y="1065707"/>
                </a:lnTo>
                <a:lnTo>
                  <a:pt x="1779282" y="1069073"/>
                </a:lnTo>
                <a:lnTo>
                  <a:pt x="1777898" y="1061288"/>
                </a:lnTo>
                <a:lnTo>
                  <a:pt x="1773923" y="1053960"/>
                </a:lnTo>
                <a:lnTo>
                  <a:pt x="1772539" y="1046187"/>
                </a:lnTo>
                <a:lnTo>
                  <a:pt x="1764957" y="1042936"/>
                </a:lnTo>
                <a:lnTo>
                  <a:pt x="1743824" y="1035164"/>
                </a:lnTo>
                <a:lnTo>
                  <a:pt x="1745843" y="1061554"/>
                </a:lnTo>
                <a:lnTo>
                  <a:pt x="1758810" y="1059281"/>
                </a:lnTo>
                <a:lnTo>
                  <a:pt x="1759267" y="1061885"/>
                </a:lnTo>
                <a:lnTo>
                  <a:pt x="1762328" y="1064018"/>
                </a:lnTo>
                <a:lnTo>
                  <a:pt x="1762531" y="1065225"/>
                </a:lnTo>
                <a:lnTo>
                  <a:pt x="1758213" y="1061135"/>
                </a:lnTo>
                <a:lnTo>
                  <a:pt x="1746859" y="1077353"/>
                </a:lnTo>
                <a:lnTo>
                  <a:pt x="1749018" y="1096429"/>
                </a:lnTo>
                <a:lnTo>
                  <a:pt x="1752168" y="1114069"/>
                </a:lnTo>
                <a:lnTo>
                  <a:pt x="1754200" y="1133284"/>
                </a:lnTo>
                <a:lnTo>
                  <a:pt x="1750377" y="1138758"/>
                </a:lnTo>
                <a:lnTo>
                  <a:pt x="1757146" y="1151242"/>
                </a:lnTo>
                <a:lnTo>
                  <a:pt x="1749679" y="1161910"/>
                </a:lnTo>
                <a:lnTo>
                  <a:pt x="1761159" y="1167663"/>
                </a:lnTo>
                <a:lnTo>
                  <a:pt x="1783562" y="1135659"/>
                </a:lnTo>
                <a:lnTo>
                  <a:pt x="1788248" y="1151115"/>
                </a:lnTo>
                <a:lnTo>
                  <a:pt x="1761959" y="1188669"/>
                </a:lnTo>
                <a:lnTo>
                  <a:pt x="1768094" y="1202042"/>
                </a:lnTo>
                <a:lnTo>
                  <a:pt x="1781962" y="1182230"/>
                </a:lnTo>
                <a:lnTo>
                  <a:pt x="1805978" y="1192225"/>
                </a:lnTo>
                <a:lnTo>
                  <a:pt x="1799564" y="1201369"/>
                </a:lnTo>
                <a:lnTo>
                  <a:pt x="1787029" y="1197140"/>
                </a:lnTo>
                <a:lnTo>
                  <a:pt x="1777161" y="1211237"/>
                </a:lnTo>
                <a:lnTo>
                  <a:pt x="1762620" y="1209865"/>
                </a:lnTo>
                <a:lnTo>
                  <a:pt x="1758492" y="1215771"/>
                </a:lnTo>
                <a:lnTo>
                  <a:pt x="1765642" y="1249832"/>
                </a:lnTo>
                <a:lnTo>
                  <a:pt x="1772500" y="1284338"/>
                </a:lnTo>
                <a:lnTo>
                  <a:pt x="1768348" y="1312405"/>
                </a:lnTo>
                <a:lnTo>
                  <a:pt x="1773707" y="1349057"/>
                </a:lnTo>
                <a:lnTo>
                  <a:pt x="1798243" y="1313992"/>
                </a:lnTo>
                <a:lnTo>
                  <a:pt x="1804644" y="1326997"/>
                </a:lnTo>
                <a:lnTo>
                  <a:pt x="1800644" y="1332712"/>
                </a:lnTo>
                <a:lnTo>
                  <a:pt x="1807044" y="1345704"/>
                </a:lnTo>
                <a:lnTo>
                  <a:pt x="1798205" y="1358328"/>
                </a:lnTo>
                <a:lnTo>
                  <a:pt x="1803577" y="1372806"/>
                </a:lnTo>
                <a:lnTo>
                  <a:pt x="1792109" y="1389189"/>
                </a:lnTo>
                <a:lnTo>
                  <a:pt x="1807845" y="1388859"/>
                </a:lnTo>
                <a:lnTo>
                  <a:pt x="1806511" y="1390764"/>
                </a:lnTo>
                <a:lnTo>
                  <a:pt x="1817751" y="1396847"/>
                </a:lnTo>
                <a:lnTo>
                  <a:pt x="1804987" y="1415097"/>
                </a:lnTo>
                <a:lnTo>
                  <a:pt x="1821192" y="1414094"/>
                </a:lnTo>
                <a:lnTo>
                  <a:pt x="1808251" y="1432572"/>
                </a:lnTo>
                <a:lnTo>
                  <a:pt x="1811934" y="1449451"/>
                </a:lnTo>
                <a:lnTo>
                  <a:pt x="1804911" y="1459471"/>
                </a:lnTo>
                <a:lnTo>
                  <a:pt x="1794510" y="1452194"/>
                </a:lnTo>
                <a:lnTo>
                  <a:pt x="1793443" y="1453718"/>
                </a:lnTo>
                <a:lnTo>
                  <a:pt x="1783041" y="1446441"/>
                </a:lnTo>
                <a:lnTo>
                  <a:pt x="1785543" y="1487144"/>
                </a:lnTo>
                <a:lnTo>
                  <a:pt x="1788642" y="1527009"/>
                </a:lnTo>
                <a:lnTo>
                  <a:pt x="1792947" y="1565148"/>
                </a:lnTo>
                <a:lnTo>
                  <a:pt x="1798459" y="1579435"/>
                </a:lnTo>
                <a:lnTo>
                  <a:pt x="1809457" y="1608010"/>
                </a:lnTo>
                <a:lnTo>
                  <a:pt x="1812696" y="1603387"/>
                </a:lnTo>
                <a:lnTo>
                  <a:pt x="1826526" y="1605762"/>
                </a:lnTo>
                <a:lnTo>
                  <a:pt x="1830362" y="1600288"/>
                </a:lnTo>
                <a:lnTo>
                  <a:pt x="1845208" y="1601228"/>
                </a:lnTo>
                <a:lnTo>
                  <a:pt x="1812048" y="1648599"/>
                </a:lnTo>
                <a:lnTo>
                  <a:pt x="1819325" y="1660334"/>
                </a:lnTo>
                <a:lnTo>
                  <a:pt x="1810791" y="1672526"/>
                </a:lnTo>
                <a:lnTo>
                  <a:pt x="1828406" y="1691665"/>
                </a:lnTo>
                <a:lnTo>
                  <a:pt x="1846008" y="1710804"/>
                </a:lnTo>
                <a:lnTo>
                  <a:pt x="1834273" y="1727581"/>
                </a:lnTo>
                <a:lnTo>
                  <a:pt x="1846808" y="1731810"/>
                </a:lnTo>
                <a:lnTo>
                  <a:pt x="1838274" y="1744002"/>
                </a:lnTo>
                <a:lnTo>
                  <a:pt x="1850809" y="1748243"/>
                </a:lnTo>
                <a:lnTo>
                  <a:pt x="1835162" y="1748459"/>
                </a:lnTo>
                <a:lnTo>
                  <a:pt x="1840001" y="1763674"/>
                </a:lnTo>
                <a:lnTo>
                  <a:pt x="1835061" y="1770748"/>
                </a:lnTo>
                <a:lnTo>
                  <a:pt x="1821205" y="1768386"/>
                </a:lnTo>
                <a:lnTo>
                  <a:pt x="1816938" y="1774482"/>
                </a:lnTo>
                <a:lnTo>
                  <a:pt x="1827339" y="1781771"/>
                </a:lnTo>
                <a:lnTo>
                  <a:pt x="1834807" y="1771116"/>
                </a:lnTo>
                <a:lnTo>
                  <a:pt x="1849475" y="1772285"/>
                </a:lnTo>
                <a:lnTo>
                  <a:pt x="1835340" y="1792478"/>
                </a:lnTo>
                <a:lnTo>
                  <a:pt x="1839480" y="1808721"/>
                </a:lnTo>
                <a:lnTo>
                  <a:pt x="1837347" y="1811769"/>
                </a:lnTo>
                <a:lnTo>
                  <a:pt x="1850669" y="1814880"/>
                </a:lnTo>
                <a:lnTo>
                  <a:pt x="1864690" y="1817001"/>
                </a:lnTo>
                <a:lnTo>
                  <a:pt x="1849234" y="1816938"/>
                </a:lnTo>
                <a:lnTo>
                  <a:pt x="1838274" y="1832584"/>
                </a:lnTo>
                <a:lnTo>
                  <a:pt x="1842287" y="1849005"/>
                </a:lnTo>
                <a:lnTo>
                  <a:pt x="1846287" y="1865439"/>
                </a:lnTo>
                <a:lnTo>
                  <a:pt x="1843252" y="1869770"/>
                </a:lnTo>
                <a:lnTo>
                  <a:pt x="1847989" y="1885149"/>
                </a:lnTo>
                <a:lnTo>
                  <a:pt x="1839620" y="1897100"/>
                </a:lnTo>
                <a:lnTo>
                  <a:pt x="1854733" y="1919795"/>
                </a:lnTo>
                <a:lnTo>
                  <a:pt x="1866963" y="1946617"/>
                </a:lnTo>
                <a:lnTo>
                  <a:pt x="1866582" y="1969312"/>
                </a:lnTo>
                <a:lnTo>
                  <a:pt x="1875104" y="2001431"/>
                </a:lnTo>
                <a:lnTo>
                  <a:pt x="1896706" y="2037003"/>
                </a:lnTo>
                <a:lnTo>
                  <a:pt x="1907819" y="2043277"/>
                </a:lnTo>
                <a:lnTo>
                  <a:pt x="1916722" y="2052713"/>
                </a:lnTo>
                <a:lnTo>
                  <a:pt x="1922818" y="2066137"/>
                </a:lnTo>
                <a:lnTo>
                  <a:pt x="1925523" y="2084425"/>
                </a:lnTo>
                <a:lnTo>
                  <a:pt x="1924456" y="2085949"/>
                </a:lnTo>
                <a:lnTo>
                  <a:pt x="1914055" y="2078659"/>
                </a:lnTo>
                <a:lnTo>
                  <a:pt x="1911921" y="2081707"/>
                </a:lnTo>
                <a:lnTo>
                  <a:pt x="1921052" y="2090801"/>
                </a:lnTo>
                <a:lnTo>
                  <a:pt x="1920189" y="2092045"/>
                </a:lnTo>
                <a:lnTo>
                  <a:pt x="1929726" y="2100567"/>
                </a:lnTo>
                <a:lnTo>
                  <a:pt x="1938858" y="2109660"/>
                </a:lnTo>
                <a:lnTo>
                  <a:pt x="1954796" y="2131174"/>
                </a:lnTo>
                <a:lnTo>
                  <a:pt x="1973541" y="2148700"/>
                </a:lnTo>
                <a:lnTo>
                  <a:pt x="1994687" y="2162784"/>
                </a:lnTo>
                <a:lnTo>
                  <a:pt x="2017826" y="2174024"/>
                </a:lnTo>
                <a:lnTo>
                  <a:pt x="2041372" y="2184679"/>
                </a:lnTo>
                <a:lnTo>
                  <a:pt x="2078850" y="2197582"/>
                </a:lnTo>
                <a:lnTo>
                  <a:pt x="2102396" y="2208238"/>
                </a:lnTo>
                <a:lnTo>
                  <a:pt x="2127021" y="2217356"/>
                </a:lnTo>
                <a:lnTo>
                  <a:pt x="2151342" y="2226894"/>
                </a:lnTo>
                <a:lnTo>
                  <a:pt x="2185873" y="2244001"/>
                </a:lnTo>
                <a:lnTo>
                  <a:pt x="2209901" y="2253970"/>
                </a:lnTo>
                <a:lnTo>
                  <a:pt x="2222182" y="2258568"/>
                </a:lnTo>
                <a:lnTo>
                  <a:pt x="2224963" y="2254593"/>
                </a:lnTo>
                <a:lnTo>
                  <a:pt x="2239556" y="2255901"/>
                </a:lnTo>
                <a:lnTo>
                  <a:pt x="2256053" y="2254491"/>
                </a:lnTo>
                <a:lnTo>
                  <a:pt x="2347480" y="2123884"/>
                </a:lnTo>
                <a:lnTo>
                  <a:pt x="2413952" y="1940331"/>
                </a:lnTo>
                <a:lnTo>
                  <a:pt x="2452509" y="1840979"/>
                </a:lnTo>
                <a:lnTo>
                  <a:pt x="2460993" y="1784565"/>
                </a:lnTo>
                <a:lnTo>
                  <a:pt x="2479827" y="1735505"/>
                </a:lnTo>
                <a:lnTo>
                  <a:pt x="2488374" y="1679016"/>
                </a:lnTo>
                <a:lnTo>
                  <a:pt x="2519883" y="1589722"/>
                </a:lnTo>
                <a:lnTo>
                  <a:pt x="2525280" y="1537703"/>
                </a:lnTo>
                <a:lnTo>
                  <a:pt x="2541054" y="1493037"/>
                </a:lnTo>
                <a:lnTo>
                  <a:pt x="2546337" y="1441208"/>
                </a:lnTo>
                <a:lnTo>
                  <a:pt x="2577185" y="1352842"/>
                </a:lnTo>
                <a:lnTo>
                  <a:pt x="2587460" y="1249578"/>
                </a:lnTo>
                <a:lnTo>
                  <a:pt x="2602852" y="1205445"/>
                </a:lnTo>
                <a:lnTo>
                  <a:pt x="2607767" y="1154137"/>
                </a:lnTo>
                <a:lnTo>
                  <a:pt x="2623032" y="1110183"/>
                </a:lnTo>
                <a:lnTo>
                  <a:pt x="2637231" y="957046"/>
                </a:lnTo>
                <a:lnTo>
                  <a:pt x="2651836" y="914019"/>
                </a:lnTo>
                <a:lnTo>
                  <a:pt x="2663863" y="763981"/>
                </a:lnTo>
                <a:lnTo>
                  <a:pt x="2672994" y="728789"/>
                </a:lnTo>
                <a:lnTo>
                  <a:pt x="2672130" y="685736"/>
                </a:lnTo>
                <a:lnTo>
                  <a:pt x="2681655" y="649973"/>
                </a:lnTo>
                <a:lnTo>
                  <a:pt x="2680385" y="607491"/>
                </a:lnTo>
                <a:lnTo>
                  <a:pt x="2701709" y="355587"/>
                </a:lnTo>
                <a:lnTo>
                  <a:pt x="2695371" y="298221"/>
                </a:lnTo>
                <a:lnTo>
                  <a:pt x="2707043" y="148666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22361" y="902804"/>
            <a:ext cx="8843645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14570" algn="l"/>
                <a:tab pos="5479415" algn="l"/>
              </a:tabLst>
            </a:pPr>
            <a:r>
              <a:rPr dirty="0" spc="580"/>
              <a:t>R</a:t>
            </a:r>
            <a:r>
              <a:rPr dirty="0" spc="125"/>
              <a:t>E</a:t>
            </a:r>
            <a:r>
              <a:rPr dirty="0" spc="640"/>
              <a:t>S</a:t>
            </a:r>
            <a:r>
              <a:rPr dirty="0" spc="1170"/>
              <a:t>O</a:t>
            </a:r>
            <a:r>
              <a:rPr dirty="0" spc="355"/>
              <a:t>L</a:t>
            </a:r>
            <a:r>
              <a:rPr dirty="0" spc="1270"/>
              <a:t>V</a:t>
            </a:r>
            <a:r>
              <a:rPr dirty="0" spc="125"/>
              <a:t>E</a:t>
            </a:r>
            <a:r>
              <a:rPr dirty="0" spc="-35"/>
              <a:t>R</a:t>
            </a:r>
            <a:r>
              <a:rPr dirty="0"/>
              <a:t>	</a:t>
            </a:r>
            <a:r>
              <a:rPr dirty="0" spc="610"/>
              <a:t>-</a:t>
            </a:r>
            <a:r>
              <a:rPr dirty="0"/>
              <a:t>	</a:t>
            </a:r>
            <a:r>
              <a:rPr dirty="0" spc="700"/>
              <a:t>D</a:t>
            </a:r>
            <a:r>
              <a:rPr dirty="0" spc="125"/>
              <a:t>E</a:t>
            </a:r>
            <a:r>
              <a:rPr dirty="0" spc="605"/>
              <a:t>P</a:t>
            </a:r>
            <a:r>
              <a:rPr dirty="0" spc="355"/>
              <a:t>L</a:t>
            </a:r>
            <a:r>
              <a:rPr dirty="0" spc="1170"/>
              <a:t>O</a:t>
            </a:r>
            <a:r>
              <a:rPr dirty="0" spc="385"/>
              <a:t>Y</a:t>
            </a:r>
          </a:p>
        </p:txBody>
      </p:sp>
      <p:sp>
        <p:nvSpPr>
          <p:cNvPr id="5" name="object 5"/>
          <p:cNvSpPr/>
          <p:nvPr/>
        </p:nvSpPr>
        <p:spPr>
          <a:xfrm>
            <a:off x="5919025" y="2254511"/>
            <a:ext cx="6448425" cy="76477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4577" y="1937181"/>
            <a:ext cx="13515975" cy="822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6163988" y="7840002"/>
            <a:ext cx="2118995" cy="2446655"/>
          </a:xfrm>
          <a:custGeom>
            <a:avLst/>
            <a:gdLst/>
            <a:ahLst/>
            <a:cxnLst/>
            <a:rect l="l" t="t" r="r" b="b"/>
            <a:pathLst>
              <a:path w="2118994" h="2446654">
                <a:moveTo>
                  <a:pt x="714895" y="1143990"/>
                </a:moveTo>
                <a:lnTo>
                  <a:pt x="707796" y="1124839"/>
                </a:lnTo>
                <a:lnTo>
                  <a:pt x="694677" y="1164983"/>
                </a:lnTo>
                <a:lnTo>
                  <a:pt x="694118" y="1166710"/>
                </a:lnTo>
                <a:lnTo>
                  <a:pt x="710438" y="1157630"/>
                </a:lnTo>
                <a:lnTo>
                  <a:pt x="714895" y="1143990"/>
                </a:lnTo>
                <a:close/>
              </a:path>
              <a:path w="2118994" h="2446654">
                <a:moveTo>
                  <a:pt x="860196" y="1483829"/>
                </a:moveTo>
                <a:lnTo>
                  <a:pt x="856234" y="1473276"/>
                </a:lnTo>
                <a:lnTo>
                  <a:pt x="852855" y="1466608"/>
                </a:lnTo>
                <a:lnTo>
                  <a:pt x="851141" y="1460500"/>
                </a:lnTo>
                <a:lnTo>
                  <a:pt x="840041" y="1466138"/>
                </a:lnTo>
                <a:lnTo>
                  <a:pt x="838911" y="1463916"/>
                </a:lnTo>
                <a:lnTo>
                  <a:pt x="835571" y="1462824"/>
                </a:lnTo>
                <a:lnTo>
                  <a:pt x="834440" y="1460601"/>
                </a:lnTo>
                <a:lnTo>
                  <a:pt x="829995" y="1462849"/>
                </a:lnTo>
                <a:lnTo>
                  <a:pt x="818870" y="1462913"/>
                </a:lnTo>
                <a:lnTo>
                  <a:pt x="822248" y="1469580"/>
                </a:lnTo>
                <a:lnTo>
                  <a:pt x="827849" y="1475105"/>
                </a:lnTo>
                <a:lnTo>
                  <a:pt x="831227" y="1481772"/>
                </a:lnTo>
                <a:lnTo>
                  <a:pt x="838974" y="1482623"/>
                </a:lnTo>
                <a:lnTo>
                  <a:pt x="860196" y="1483829"/>
                </a:lnTo>
                <a:close/>
              </a:path>
              <a:path w="2118994" h="2446654">
                <a:moveTo>
                  <a:pt x="869543" y="1529461"/>
                </a:moveTo>
                <a:lnTo>
                  <a:pt x="868476" y="1529410"/>
                </a:lnTo>
                <a:lnTo>
                  <a:pt x="868565" y="1529689"/>
                </a:lnTo>
                <a:lnTo>
                  <a:pt x="869543" y="1529461"/>
                </a:lnTo>
                <a:close/>
              </a:path>
              <a:path w="2118994" h="2446654">
                <a:moveTo>
                  <a:pt x="997165" y="1756308"/>
                </a:moveTo>
                <a:lnTo>
                  <a:pt x="982548" y="1733016"/>
                </a:lnTo>
                <a:lnTo>
                  <a:pt x="981456" y="1736369"/>
                </a:lnTo>
                <a:lnTo>
                  <a:pt x="976477" y="1740293"/>
                </a:lnTo>
                <a:lnTo>
                  <a:pt x="973162" y="1744764"/>
                </a:lnTo>
                <a:lnTo>
                  <a:pt x="972642" y="1752003"/>
                </a:lnTo>
                <a:lnTo>
                  <a:pt x="971003" y="1757019"/>
                </a:lnTo>
                <a:lnTo>
                  <a:pt x="970495" y="1764258"/>
                </a:lnTo>
                <a:lnTo>
                  <a:pt x="997165" y="1756308"/>
                </a:lnTo>
                <a:close/>
              </a:path>
              <a:path w="2118994" h="2446654">
                <a:moveTo>
                  <a:pt x="1517815" y="1467218"/>
                </a:moveTo>
                <a:lnTo>
                  <a:pt x="1507807" y="1456944"/>
                </a:lnTo>
                <a:lnTo>
                  <a:pt x="1497914" y="1446364"/>
                </a:lnTo>
                <a:lnTo>
                  <a:pt x="1486027" y="1482750"/>
                </a:lnTo>
                <a:lnTo>
                  <a:pt x="1500276" y="1480007"/>
                </a:lnTo>
                <a:lnTo>
                  <a:pt x="1505915" y="1462747"/>
                </a:lnTo>
                <a:lnTo>
                  <a:pt x="1517815" y="1467218"/>
                </a:lnTo>
                <a:close/>
              </a:path>
              <a:path w="2118994" h="2446654">
                <a:moveTo>
                  <a:pt x="1519593" y="1506677"/>
                </a:moveTo>
                <a:lnTo>
                  <a:pt x="1515694" y="1507261"/>
                </a:lnTo>
                <a:lnTo>
                  <a:pt x="1511249" y="1509509"/>
                </a:lnTo>
                <a:lnTo>
                  <a:pt x="1507363" y="1510093"/>
                </a:lnTo>
                <a:lnTo>
                  <a:pt x="1509039" y="1510639"/>
                </a:lnTo>
                <a:lnTo>
                  <a:pt x="1510157" y="1512862"/>
                </a:lnTo>
                <a:lnTo>
                  <a:pt x="1511833" y="1513408"/>
                </a:lnTo>
                <a:lnTo>
                  <a:pt x="1514602" y="1510601"/>
                </a:lnTo>
                <a:lnTo>
                  <a:pt x="1516824" y="1509483"/>
                </a:lnTo>
                <a:lnTo>
                  <a:pt x="1519593" y="1506677"/>
                </a:lnTo>
                <a:close/>
              </a:path>
              <a:path w="2118994" h="2446654">
                <a:moveTo>
                  <a:pt x="1524698" y="1168704"/>
                </a:moveTo>
                <a:lnTo>
                  <a:pt x="1524584" y="1160221"/>
                </a:lnTo>
                <a:lnTo>
                  <a:pt x="1522539" y="1166495"/>
                </a:lnTo>
                <a:lnTo>
                  <a:pt x="1524698" y="1168704"/>
                </a:lnTo>
                <a:close/>
              </a:path>
              <a:path w="2118994" h="2446654">
                <a:moveTo>
                  <a:pt x="1531988" y="1440370"/>
                </a:moveTo>
                <a:lnTo>
                  <a:pt x="1530477" y="1411503"/>
                </a:lnTo>
                <a:lnTo>
                  <a:pt x="1529524" y="1402537"/>
                </a:lnTo>
                <a:lnTo>
                  <a:pt x="1520901" y="1420088"/>
                </a:lnTo>
                <a:lnTo>
                  <a:pt x="1518285" y="1429880"/>
                </a:lnTo>
                <a:lnTo>
                  <a:pt x="1521904" y="1435455"/>
                </a:lnTo>
                <a:lnTo>
                  <a:pt x="1531988" y="1440370"/>
                </a:lnTo>
                <a:close/>
              </a:path>
              <a:path w="2118994" h="2446654">
                <a:moveTo>
                  <a:pt x="1532470" y="1336840"/>
                </a:moveTo>
                <a:lnTo>
                  <a:pt x="1529118" y="1335747"/>
                </a:lnTo>
                <a:lnTo>
                  <a:pt x="1526895" y="1336878"/>
                </a:lnTo>
                <a:lnTo>
                  <a:pt x="1523555" y="1335786"/>
                </a:lnTo>
                <a:lnTo>
                  <a:pt x="1519936" y="1380883"/>
                </a:lnTo>
                <a:lnTo>
                  <a:pt x="1529626" y="1371066"/>
                </a:lnTo>
                <a:lnTo>
                  <a:pt x="1531429" y="1359877"/>
                </a:lnTo>
                <a:lnTo>
                  <a:pt x="1530616" y="1348181"/>
                </a:lnTo>
                <a:lnTo>
                  <a:pt x="1532470" y="1336840"/>
                </a:lnTo>
                <a:close/>
              </a:path>
              <a:path w="2118994" h="2446654">
                <a:moveTo>
                  <a:pt x="1532559" y="1176718"/>
                </a:moveTo>
                <a:lnTo>
                  <a:pt x="1524698" y="1168704"/>
                </a:lnTo>
                <a:lnTo>
                  <a:pt x="1525104" y="1199515"/>
                </a:lnTo>
                <a:lnTo>
                  <a:pt x="1532559" y="1176718"/>
                </a:lnTo>
                <a:close/>
              </a:path>
              <a:path w="2118994" h="2446654">
                <a:moveTo>
                  <a:pt x="1546402" y="1702447"/>
                </a:moveTo>
                <a:lnTo>
                  <a:pt x="1544193" y="1688934"/>
                </a:lnTo>
                <a:lnTo>
                  <a:pt x="1542554" y="1675257"/>
                </a:lnTo>
                <a:lnTo>
                  <a:pt x="1539951" y="1648485"/>
                </a:lnTo>
                <a:lnTo>
                  <a:pt x="1538274" y="1647939"/>
                </a:lnTo>
                <a:lnTo>
                  <a:pt x="1534375" y="1648523"/>
                </a:lnTo>
                <a:lnTo>
                  <a:pt x="1532166" y="1649653"/>
                </a:lnTo>
                <a:lnTo>
                  <a:pt x="1534845" y="1663319"/>
                </a:lnTo>
                <a:lnTo>
                  <a:pt x="1533093" y="1677263"/>
                </a:lnTo>
                <a:lnTo>
                  <a:pt x="1532496" y="1690903"/>
                </a:lnTo>
                <a:lnTo>
                  <a:pt x="1538617" y="1703603"/>
                </a:lnTo>
                <a:lnTo>
                  <a:pt x="1542503" y="1703019"/>
                </a:lnTo>
                <a:lnTo>
                  <a:pt x="1544180" y="1703565"/>
                </a:lnTo>
                <a:lnTo>
                  <a:pt x="1546402" y="1702447"/>
                </a:lnTo>
                <a:close/>
              </a:path>
              <a:path w="2118994" h="2446654">
                <a:moveTo>
                  <a:pt x="1756664" y="286207"/>
                </a:moveTo>
                <a:lnTo>
                  <a:pt x="1746364" y="276821"/>
                </a:lnTo>
                <a:lnTo>
                  <a:pt x="1748967" y="268884"/>
                </a:lnTo>
                <a:lnTo>
                  <a:pt x="1739900" y="255739"/>
                </a:lnTo>
                <a:lnTo>
                  <a:pt x="1742909" y="246532"/>
                </a:lnTo>
                <a:lnTo>
                  <a:pt x="1734604" y="231038"/>
                </a:lnTo>
                <a:lnTo>
                  <a:pt x="1738071" y="220421"/>
                </a:lnTo>
                <a:lnTo>
                  <a:pt x="1728444" y="209003"/>
                </a:lnTo>
                <a:lnTo>
                  <a:pt x="1705000" y="198983"/>
                </a:lnTo>
                <a:lnTo>
                  <a:pt x="1712112" y="177228"/>
                </a:lnTo>
                <a:lnTo>
                  <a:pt x="1700034" y="173278"/>
                </a:lnTo>
                <a:lnTo>
                  <a:pt x="1699488" y="174955"/>
                </a:lnTo>
                <a:lnTo>
                  <a:pt x="1690509" y="161518"/>
                </a:lnTo>
                <a:lnTo>
                  <a:pt x="1698891" y="135877"/>
                </a:lnTo>
                <a:lnTo>
                  <a:pt x="1686826" y="131927"/>
                </a:lnTo>
                <a:lnTo>
                  <a:pt x="1678165" y="158407"/>
                </a:lnTo>
                <a:lnTo>
                  <a:pt x="1669630" y="143675"/>
                </a:lnTo>
                <a:lnTo>
                  <a:pt x="1661185" y="128612"/>
                </a:lnTo>
                <a:lnTo>
                  <a:pt x="1664868" y="117348"/>
                </a:lnTo>
                <a:lnTo>
                  <a:pt x="1639074" y="114477"/>
                </a:lnTo>
                <a:lnTo>
                  <a:pt x="1614119" y="109105"/>
                </a:lnTo>
                <a:lnTo>
                  <a:pt x="1601228" y="107670"/>
                </a:lnTo>
                <a:lnTo>
                  <a:pt x="1590243" y="100380"/>
                </a:lnTo>
                <a:lnTo>
                  <a:pt x="1591335" y="97040"/>
                </a:lnTo>
                <a:lnTo>
                  <a:pt x="1587106" y="69100"/>
                </a:lnTo>
                <a:lnTo>
                  <a:pt x="1566595" y="50076"/>
                </a:lnTo>
                <a:lnTo>
                  <a:pt x="1544040" y="37325"/>
                </a:lnTo>
                <a:lnTo>
                  <a:pt x="1533664" y="28206"/>
                </a:lnTo>
                <a:lnTo>
                  <a:pt x="1521942" y="23190"/>
                </a:lnTo>
                <a:lnTo>
                  <a:pt x="1509039" y="21780"/>
                </a:lnTo>
                <a:lnTo>
                  <a:pt x="1495259" y="23063"/>
                </a:lnTo>
                <a:lnTo>
                  <a:pt x="1484299" y="15722"/>
                </a:lnTo>
                <a:lnTo>
                  <a:pt x="1471383" y="14338"/>
                </a:lnTo>
                <a:lnTo>
                  <a:pt x="1457655" y="15468"/>
                </a:lnTo>
                <a:lnTo>
                  <a:pt x="1432166" y="11709"/>
                </a:lnTo>
                <a:lnTo>
                  <a:pt x="1418767" y="11823"/>
                </a:lnTo>
                <a:lnTo>
                  <a:pt x="1393151" y="8458"/>
                </a:lnTo>
                <a:lnTo>
                  <a:pt x="1379499" y="9347"/>
                </a:lnTo>
                <a:lnTo>
                  <a:pt x="1353718" y="6451"/>
                </a:lnTo>
                <a:lnTo>
                  <a:pt x="1248943" y="0"/>
                </a:lnTo>
                <a:lnTo>
                  <a:pt x="1243482" y="16700"/>
                </a:lnTo>
                <a:lnTo>
                  <a:pt x="1229766" y="17805"/>
                </a:lnTo>
                <a:lnTo>
                  <a:pt x="1232496" y="9436"/>
                </a:lnTo>
                <a:lnTo>
                  <a:pt x="1219885" y="7162"/>
                </a:lnTo>
                <a:lnTo>
                  <a:pt x="1190218" y="97955"/>
                </a:lnTo>
                <a:lnTo>
                  <a:pt x="1171194" y="115316"/>
                </a:lnTo>
                <a:lnTo>
                  <a:pt x="1132840" y="232702"/>
                </a:lnTo>
                <a:lnTo>
                  <a:pt x="1131887" y="276517"/>
                </a:lnTo>
                <a:lnTo>
                  <a:pt x="1084072" y="422871"/>
                </a:lnTo>
                <a:lnTo>
                  <a:pt x="1083906" y="464273"/>
                </a:lnTo>
                <a:lnTo>
                  <a:pt x="1071778" y="501421"/>
                </a:lnTo>
                <a:lnTo>
                  <a:pt x="1071854" y="542036"/>
                </a:lnTo>
                <a:lnTo>
                  <a:pt x="1059649" y="579424"/>
                </a:lnTo>
                <a:lnTo>
                  <a:pt x="1059586" y="661441"/>
                </a:lnTo>
                <a:lnTo>
                  <a:pt x="1047369" y="698830"/>
                </a:lnTo>
                <a:lnTo>
                  <a:pt x="1048778" y="735393"/>
                </a:lnTo>
                <a:lnTo>
                  <a:pt x="1038123" y="768019"/>
                </a:lnTo>
                <a:lnTo>
                  <a:pt x="1039545" y="804583"/>
                </a:lnTo>
                <a:lnTo>
                  <a:pt x="1028890" y="837209"/>
                </a:lnTo>
                <a:lnTo>
                  <a:pt x="1026350" y="1008570"/>
                </a:lnTo>
                <a:lnTo>
                  <a:pt x="1003084" y="1284249"/>
                </a:lnTo>
                <a:lnTo>
                  <a:pt x="1011224" y="1341132"/>
                </a:lnTo>
                <a:lnTo>
                  <a:pt x="1003642" y="1446136"/>
                </a:lnTo>
                <a:lnTo>
                  <a:pt x="1012012" y="1502308"/>
                </a:lnTo>
                <a:lnTo>
                  <a:pt x="1008341" y="1554441"/>
                </a:lnTo>
                <a:lnTo>
                  <a:pt x="1007389" y="1598244"/>
                </a:lnTo>
                <a:lnTo>
                  <a:pt x="1018667" y="1645526"/>
                </a:lnTo>
                <a:lnTo>
                  <a:pt x="1017333" y="1731416"/>
                </a:lnTo>
                <a:lnTo>
                  <a:pt x="1020165" y="1804555"/>
                </a:lnTo>
                <a:lnTo>
                  <a:pt x="1009954" y="1794916"/>
                </a:lnTo>
                <a:lnTo>
                  <a:pt x="1011504" y="1790153"/>
                </a:lnTo>
                <a:lnTo>
                  <a:pt x="1000785" y="1782076"/>
                </a:lnTo>
                <a:lnTo>
                  <a:pt x="989952" y="1774317"/>
                </a:lnTo>
                <a:lnTo>
                  <a:pt x="985583" y="1787702"/>
                </a:lnTo>
                <a:lnTo>
                  <a:pt x="976350" y="1775053"/>
                </a:lnTo>
                <a:lnTo>
                  <a:pt x="976172" y="1775599"/>
                </a:lnTo>
                <a:lnTo>
                  <a:pt x="962596" y="1776285"/>
                </a:lnTo>
                <a:lnTo>
                  <a:pt x="970724" y="1751380"/>
                </a:lnTo>
                <a:lnTo>
                  <a:pt x="960843" y="1740738"/>
                </a:lnTo>
                <a:lnTo>
                  <a:pt x="964526" y="1729473"/>
                </a:lnTo>
                <a:lnTo>
                  <a:pt x="956081" y="1714423"/>
                </a:lnTo>
                <a:lnTo>
                  <a:pt x="959612" y="1703628"/>
                </a:lnTo>
                <a:lnTo>
                  <a:pt x="950912" y="1689354"/>
                </a:lnTo>
                <a:lnTo>
                  <a:pt x="952690" y="1683893"/>
                </a:lnTo>
                <a:lnTo>
                  <a:pt x="942047" y="1675587"/>
                </a:lnTo>
                <a:lnTo>
                  <a:pt x="943368" y="1671535"/>
                </a:lnTo>
                <a:lnTo>
                  <a:pt x="932776" y="1663065"/>
                </a:lnTo>
                <a:lnTo>
                  <a:pt x="925931" y="1643126"/>
                </a:lnTo>
                <a:lnTo>
                  <a:pt x="919695" y="1621294"/>
                </a:lnTo>
                <a:lnTo>
                  <a:pt x="912850" y="1601355"/>
                </a:lnTo>
                <a:lnTo>
                  <a:pt x="892086" y="1583118"/>
                </a:lnTo>
                <a:lnTo>
                  <a:pt x="893737" y="1578102"/>
                </a:lnTo>
                <a:lnTo>
                  <a:pt x="887399" y="1556588"/>
                </a:lnTo>
                <a:lnTo>
                  <a:pt x="868997" y="1531137"/>
                </a:lnTo>
                <a:lnTo>
                  <a:pt x="868565" y="1529689"/>
                </a:lnTo>
                <a:lnTo>
                  <a:pt x="855103" y="1532763"/>
                </a:lnTo>
                <a:lnTo>
                  <a:pt x="838708" y="1542046"/>
                </a:lnTo>
                <a:lnTo>
                  <a:pt x="836650" y="1548345"/>
                </a:lnTo>
                <a:lnTo>
                  <a:pt x="826770" y="1537703"/>
                </a:lnTo>
                <a:lnTo>
                  <a:pt x="817968" y="1523720"/>
                </a:lnTo>
                <a:lnTo>
                  <a:pt x="830783" y="1525397"/>
                </a:lnTo>
                <a:lnTo>
                  <a:pt x="843546" y="1527225"/>
                </a:lnTo>
                <a:lnTo>
                  <a:pt x="856411" y="1528737"/>
                </a:lnTo>
                <a:lnTo>
                  <a:pt x="868476" y="1529410"/>
                </a:lnTo>
                <a:lnTo>
                  <a:pt x="856322" y="1488109"/>
                </a:lnTo>
                <a:lnTo>
                  <a:pt x="842606" y="1489189"/>
                </a:lnTo>
                <a:lnTo>
                  <a:pt x="835507" y="1510944"/>
                </a:lnTo>
                <a:lnTo>
                  <a:pt x="823569" y="1506588"/>
                </a:lnTo>
                <a:lnTo>
                  <a:pt x="824534" y="1503654"/>
                </a:lnTo>
                <a:lnTo>
                  <a:pt x="815047" y="1491754"/>
                </a:lnTo>
                <a:lnTo>
                  <a:pt x="821753" y="1471269"/>
                </a:lnTo>
                <a:lnTo>
                  <a:pt x="810768" y="1463979"/>
                </a:lnTo>
                <a:lnTo>
                  <a:pt x="813638" y="1455191"/>
                </a:lnTo>
                <a:lnTo>
                  <a:pt x="802792" y="1447482"/>
                </a:lnTo>
                <a:lnTo>
                  <a:pt x="804024" y="1443723"/>
                </a:lnTo>
                <a:lnTo>
                  <a:pt x="793178" y="1436014"/>
                </a:lnTo>
                <a:lnTo>
                  <a:pt x="806729" y="1435430"/>
                </a:lnTo>
                <a:lnTo>
                  <a:pt x="808050" y="1431378"/>
                </a:lnTo>
                <a:lnTo>
                  <a:pt x="821550" y="1430959"/>
                </a:lnTo>
                <a:lnTo>
                  <a:pt x="823341" y="1425498"/>
                </a:lnTo>
                <a:lnTo>
                  <a:pt x="834580" y="1431975"/>
                </a:lnTo>
                <a:lnTo>
                  <a:pt x="826122" y="1457883"/>
                </a:lnTo>
                <a:lnTo>
                  <a:pt x="834440" y="1460601"/>
                </a:lnTo>
                <a:lnTo>
                  <a:pt x="838187" y="1461820"/>
                </a:lnTo>
                <a:lnTo>
                  <a:pt x="843457" y="1445691"/>
                </a:lnTo>
                <a:lnTo>
                  <a:pt x="835621" y="1428813"/>
                </a:lnTo>
                <a:lnTo>
                  <a:pt x="827265" y="1413497"/>
                </a:lnTo>
                <a:lnTo>
                  <a:pt x="819467" y="1396453"/>
                </a:lnTo>
                <a:lnTo>
                  <a:pt x="823290" y="1384744"/>
                </a:lnTo>
                <a:lnTo>
                  <a:pt x="813079" y="1375117"/>
                </a:lnTo>
                <a:lnTo>
                  <a:pt x="813955" y="1372438"/>
                </a:lnTo>
                <a:lnTo>
                  <a:pt x="801331" y="1370164"/>
                </a:lnTo>
                <a:lnTo>
                  <a:pt x="790943" y="1401953"/>
                </a:lnTo>
                <a:lnTo>
                  <a:pt x="781799" y="1389049"/>
                </a:lnTo>
                <a:lnTo>
                  <a:pt x="789711" y="1364843"/>
                </a:lnTo>
                <a:lnTo>
                  <a:pt x="806246" y="1355115"/>
                </a:lnTo>
                <a:lnTo>
                  <a:pt x="807339" y="1351762"/>
                </a:lnTo>
                <a:lnTo>
                  <a:pt x="797458" y="1341132"/>
                </a:lnTo>
                <a:lnTo>
                  <a:pt x="794727" y="1349489"/>
                </a:lnTo>
                <a:lnTo>
                  <a:pt x="778281" y="1358938"/>
                </a:lnTo>
                <a:lnTo>
                  <a:pt x="764565" y="1360004"/>
                </a:lnTo>
                <a:lnTo>
                  <a:pt x="765657" y="1356664"/>
                </a:lnTo>
                <a:lnTo>
                  <a:pt x="754138" y="1351051"/>
                </a:lnTo>
                <a:lnTo>
                  <a:pt x="767854" y="1349971"/>
                </a:lnTo>
                <a:lnTo>
                  <a:pt x="768946" y="1346631"/>
                </a:lnTo>
                <a:lnTo>
                  <a:pt x="782650" y="1345552"/>
                </a:lnTo>
                <a:lnTo>
                  <a:pt x="790308" y="1322133"/>
                </a:lnTo>
                <a:lnTo>
                  <a:pt x="785228" y="1296771"/>
                </a:lnTo>
                <a:lnTo>
                  <a:pt x="776732" y="1281887"/>
                </a:lnTo>
                <a:lnTo>
                  <a:pt x="768235" y="1267002"/>
                </a:lnTo>
                <a:lnTo>
                  <a:pt x="763612" y="1240243"/>
                </a:lnTo>
                <a:lnTo>
                  <a:pt x="747382" y="1208125"/>
                </a:lnTo>
                <a:lnTo>
                  <a:pt x="734809" y="1246606"/>
                </a:lnTo>
                <a:lnTo>
                  <a:pt x="724789" y="1236383"/>
                </a:lnTo>
                <a:lnTo>
                  <a:pt x="726846" y="1230109"/>
                </a:lnTo>
                <a:lnTo>
                  <a:pt x="716813" y="1219898"/>
                </a:lnTo>
                <a:lnTo>
                  <a:pt x="721347" y="1206042"/>
                </a:lnTo>
                <a:lnTo>
                  <a:pt x="711847" y="1194206"/>
                </a:lnTo>
                <a:lnTo>
                  <a:pt x="717727" y="1176223"/>
                </a:lnTo>
                <a:lnTo>
                  <a:pt x="702919" y="1180642"/>
                </a:lnTo>
                <a:lnTo>
                  <a:pt x="703605" y="1178547"/>
                </a:lnTo>
                <a:lnTo>
                  <a:pt x="691108" y="1175905"/>
                </a:lnTo>
                <a:lnTo>
                  <a:pt x="694677" y="1164983"/>
                </a:lnTo>
                <a:lnTo>
                  <a:pt x="682599" y="1161046"/>
                </a:lnTo>
                <a:lnTo>
                  <a:pt x="696810" y="1117549"/>
                </a:lnTo>
                <a:lnTo>
                  <a:pt x="708888" y="1121486"/>
                </a:lnTo>
                <a:lnTo>
                  <a:pt x="701497" y="1103198"/>
                </a:lnTo>
                <a:lnTo>
                  <a:pt x="694118" y="1084897"/>
                </a:lnTo>
                <a:lnTo>
                  <a:pt x="686574" y="1067079"/>
                </a:lnTo>
                <a:lnTo>
                  <a:pt x="681405" y="1054849"/>
                </a:lnTo>
                <a:lnTo>
                  <a:pt x="681405" y="1082890"/>
                </a:lnTo>
                <a:lnTo>
                  <a:pt x="679234" y="1089583"/>
                </a:lnTo>
                <a:lnTo>
                  <a:pt x="665518" y="1090650"/>
                </a:lnTo>
                <a:lnTo>
                  <a:pt x="653440" y="1086713"/>
                </a:lnTo>
                <a:lnTo>
                  <a:pt x="658291" y="1071867"/>
                </a:lnTo>
                <a:lnTo>
                  <a:pt x="648538" y="1060831"/>
                </a:lnTo>
                <a:lnTo>
                  <a:pt x="651205" y="1052664"/>
                </a:lnTo>
                <a:lnTo>
                  <a:pt x="661365" y="1062456"/>
                </a:lnTo>
                <a:lnTo>
                  <a:pt x="672592" y="1069009"/>
                </a:lnTo>
                <a:lnTo>
                  <a:pt x="670979" y="1073924"/>
                </a:lnTo>
                <a:lnTo>
                  <a:pt x="681405" y="1082890"/>
                </a:lnTo>
                <a:lnTo>
                  <a:pt x="681405" y="1054849"/>
                </a:lnTo>
                <a:lnTo>
                  <a:pt x="679043" y="1049248"/>
                </a:lnTo>
                <a:lnTo>
                  <a:pt x="663346" y="1015479"/>
                </a:lnTo>
                <a:lnTo>
                  <a:pt x="646734" y="984542"/>
                </a:lnTo>
                <a:lnTo>
                  <a:pt x="645083" y="989609"/>
                </a:lnTo>
                <a:lnTo>
                  <a:pt x="631253" y="991057"/>
                </a:lnTo>
                <a:lnTo>
                  <a:pt x="629285" y="997064"/>
                </a:lnTo>
                <a:lnTo>
                  <a:pt x="614946" y="1000074"/>
                </a:lnTo>
                <a:lnTo>
                  <a:pt x="631926" y="948080"/>
                </a:lnTo>
                <a:lnTo>
                  <a:pt x="631037" y="947343"/>
                </a:lnTo>
                <a:lnTo>
                  <a:pt x="621449" y="939253"/>
                </a:lnTo>
                <a:lnTo>
                  <a:pt x="625830" y="925868"/>
                </a:lnTo>
                <a:lnTo>
                  <a:pt x="603326" y="912952"/>
                </a:lnTo>
                <a:lnTo>
                  <a:pt x="592074" y="906500"/>
                </a:lnTo>
                <a:lnTo>
                  <a:pt x="595617" y="895629"/>
                </a:lnTo>
                <a:lnTo>
                  <a:pt x="585736" y="884999"/>
                </a:lnTo>
                <a:lnTo>
                  <a:pt x="586828" y="881646"/>
                </a:lnTo>
                <a:lnTo>
                  <a:pt x="573659" y="881049"/>
                </a:lnTo>
                <a:lnTo>
                  <a:pt x="579628" y="862774"/>
                </a:lnTo>
                <a:lnTo>
                  <a:pt x="570407" y="850125"/>
                </a:lnTo>
                <a:lnTo>
                  <a:pt x="572935" y="842365"/>
                </a:lnTo>
                <a:lnTo>
                  <a:pt x="586778" y="840905"/>
                </a:lnTo>
                <a:lnTo>
                  <a:pt x="588962" y="834212"/>
                </a:lnTo>
                <a:lnTo>
                  <a:pt x="574713" y="836955"/>
                </a:lnTo>
                <a:lnTo>
                  <a:pt x="573062" y="841984"/>
                </a:lnTo>
                <a:lnTo>
                  <a:pt x="558812" y="844727"/>
                </a:lnTo>
                <a:lnTo>
                  <a:pt x="572477" y="802894"/>
                </a:lnTo>
                <a:lnTo>
                  <a:pt x="559473" y="801801"/>
                </a:lnTo>
                <a:lnTo>
                  <a:pt x="558279" y="805434"/>
                </a:lnTo>
                <a:lnTo>
                  <a:pt x="544715" y="806069"/>
                </a:lnTo>
                <a:lnTo>
                  <a:pt x="551065" y="786650"/>
                </a:lnTo>
                <a:lnTo>
                  <a:pt x="545553" y="762622"/>
                </a:lnTo>
                <a:lnTo>
                  <a:pt x="535025" y="753922"/>
                </a:lnTo>
                <a:lnTo>
                  <a:pt x="537933" y="745032"/>
                </a:lnTo>
                <a:lnTo>
                  <a:pt x="527418" y="736333"/>
                </a:lnTo>
                <a:lnTo>
                  <a:pt x="529056" y="731329"/>
                </a:lnTo>
                <a:lnTo>
                  <a:pt x="542226" y="731913"/>
                </a:lnTo>
                <a:lnTo>
                  <a:pt x="531609" y="723519"/>
                </a:lnTo>
                <a:lnTo>
                  <a:pt x="520992" y="715111"/>
                </a:lnTo>
                <a:lnTo>
                  <a:pt x="501243" y="693762"/>
                </a:lnTo>
                <a:lnTo>
                  <a:pt x="482625" y="668959"/>
                </a:lnTo>
                <a:lnTo>
                  <a:pt x="476846" y="645756"/>
                </a:lnTo>
                <a:lnTo>
                  <a:pt x="480225" y="635406"/>
                </a:lnTo>
                <a:lnTo>
                  <a:pt x="469696" y="626757"/>
                </a:lnTo>
                <a:lnTo>
                  <a:pt x="457923" y="621868"/>
                </a:lnTo>
                <a:lnTo>
                  <a:pt x="445541" y="618871"/>
                </a:lnTo>
                <a:lnTo>
                  <a:pt x="433120" y="616013"/>
                </a:lnTo>
                <a:lnTo>
                  <a:pt x="421817" y="609727"/>
                </a:lnTo>
                <a:lnTo>
                  <a:pt x="411949" y="599033"/>
                </a:lnTo>
                <a:lnTo>
                  <a:pt x="416433" y="585292"/>
                </a:lnTo>
                <a:lnTo>
                  <a:pt x="429602" y="585889"/>
                </a:lnTo>
                <a:lnTo>
                  <a:pt x="418172" y="579958"/>
                </a:lnTo>
                <a:lnTo>
                  <a:pt x="394919" y="569341"/>
                </a:lnTo>
                <a:lnTo>
                  <a:pt x="395566" y="567359"/>
                </a:lnTo>
                <a:lnTo>
                  <a:pt x="373926" y="551840"/>
                </a:lnTo>
                <a:lnTo>
                  <a:pt x="326517" y="533349"/>
                </a:lnTo>
                <a:lnTo>
                  <a:pt x="275640" y="525513"/>
                </a:lnTo>
                <a:lnTo>
                  <a:pt x="236207" y="523519"/>
                </a:lnTo>
                <a:lnTo>
                  <a:pt x="222732" y="523862"/>
                </a:lnTo>
                <a:lnTo>
                  <a:pt x="184569" y="518007"/>
                </a:lnTo>
                <a:lnTo>
                  <a:pt x="158623" y="515645"/>
                </a:lnTo>
                <a:lnTo>
                  <a:pt x="132778" y="512953"/>
                </a:lnTo>
                <a:lnTo>
                  <a:pt x="106984" y="510108"/>
                </a:lnTo>
                <a:lnTo>
                  <a:pt x="93941" y="509117"/>
                </a:lnTo>
                <a:lnTo>
                  <a:pt x="80441" y="509549"/>
                </a:lnTo>
                <a:lnTo>
                  <a:pt x="78308" y="516102"/>
                </a:lnTo>
                <a:lnTo>
                  <a:pt x="63119" y="521703"/>
                </a:lnTo>
                <a:lnTo>
                  <a:pt x="16281" y="665060"/>
                </a:lnTo>
                <a:lnTo>
                  <a:pt x="9194" y="850328"/>
                </a:lnTo>
                <a:lnTo>
                  <a:pt x="0" y="1001166"/>
                </a:lnTo>
                <a:lnTo>
                  <a:pt x="9169" y="1054900"/>
                </a:lnTo>
                <a:lnTo>
                  <a:pt x="6210" y="1104861"/>
                </a:lnTo>
                <a:lnTo>
                  <a:pt x="14744" y="1160538"/>
                </a:lnTo>
                <a:lnTo>
                  <a:pt x="11150" y="1212418"/>
                </a:lnTo>
                <a:lnTo>
                  <a:pt x="19634" y="1268247"/>
                </a:lnTo>
                <a:lnTo>
                  <a:pt x="16090" y="1319987"/>
                </a:lnTo>
                <a:lnTo>
                  <a:pt x="24714" y="1375397"/>
                </a:lnTo>
                <a:lnTo>
                  <a:pt x="21399" y="1426438"/>
                </a:lnTo>
                <a:lnTo>
                  <a:pt x="47447" y="1592097"/>
                </a:lnTo>
                <a:lnTo>
                  <a:pt x="44170" y="1643024"/>
                </a:lnTo>
                <a:lnTo>
                  <a:pt x="61836" y="1752549"/>
                </a:lnTo>
                <a:lnTo>
                  <a:pt x="72974" y="1800225"/>
                </a:lnTo>
                <a:lnTo>
                  <a:pt x="72237" y="1843405"/>
                </a:lnTo>
                <a:lnTo>
                  <a:pt x="106540" y="1983778"/>
                </a:lnTo>
                <a:lnTo>
                  <a:pt x="110464" y="2053577"/>
                </a:lnTo>
                <a:lnTo>
                  <a:pt x="124396" y="2092718"/>
                </a:lnTo>
                <a:lnTo>
                  <a:pt x="126453" y="2127300"/>
                </a:lnTo>
                <a:lnTo>
                  <a:pt x="194373" y="2410180"/>
                </a:lnTo>
                <a:lnTo>
                  <a:pt x="209334" y="2446172"/>
                </a:lnTo>
                <a:lnTo>
                  <a:pt x="556704" y="2446159"/>
                </a:lnTo>
                <a:lnTo>
                  <a:pt x="547331" y="2433955"/>
                </a:lnTo>
                <a:lnTo>
                  <a:pt x="540931" y="2412682"/>
                </a:lnTo>
                <a:lnTo>
                  <a:pt x="542569" y="2407653"/>
                </a:lnTo>
                <a:lnTo>
                  <a:pt x="534593" y="2391168"/>
                </a:lnTo>
                <a:lnTo>
                  <a:pt x="542785" y="2366073"/>
                </a:lnTo>
                <a:lnTo>
                  <a:pt x="534822" y="2349576"/>
                </a:lnTo>
                <a:lnTo>
                  <a:pt x="538416" y="2338578"/>
                </a:lnTo>
                <a:lnTo>
                  <a:pt x="530987" y="2326144"/>
                </a:lnTo>
                <a:lnTo>
                  <a:pt x="530987" y="2361298"/>
                </a:lnTo>
                <a:lnTo>
                  <a:pt x="514553" y="2370734"/>
                </a:lnTo>
                <a:lnTo>
                  <a:pt x="512356" y="2377427"/>
                </a:lnTo>
                <a:lnTo>
                  <a:pt x="502526" y="2366632"/>
                </a:lnTo>
                <a:lnTo>
                  <a:pt x="507822" y="2350427"/>
                </a:lnTo>
                <a:lnTo>
                  <a:pt x="522744" y="2345639"/>
                </a:lnTo>
                <a:lnTo>
                  <a:pt x="520560" y="2352332"/>
                </a:lnTo>
                <a:lnTo>
                  <a:pt x="530987" y="2361298"/>
                </a:lnTo>
                <a:lnTo>
                  <a:pt x="530987" y="2326144"/>
                </a:lnTo>
                <a:lnTo>
                  <a:pt x="529780" y="2324112"/>
                </a:lnTo>
                <a:lnTo>
                  <a:pt x="533120" y="2313876"/>
                </a:lnTo>
                <a:lnTo>
                  <a:pt x="524332" y="2299868"/>
                </a:lnTo>
                <a:lnTo>
                  <a:pt x="521690" y="2267064"/>
                </a:lnTo>
                <a:lnTo>
                  <a:pt x="504329" y="2197519"/>
                </a:lnTo>
                <a:lnTo>
                  <a:pt x="489610" y="2160765"/>
                </a:lnTo>
                <a:lnTo>
                  <a:pt x="479450" y="2069185"/>
                </a:lnTo>
                <a:lnTo>
                  <a:pt x="464235" y="2033981"/>
                </a:lnTo>
                <a:lnTo>
                  <a:pt x="450380" y="1912810"/>
                </a:lnTo>
                <a:lnTo>
                  <a:pt x="447230" y="1881517"/>
                </a:lnTo>
                <a:lnTo>
                  <a:pt x="428675" y="1815630"/>
                </a:lnTo>
                <a:lnTo>
                  <a:pt x="425538" y="1784350"/>
                </a:lnTo>
                <a:lnTo>
                  <a:pt x="414782" y="1735467"/>
                </a:lnTo>
                <a:lnTo>
                  <a:pt x="416102" y="1690535"/>
                </a:lnTo>
                <a:lnTo>
                  <a:pt x="404482" y="1603425"/>
                </a:lnTo>
                <a:lnTo>
                  <a:pt x="397738" y="1583169"/>
                </a:lnTo>
                <a:lnTo>
                  <a:pt x="396316" y="1546606"/>
                </a:lnTo>
                <a:lnTo>
                  <a:pt x="401650" y="1530286"/>
                </a:lnTo>
                <a:lnTo>
                  <a:pt x="414388" y="1573098"/>
                </a:lnTo>
                <a:lnTo>
                  <a:pt x="420878" y="1594116"/>
                </a:lnTo>
                <a:lnTo>
                  <a:pt x="427532" y="1614652"/>
                </a:lnTo>
                <a:lnTo>
                  <a:pt x="445452" y="1641602"/>
                </a:lnTo>
                <a:lnTo>
                  <a:pt x="451243" y="1664754"/>
                </a:lnTo>
                <a:lnTo>
                  <a:pt x="457149" y="1687601"/>
                </a:lnTo>
                <a:lnTo>
                  <a:pt x="475373" y="1713598"/>
                </a:lnTo>
                <a:lnTo>
                  <a:pt x="488137" y="1756333"/>
                </a:lnTo>
                <a:lnTo>
                  <a:pt x="563346" y="1894166"/>
                </a:lnTo>
                <a:lnTo>
                  <a:pt x="596125" y="1957412"/>
                </a:lnTo>
                <a:lnTo>
                  <a:pt x="612648" y="1988642"/>
                </a:lnTo>
                <a:lnTo>
                  <a:pt x="629323" y="2019401"/>
                </a:lnTo>
                <a:lnTo>
                  <a:pt x="657847" y="2054783"/>
                </a:lnTo>
                <a:lnTo>
                  <a:pt x="674446" y="2085759"/>
                </a:lnTo>
                <a:lnTo>
                  <a:pt x="703224" y="2120354"/>
                </a:lnTo>
                <a:lnTo>
                  <a:pt x="728370" y="2166074"/>
                </a:lnTo>
                <a:lnTo>
                  <a:pt x="736815" y="2181123"/>
                </a:lnTo>
                <a:lnTo>
                  <a:pt x="745363" y="2195855"/>
                </a:lnTo>
                <a:lnTo>
                  <a:pt x="754062" y="2210130"/>
                </a:lnTo>
                <a:lnTo>
                  <a:pt x="784720" y="2238959"/>
                </a:lnTo>
                <a:lnTo>
                  <a:pt x="803630" y="2262886"/>
                </a:lnTo>
                <a:lnTo>
                  <a:pt x="822731" y="2286203"/>
                </a:lnTo>
                <a:lnTo>
                  <a:pt x="841946" y="2309203"/>
                </a:lnTo>
                <a:lnTo>
                  <a:pt x="863244" y="2325763"/>
                </a:lnTo>
                <a:lnTo>
                  <a:pt x="872693" y="2337765"/>
                </a:lnTo>
                <a:lnTo>
                  <a:pt x="894613" y="2352446"/>
                </a:lnTo>
                <a:lnTo>
                  <a:pt x="905078" y="2361298"/>
                </a:lnTo>
                <a:lnTo>
                  <a:pt x="928357" y="2371852"/>
                </a:lnTo>
                <a:lnTo>
                  <a:pt x="940066" y="2376894"/>
                </a:lnTo>
                <a:lnTo>
                  <a:pt x="964057" y="2385250"/>
                </a:lnTo>
                <a:lnTo>
                  <a:pt x="975880" y="2389987"/>
                </a:lnTo>
                <a:lnTo>
                  <a:pt x="987945" y="2393924"/>
                </a:lnTo>
                <a:lnTo>
                  <a:pt x="989037" y="2390584"/>
                </a:lnTo>
                <a:lnTo>
                  <a:pt x="1004379" y="2384539"/>
                </a:lnTo>
                <a:lnTo>
                  <a:pt x="1019606" y="2378811"/>
                </a:lnTo>
                <a:lnTo>
                  <a:pt x="1046708" y="2377656"/>
                </a:lnTo>
                <a:lnTo>
                  <a:pt x="1061427" y="2373490"/>
                </a:lnTo>
                <a:lnTo>
                  <a:pt x="1104531" y="2364257"/>
                </a:lnTo>
                <a:lnTo>
                  <a:pt x="1148753" y="2351570"/>
                </a:lnTo>
                <a:lnTo>
                  <a:pt x="1193596" y="2337003"/>
                </a:lnTo>
                <a:lnTo>
                  <a:pt x="1238542" y="2322118"/>
                </a:lnTo>
                <a:lnTo>
                  <a:pt x="1238783" y="2321369"/>
                </a:lnTo>
                <a:lnTo>
                  <a:pt x="1250950" y="2325014"/>
                </a:lnTo>
                <a:lnTo>
                  <a:pt x="1263218" y="2328354"/>
                </a:lnTo>
                <a:lnTo>
                  <a:pt x="1263777" y="2326652"/>
                </a:lnTo>
                <a:lnTo>
                  <a:pt x="1277264" y="2326259"/>
                </a:lnTo>
                <a:lnTo>
                  <a:pt x="1278991" y="2320975"/>
                </a:lnTo>
                <a:lnTo>
                  <a:pt x="1516253" y="1594688"/>
                </a:lnTo>
                <a:lnTo>
                  <a:pt x="1522387" y="1616837"/>
                </a:lnTo>
                <a:lnTo>
                  <a:pt x="1509217" y="1616240"/>
                </a:lnTo>
                <a:lnTo>
                  <a:pt x="1278991" y="2320975"/>
                </a:lnTo>
                <a:lnTo>
                  <a:pt x="1292987" y="2319020"/>
                </a:lnTo>
                <a:lnTo>
                  <a:pt x="1295019" y="2312797"/>
                </a:lnTo>
                <a:lnTo>
                  <a:pt x="1325079" y="2302586"/>
                </a:lnTo>
                <a:lnTo>
                  <a:pt x="1373517" y="2276995"/>
                </a:lnTo>
                <a:lnTo>
                  <a:pt x="1391500" y="2262848"/>
                </a:lnTo>
                <a:lnTo>
                  <a:pt x="1422120" y="2250922"/>
                </a:lnTo>
                <a:lnTo>
                  <a:pt x="1440980" y="2234107"/>
                </a:lnTo>
                <a:lnTo>
                  <a:pt x="1460855" y="2214156"/>
                </a:lnTo>
                <a:lnTo>
                  <a:pt x="1512570" y="2055850"/>
                </a:lnTo>
                <a:lnTo>
                  <a:pt x="1506423" y="2033765"/>
                </a:lnTo>
                <a:lnTo>
                  <a:pt x="1515160" y="2007006"/>
                </a:lnTo>
                <a:lnTo>
                  <a:pt x="1528330" y="2007590"/>
                </a:lnTo>
                <a:lnTo>
                  <a:pt x="1517281" y="2000542"/>
                </a:lnTo>
                <a:lnTo>
                  <a:pt x="1507401" y="1989874"/>
                </a:lnTo>
                <a:lnTo>
                  <a:pt x="1520037" y="1951189"/>
                </a:lnTo>
                <a:lnTo>
                  <a:pt x="1514614" y="1926882"/>
                </a:lnTo>
                <a:lnTo>
                  <a:pt x="1509356" y="1902104"/>
                </a:lnTo>
                <a:lnTo>
                  <a:pt x="1516265" y="1880958"/>
                </a:lnTo>
                <a:lnTo>
                  <a:pt x="1511147" y="1855711"/>
                </a:lnTo>
                <a:lnTo>
                  <a:pt x="1517154" y="1837321"/>
                </a:lnTo>
                <a:lnTo>
                  <a:pt x="1525955" y="1851291"/>
                </a:lnTo>
                <a:lnTo>
                  <a:pt x="1526501" y="1849628"/>
                </a:lnTo>
                <a:lnTo>
                  <a:pt x="1539113" y="1851888"/>
                </a:lnTo>
                <a:lnTo>
                  <a:pt x="1533055" y="1759597"/>
                </a:lnTo>
                <a:lnTo>
                  <a:pt x="1533055" y="1829536"/>
                </a:lnTo>
                <a:lnTo>
                  <a:pt x="1532509" y="1831213"/>
                </a:lnTo>
                <a:lnTo>
                  <a:pt x="1519897" y="1828939"/>
                </a:lnTo>
                <a:lnTo>
                  <a:pt x="1524215" y="1815719"/>
                </a:lnTo>
                <a:lnTo>
                  <a:pt x="1523695" y="1796859"/>
                </a:lnTo>
                <a:lnTo>
                  <a:pt x="1525409" y="1812061"/>
                </a:lnTo>
                <a:lnTo>
                  <a:pt x="1533055" y="1829536"/>
                </a:lnTo>
                <a:lnTo>
                  <a:pt x="1533055" y="1759597"/>
                </a:lnTo>
                <a:lnTo>
                  <a:pt x="1532407" y="1749729"/>
                </a:lnTo>
                <a:lnTo>
                  <a:pt x="1542249" y="1719605"/>
                </a:lnTo>
                <a:lnTo>
                  <a:pt x="1530184" y="1715655"/>
                </a:lnTo>
                <a:lnTo>
                  <a:pt x="1527492" y="1723885"/>
                </a:lnTo>
                <a:lnTo>
                  <a:pt x="1527492" y="1764766"/>
                </a:lnTo>
                <a:lnTo>
                  <a:pt x="1523174" y="1778000"/>
                </a:lnTo>
                <a:lnTo>
                  <a:pt x="1516519" y="1757476"/>
                </a:lnTo>
                <a:lnTo>
                  <a:pt x="1517611" y="1754136"/>
                </a:lnTo>
                <a:lnTo>
                  <a:pt x="1527492" y="1764766"/>
                </a:lnTo>
                <a:lnTo>
                  <a:pt x="1527492" y="1723885"/>
                </a:lnTo>
                <a:lnTo>
                  <a:pt x="1526349" y="1727365"/>
                </a:lnTo>
                <a:lnTo>
                  <a:pt x="1509471" y="1697266"/>
                </a:lnTo>
                <a:lnTo>
                  <a:pt x="1505572" y="1668297"/>
                </a:lnTo>
                <a:lnTo>
                  <a:pt x="1516367" y="1635252"/>
                </a:lnTo>
                <a:lnTo>
                  <a:pt x="1526260" y="1645869"/>
                </a:lnTo>
                <a:lnTo>
                  <a:pt x="1534121" y="1621790"/>
                </a:lnTo>
                <a:lnTo>
                  <a:pt x="1529143" y="1596123"/>
                </a:lnTo>
                <a:lnTo>
                  <a:pt x="1522018" y="1577047"/>
                </a:lnTo>
                <a:lnTo>
                  <a:pt x="1513649" y="1570583"/>
                </a:lnTo>
                <a:lnTo>
                  <a:pt x="1513649" y="1578800"/>
                </a:lnTo>
                <a:lnTo>
                  <a:pt x="1508620" y="1577162"/>
                </a:lnTo>
                <a:lnTo>
                  <a:pt x="1508074" y="1578825"/>
                </a:lnTo>
                <a:lnTo>
                  <a:pt x="1497101" y="1571536"/>
                </a:lnTo>
                <a:lnTo>
                  <a:pt x="1497647" y="1569872"/>
                </a:lnTo>
                <a:lnTo>
                  <a:pt x="1509306" y="1575066"/>
                </a:lnTo>
                <a:lnTo>
                  <a:pt x="1513649" y="1578800"/>
                </a:lnTo>
                <a:lnTo>
                  <a:pt x="1513649" y="1570583"/>
                </a:lnTo>
                <a:lnTo>
                  <a:pt x="1511350" y="1568792"/>
                </a:lnTo>
                <a:lnTo>
                  <a:pt x="1502232" y="1555813"/>
                </a:lnTo>
                <a:lnTo>
                  <a:pt x="1511312" y="1528038"/>
                </a:lnTo>
                <a:lnTo>
                  <a:pt x="1500873" y="1519085"/>
                </a:lnTo>
                <a:lnTo>
                  <a:pt x="1501419" y="1517408"/>
                </a:lnTo>
                <a:lnTo>
                  <a:pt x="1491792" y="1505991"/>
                </a:lnTo>
                <a:lnTo>
                  <a:pt x="1496263" y="1492288"/>
                </a:lnTo>
                <a:lnTo>
                  <a:pt x="1486027" y="1482750"/>
                </a:lnTo>
                <a:lnTo>
                  <a:pt x="1500276" y="1439100"/>
                </a:lnTo>
                <a:lnTo>
                  <a:pt x="1490891" y="1426946"/>
                </a:lnTo>
                <a:lnTo>
                  <a:pt x="1493431" y="1419161"/>
                </a:lnTo>
                <a:lnTo>
                  <a:pt x="1510804" y="1406893"/>
                </a:lnTo>
                <a:lnTo>
                  <a:pt x="1516621" y="1389062"/>
                </a:lnTo>
                <a:lnTo>
                  <a:pt x="1506258" y="1379905"/>
                </a:lnTo>
                <a:lnTo>
                  <a:pt x="1509471" y="1370063"/>
                </a:lnTo>
                <a:lnTo>
                  <a:pt x="1498498" y="1362773"/>
                </a:lnTo>
                <a:lnTo>
                  <a:pt x="1487957" y="1354124"/>
                </a:lnTo>
                <a:lnTo>
                  <a:pt x="1503908" y="1305306"/>
                </a:lnTo>
                <a:lnTo>
                  <a:pt x="1514182" y="1314729"/>
                </a:lnTo>
                <a:lnTo>
                  <a:pt x="1512709" y="1319276"/>
                </a:lnTo>
                <a:lnTo>
                  <a:pt x="1523288" y="1327772"/>
                </a:lnTo>
                <a:lnTo>
                  <a:pt x="1531607" y="1302308"/>
                </a:lnTo>
                <a:lnTo>
                  <a:pt x="1523873" y="1285100"/>
                </a:lnTo>
                <a:lnTo>
                  <a:pt x="1528013" y="1272438"/>
                </a:lnTo>
                <a:lnTo>
                  <a:pt x="1522082" y="1249667"/>
                </a:lnTo>
                <a:lnTo>
                  <a:pt x="1528229" y="1230845"/>
                </a:lnTo>
                <a:lnTo>
                  <a:pt x="1522310" y="1208087"/>
                </a:lnTo>
                <a:lnTo>
                  <a:pt x="1514246" y="1232763"/>
                </a:lnTo>
                <a:lnTo>
                  <a:pt x="1502727" y="1227137"/>
                </a:lnTo>
                <a:lnTo>
                  <a:pt x="1506423" y="1215796"/>
                </a:lnTo>
                <a:lnTo>
                  <a:pt x="1496529" y="1205217"/>
                </a:lnTo>
                <a:lnTo>
                  <a:pt x="1517434" y="1141222"/>
                </a:lnTo>
                <a:lnTo>
                  <a:pt x="1527314" y="1151864"/>
                </a:lnTo>
                <a:lnTo>
                  <a:pt x="1531543" y="1138923"/>
                </a:lnTo>
                <a:lnTo>
                  <a:pt x="1526374" y="1113840"/>
                </a:lnTo>
                <a:lnTo>
                  <a:pt x="1541894" y="1066330"/>
                </a:lnTo>
                <a:lnTo>
                  <a:pt x="1531937" y="1055928"/>
                </a:lnTo>
                <a:lnTo>
                  <a:pt x="1545805" y="1013472"/>
                </a:lnTo>
                <a:lnTo>
                  <a:pt x="1532089" y="1014552"/>
                </a:lnTo>
                <a:lnTo>
                  <a:pt x="1531543" y="1016228"/>
                </a:lnTo>
                <a:lnTo>
                  <a:pt x="1518373" y="1015631"/>
                </a:lnTo>
                <a:lnTo>
                  <a:pt x="1526679" y="990219"/>
                </a:lnTo>
                <a:lnTo>
                  <a:pt x="1756664" y="286207"/>
                </a:lnTo>
                <a:close/>
              </a:path>
              <a:path w="2118994" h="2446654">
                <a:moveTo>
                  <a:pt x="1838693" y="518528"/>
                </a:moveTo>
                <a:lnTo>
                  <a:pt x="1837575" y="516305"/>
                </a:lnTo>
                <a:lnTo>
                  <a:pt x="1835899" y="515759"/>
                </a:lnTo>
                <a:lnTo>
                  <a:pt x="1837029" y="517982"/>
                </a:lnTo>
                <a:lnTo>
                  <a:pt x="1838693" y="518528"/>
                </a:lnTo>
                <a:close/>
              </a:path>
              <a:path w="2118994" h="2446654">
                <a:moveTo>
                  <a:pt x="2118753" y="1222692"/>
                </a:moveTo>
                <a:lnTo>
                  <a:pt x="2118182" y="406501"/>
                </a:lnTo>
                <a:lnTo>
                  <a:pt x="2118017" y="161645"/>
                </a:lnTo>
                <a:lnTo>
                  <a:pt x="2105901" y="198716"/>
                </a:lnTo>
                <a:lnTo>
                  <a:pt x="2105736" y="240118"/>
                </a:lnTo>
                <a:lnTo>
                  <a:pt x="2093442" y="277736"/>
                </a:lnTo>
                <a:lnTo>
                  <a:pt x="2089505" y="330682"/>
                </a:lnTo>
                <a:lnTo>
                  <a:pt x="2073579" y="379463"/>
                </a:lnTo>
                <a:lnTo>
                  <a:pt x="2069744" y="432092"/>
                </a:lnTo>
                <a:lnTo>
                  <a:pt x="2053805" y="480860"/>
                </a:lnTo>
                <a:lnTo>
                  <a:pt x="2049868" y="533819"/>
                </a:lnTo>
                <a:lnTo>
                  <a:pt x="2028215" y="600113"/>
                </a:lnTo>
                <a:lnTo>
                  <a:pt x="2018220" y="671601"/>
                </a:lnTo>
                <a:lnTo>
                  <a:pt x="1989302" y="801014"/>
                </a:lnTo>
                <a:lnTo>
                  <a:pt x="1988210" y="804367"/>
                </a:lnTo>
                <a:lnTo>
                  <a:pt x="1979739" y="789393"/>
                </a:lnTo>
                <a:lnTo>
                  <a:pt x="1971167" y="774725"/>
                </a:lnTo>
                <a:lnTo>
                  <a:pt x="1950529" y="756119"/>
                </a:lnTo>
                <a:lnTo>
                  <a:pt x="1942058" y="741146"/>
                </a:lnTo>
                <a:lnTo>
                  <a:pt x="1937753" y="754316"/>
                </a:lnTo>
                <a:lnTo>
                  <a:pt x="1948103" y="763524"/>
                </a:lnTo>
                <a:lnTo>
                  <a:pt x="1945932" y="770191"/>
                </a:lnTo>
                <a:lnTo>
                  <a:pt x="1934997" y="762762"/>
                </a:lnTo>
                <a:lnTo>
                  <a:pt x="1935975" y="759764"/>
                </a:lnTo>
                <a:lnTo>
                  <a:pt x="1924786" y="753122"/>
                </a:lnTo>
                <a:lnTo>
                  <a:pt x="1913547" y="746645"/>
                </a:lnTo>
                <a:lnTo>
                  <a:pt x="1926780" y="747026"/>
                </a:lnTo>
                <a:lnTo>
                  <a:pt x="1929307" y="739292"/>
                </a:lnTo>
                <a:lnTo>
                  <a:pt x="1943150" y="737806"/>
                </a:lnTo>
                <a:lnTo>
                  <a:pt x="1935099" y="721575"/>
                </a:lnTo>
                <a:lnTo>
                  <a:pt x="1926932" y="705650"/>
                </a:lnTo>
                <a:lnTo>
                  <a:pt x="1918766" y="689737"/>
                </a:lnTo>
                <a:lnTo>
                  <a:pt x="1908708" y="679653"/>
                </a:lnTo>
                <a:lnTo>
                  <a:pt x="1898637" y="669569"/>
                </a:lnTo>
                <a:lnTo>
                  <a:pt x="1894725" y="681558"/>
                </a:lnTo>
                <a:lnTo>
                  <a:pt x="1904898" y="691286"/>
                </a:lnTo>
                <a:lnTo>
                  <a:pt x="1900859" y="703643"/>
                </a:lnTo>
                <a:lnTo>
                  <a:pt x="1890369" y="694867"/>
                </a:lnTo>
                <a:lnTo>
                  <a:pt x="1893176" y="686295"/>
                </a:lnTo>
                <a:lnTo>
                  <a:pt x="1882686" y="677494"/>
                </a:lnTo>
                <a:lnTo>
                  <a:pt x="1889848" y="655586"/>
                </a:lnTo>
                <a:lnTo>
                  <a:pt x="1883244" y="634911"/>
                </a:lnTo>
                <a:lnTo>
                  <a:pt x="1882838" y="636143"/>
                </a:lnTo>
                <a:lnTo>
                  <a:pt x="1871649" y="629500"/>
                </a:lnTo>
                <a:lnTo>
                  <a:pt x="1876628" y="614235"/>
                </a:lnTo>
                <a:lnTo>
                  <a:pt x="1866201" y="605269"/>
                </a:lnTo>
                <a:lnTo>
                  <a:pt x="1868932" y="596912"/>
                </a:lnTo>
                <a:lnTo>
                  <a:pt x="1859051" y="586270"/>
                </a:lnTo>
                <a:lnTo>
                  <a:pt x="1857413" y="591286"/>
                </a:lnTo>
                <a:lnTo>
                  <a:pt x="1845424" y="587082"/>
                </a:lnTo>
                <a:lnTo>
                  <a:pt x="1833727" y="581990"/>
                </a:lnTo>
                <a:lnTo>
                  <a:pt x="1821738" y="577786"/>
                </a:lnTo>
                <a:lnTo>
                  <a:pt x="1824469" y="569429"/>
                </a:lnTo>
                <a:lnTo>
                  <a:pt x="1848612" y="577316"/>
                </a:lnTo>
                <a:lnTo>
                  <a:pt x="1851342" y="568947"/>
                </a:lnTo>
                <a:lnTo>
                  <a:pt x="1837042" y="530948"/>
                </a:lnTo>
                <a:lnTo>
                  <a:pt x="1829892" y="511949"/>
                </a:lnTo>
                <a:lnTo>
                  <a:pt x="1826602" y="521982"/>
                </a:lnTo>
                <a:lnTo>
                  <a:pt x="1817814" y="508000"/>
                </a:lnTo>
                <a:lnTo>
                  <a:pt x="1822183" y="494614"/>
                </a:lnTo>
                <a:lnTo>
                  <a:pt x="1815960" y="472795"/>
                </a:lnTo>
                <a:lnTo>
                  <a:pt x="1820773" y="458050"/>
                </a:lnTo>
                <a:lnTo>
                  <a:pt x="1813102" y="440613"/>
                </a:lnTo>
                <a:lnTo>
                  <a:pt x="1805647" y="422554"/>
                </a:lnTo>
                <a:lnTo>
                  <a:pt x="1797316" y="407162"/>
                </a:lnTo>
                <a:lnTo>
                  <a:pt x="1788464" y="393344"/>
                </a:lnTo>
                <a:lnTo>
                  <a:pt x="1779422" y="380136"/>
                </a:lnTo>
                <a:lnTo>
                  <a:pt x="1770468" y="366636"/>
                </a:lnTo>
                <a:lnTo>
                  <a:pt x="1776831" y="347154"/>
                </a:lnTo>
                <a:lnTo>
                  <a:pt x="1767357" y="335292"/>
                </a:lnTo>
                <a:lnTo>
                  <a:pt x="1772069" y="320865"/>
                </a:lnTo>
                <a:lnTo>
                  <a:pt x="1760537" y="315252"/>
                </a:lnTo>
                <a:lnTo>
                  <a:pt x="1759445" y="318592"/>
                </a:lnTo>
                <a:lnTo>
                  <a:pt x="1747380" y="314642"/>
                </a:lnTo>
                <a:lnTo>
                  <a:pt x="1526679" y="990219"/>
                </a:lnTo>
                <a:lnTo>
                  <a:pt x="1539735" y="991133"/>
                </a:lnTo>
                <a:lnTo>
                  <a:pt x="1556677" y="939279"/>
                </a:lnTo>
                <a:lnTo>
                  <a:pt x="1565986" y="951687"/>
                </a:lnTo>
                <a:lnTo>
                  <a:pt x="1575485" y="963472"/>
                </a:lnTo>
                <a:lnTo>
                  <a:pt x="1573136" y="970686"/>
                </a:lnTo>
                <a:lnTo>
                  <a:pt x="1583067" y="981214"/>
                </a:lnTo>
                <a:lnTo>
                  <a:pt x="1603121" y="1001623"/>
                </a:lnTo>
                <a:lnTo>
                  <a:pt x="1611147" y="1017930"/>
                </a:lnTo>
                <a:lnTo>
                  <a:pt x="1619288" y="1033919"/>
                </a:lnTo>
                <a:lnTo>
                  <a:pt x="1639646" y="1053388"/>
                </a:lnTo>
                <a:lnTo>
                  <a:pt x="1659204" y="1075321"/>
                </a:lnTo>
                <a:lnTo>
                  <a:pt x="1678711" y="1097394"/>
                </a:lnTo>
                <a:lnTo>
                  <a:pt x="1698320" y="1119162"/>
                </a:lnTo>
                <a:lnTo>
                  <a:pt x="1718183" y="1140155"/>
                </a:lnTo>
                <a:lnTo>
                  <a:pt x="1738922" y="1158468"/>
                </a:lnTo>
                <a:lnTo>
                  <a:pt x="1760118" y="1175372"/>
                </a:lnTo>
                <a:lnTo>
                  <a:pt x="1769554" y="1187399"/>
                </a:lnTo>
                <a:lnTo>
                  <a:pt x="1802333" y="1209763"/>
                </a:lnTo>
                <a:lnTo>
                  <a:pt x="1837321" y="1225359"/>
                </a:lnTo>
                <a:lnTo>
                  <a:pt x="1885607" y="1241132"/>
                </a:lnTo>
                <a:lnTo>
                  <a:pt x="1898218" y="1243406"/>
                </a:lnTo>
                <a:lnTo>
                  <a:pt x="1922437" y="1251077"/>
                </a:lnTo>
                <a:lnTo>
                  <a:pt x="1934984" y="1253566"/>
                </a:lnTo>
                <a:lnTo>
                  <a:pt x="1960435" y="1257477"/>
                </a:lnTo>
                <a:lnTo>
                  <a:pt x="1975027" y="1253680"/>
                </a:lnTo>
                <a:lnTo>
                  <a:pt x="1989886" y="1249108"/>
                </a:lnTo>
                <a:lnTo>
                  <a:pt x="2031466" y="1244523"/>
                </a:lnTo>
                <a:lnTo>
                  <a:pt x="2046325" y="1239939"/>
                </a:lnTo>
                <a:lnTo>
                  <a:pt x="2076284" y="1230007"/>
                </a:lnTo>
                <a:lnTo>
                  <a:pt x="2118753" y="1222692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66" y="75"/>
            <a:ext cx="2707640" cy="2416810"/>
          </a:xfrm>
          <a:custGeom>
            <a:avLst/>
            <a:gdLst/>
            <a:ahLst/>
            <a:cxnLst/>
            <a:rect l="l" t="t" r="r" b="b"/>
            <a:pathLst>
              <a:path w="2707640" h="2416810">
                <a:moveTo>
                  <a:pt x="458431" y="1713738"/>
                </a:moveTo>
                <a:lnTo>
                  <a:pt x="457962" y="1711147"/>
                </a:lnTo>
                <a:lnTo>
                  <a:pt x="456438" y="1710080"/>
                </a:lnTo>
                <a:lnTo>
                  <a:pt x="456895" y="1712671"/>
                </a:lnTo>
                <a:lnTo>
                  <a:pt x="458431" y="1713738"/>
                </a:lnTo>
                <a:close/>
              </a:path>
              <a:path w="2707640" h="2416810">
                <a:moveTo>
                  <a:pt x="1043952" y="935850"/>
                </a:moveTo>
                <a:lnTo>
                  <a:pt x="1031125" y="942809"/>
                </a:lnTo>
                <a:lnTo>
                  <a:pt x="1025867" y="953566"/>
                </a:lnTo>
                <a:lnTo>
                  <a:pt x="1023099" y="965644"/>
                </a:lnTo>
                <a:lnTo>
                  <a:pt x="1017739" y="976553"/>
                </a:lnTo>
                <a:lnTo>
                  <a:pt x="1020800" y="978687"/>
                </a:lnTo>
                <a:lnTo>
                  <a:pt x="1023391" y="978242"/>
                </a:lnTo>
                <a:lnTo>
                  <a:pt x="1026452" y="980376"/>
                </a:lnTo>
                <a:lnTo>
                  <a:pt x="1043952" y="935850"/>
                </a:lnTo>
                <a:close/>
              </a:path>
              <a:path w="2707640" h="2416810">
                <a:moveTo>
                  <a:pt x="1060653" y="886802"/>
                </a:moveTo>
                <a:lnTo>
                  <a:pt x="1058697" y="880033"/>
                </a:lnTo>
                <a:lnTo>
                  <a:pt x="1049997" y="871956"/>
                </a:lnTo>
                <a:lnTo>
                  <a:pt x="1042657" y="901623"/>
                </a:lnTo>
                <a:lnTo>
                  <a:pt x="1040879" y="910983"/>
                </a:lnTo>
                <a:lnTo>
                  <a:pt x="1055001" y="895896"/>
                </a:lnTo>
                <a:lnTo>
                  <a:pt x="1060653" y="886802"/>
                </a:lnTo>
                <a:close/>
              </a:path>
              <a:path w="2707640" h="2416810">
                <a:moveTo>
                  <a:pt x="1096340" y="809002"/>
                </a:moveTo>
                <a:lnTo>
                  <a:pt x="1094803" y="807935"/>
                </a:lnTo>
                <a:lnTo>
                  <a:pt x="1094346" y="805345"/>
                </a:lnTo>
                <a:lnTo>
                  <a:pt x="1092822" y="804278"/>
                </a:lnTo>
                <a:lnTo>
                  <a:pt x="1089152" y="806246"/>
                </a:lnTo>
                <a:lnTo>
                  <a:pt x="1086561" y="806704"/>
                </a:lnTo>
                <a:lnTo>
                  <a:pt x="1082903" y="808685"/>
                </a:lnTo>
                <a:lnTo>
                  <a:pt x="1087018" y="809294"/>
                </a:lnTo>
                <a:lnTo>
                  <a:pt x="1092212" y="808393"/>
                </a:lnTo>
                <a:lnTo>
                  <a:pt x="1096340" y="809002"/>
                </a:lnTo>
                <a:close/>
              </a:path>
              <a:path w="2707640" h="2416810">
                <a:moveTo>
                  <a:pt x="1126363" y="618312"/>
                </a:moveTo>
                <a:lnTo>
                  <a:pt x="1124051" y="603567"/>
                </a:lnTo>
                <a:lnTo>
                  <a:pt x="1119936" y="602957"/>
                </a:lnTo>
                <a:lnTo>
                  <a:pt x="1118400" y="601891"/>
                </a:lnTo>
                <a:lnTo>
                  <a:pt x="1115809" y="602348"/>
                </a:lnTo>
                <a:lnTo>
                  <a:pt x="1113904" y="616699"/>
                </a:lnTo>
                <a:lnTo>
                  <a:pt x="1111377" y="631037"/>
                </a:lnTo>
                <a:lnTo>
                  <a:pt x="1105789" y="658926"/>
                </a:lnTo>
                <a:lnTo>
                  <a:pt x="1107325" y="659993"/>
                </a:lnTo>
                <a:lnTo>
                  <a:pt x="1111440" y="660603"/>
                </a:lnTo>
                <a:lnTo>
                  <a:pt x="1114044" y="660158"/>
                </a:lnTo>
                <a:lnTo>
                  <a:pt x="1115517" y="645502"/>
                </a:lnTo>
                <a:lnTo>
                  <a:pt x="1121562" y="631926"/>
                </a:lnTo>
                <a:lnTo>
                  <a:pt x="1126363" y="618312"/>
                </a:lnTo>
                <a:close/>
              </a:path>
              <a:path w="2707640" h="2416810">
                <a:moveTo>
                  <a:pt x="1164907" y="491363"/>
                </a:moveTo>
                <a:lnTo>
                  <a:pt x="1163739" y="493039"/>
                </a:lnTo>
                <a:lnTo>
                  <a:pt x="1163396" y="494741"/>
                </a:lnTo>
                <a:lnTo>
                  <a:pt x="1164907" y="491363"/>
                </a:lnTo>
                <a:close/>
              </a:path>
              <a:path w="2707640" h="2416810">
                <a:moveTo>
                  <a:pt x="1718157" y="717410"/>
                </a:moveTo>
                <a:lnTo>
                  <a:pt x="1688693" y="717232"/>
                </a:lnTo>
                <a:lnTo>
                  <a:pt x="1696351" y="745299"/>
                </a:lnTo>
                <a:lnTo>
                  <a:pt x="1698485" y="742251"/>
                </a:lnTo>
                <a:lnTo>
                  <a:pt x="1704746" y="739825"/>
                </a:lnTo>
                <a:lnTo>
                  <a:pt x="1709470" y="736320"/>
                </a:lnTo>
                <a:lnTo>
                  <a:pt x="1712214" y="729157"/>
                </a:lnTo>
                <a:lnTo>
                  <a:pt x="1715414" y="724585"/>
                </a:lnTo>
                <a:lnTo>
                  <a:pt x="1718157" y="717410"/>
                </a:lnTo>
                <a:close/>
              </a:path>
              <a:path w="2707640" h="2416810">
                <a:moveTo>
                  <a:pt x="1803577" y="1417091"/>
                </a:moveTo>
                <a:lnTo>
                  <a:pt x="1784477" y="1422247"/>
                </a:lnTo>
                <a:lnTo>
                  <a:pt x="1785175" y="1443380"/>
                </a:lnTo>
                <a:lnTo>
                  <a:pt x="1803577" y="1417091"/>
                </a:lnTo>
                <a:close/>
              </a:path>
              <a:path w="2707640" h="2416810">
                <a:moveTo>
                  <a:pt x="2374633" y="3441"/>
                </a:moveTo>
                <a:lnTo>
                  <a:pt x="2361539" y="0"/>
                </a:lnTo>
                <a:lnTo>
                  <a:pt x="2367229" y="5689"/>
                </a:lnTo>
                <a:lnTo>
                  <a:pt x="2373084" y="5664"/>
                </a:lnTo>
                <a:lnTo>
                  <a:pt x="2374633" y="3441"/>
                </a:lnTo>
                <a:close/>
              </a:path>
              <a:path w="2707640" h="2416810">
                <a:moveTo>
                  <a:pt x="2707043" y="148666"/>
                </a:moveTo>
                <a:lnTo>
                  <a:pt x="2700007" y="92278"/>
                </a:lnTo>
                <a:lnTo>
                  <a:pt x="2702776" y="44043"/>
                </a:lnTo>
                <a:lnTo>
                  <a:pt x="2699855" y="3924"/>
                </a:lnTo>
                <a:lnTo>
                  <a:pt x="2373084" y="5664"/>
                </a:lnTo>
                <a:lnTo>
                  <a:pt x="2370658" y="9131"/>
                </a:lnTo>
                <a:lnTo>
                  <a:pt x="2367229" y="5689"/>
                </a:lnTo>
                <a:lnTo>
                  <a:pt x="2357513" y="5740"/>
                </a:lnTo>
                <a:lnTo>
                  <a:pt x="2358491" y="26492"/>
                </a:lnTo>
                <a:lnTo>
                  <a:pt x="2346248" y="43992"/>
                </a:lnTo>
                <a:lnTo>
                  <a:pt x="2344597" y="68491"/>
                </a:lnTo>
                <a:lnTo>
                  <a:pt x="2343442" y="92278"/>
                </a:lnTo>
                <a:lnTo>
                  <a:pt x="2352598" y="123494"/>
                </a:lnTo>
                <a:lnTo>
                  <a:pt x="2350655" y="192709"/>
                </a:lnTo>
                <a:lnTo>
                  <a:pt x="2347455" y="197281"/>
                </a:lnTo>
                <a:lnTo>
                  <a:pt x="2349855" y="216001"/>
                </a:lnTo>
                <a:lnTo>
                  <a:pt x="2344255" y="246138"/>
                </a:lnTo>
                <a:lnTo>
                  <a:pt x="2343721" y="246900"/>
                </a:lnTo>
                <a:lnTo>
                  <a:pt x="2362657" y="241998"/>
                </a:lnTo>
                <a:lnTo>
                  <a:pt x="2366924" y="235902"/>
                </a:lnTo>
                <a:lnTo>
                  <a:pt x="2372969" y="249415"/>
                </a:lnTo>
                <a:lnTo>
                  <a:pt x="2357056" y="272135"/>
                </a:lnTo>
                <a:lnTo>
                  <a:pt x="2348788" y="261810"/>
                </a:lnTo>
                <a:lnTo>
                  <a:pt x="2350922" y="258762"/>
                </a:lnTo>
                <a:lnTo>
                  <a:pt x="2343721" y="246900"/>
                </a:lnTo>
                <a:lnTo>
                  <a:pt x="2336254" y="257568"/>
                </a:lnTo>
                <a:lnTo>
                  <a:pt x="2339632" y="274878"/>
                </a:lnTo>
                <a:lnTo>
                  <a:pt x="2332913" y="284480"/>
                </a:lnTo>
                <a:lnTo>
                  <a:pt x="2336800" y="301078"/>
                </a:lnTo>
                <a:lnTo>
                  <a:pt x="2330386" y="310248"/>
                </a:lnTo>
                <a:lnTo>
                  <a:pt x="2332786" y="351104"/>
                </a:lnTo>
                <a:lnTo>
                  <a:pt x="2327186" y="425538"/>
                </a:lnTo>
                <a:lnTo>
                  <a:pt x="2319185" y="459105"/>
                </a:lnTo>
                <a:lnTo>
                  <a:pt x="2323173" y="497700"/>
                </a:lnTo>
                <a:lnTo>
                  <a:pt x="2309939" y="560908"/>
                </a:lnTo>
                <a:lnTo>
                  <a:pt x="2313330" y="600354"/>
                </a:lnTo>
                <a:lnTo>
                  <a:pt x="2287727" y="725512"/>
                </a:lnTo>
                <a:lnTo>
                  <a:pt x="2291092" y="764984"/>
                </a:lnTo>
                <a:lnTo>
                  <a:pt x="2277427" y="828802"/>
                </a:lnTo>
                <a:lnTo>
                  <a:pt x="2280793" y="868286"/>
                </a:lnTo>
                <a:lnTo>
                  <a:pt x="2267826" y="886802"/>
                </a:lnTo>
                <a:lnTo>
                  <a:pt x="2259723" y="964819"/>
                </a:lnTo>
                <a:lnTo>
                  <a:pt x="2242921" y="1055255"/>
                </a:lnTo>
                <a:lnTo>
                  <a:pt x="2232520" y="1070114"/>
                </a:lnTo>
                <a:lnTo>
                  <a:pt x="2232520" y="1114399"/>
                </a:lnTo>
                <a:lnTo>
                  <a:pt x="2222119" y="1129258"/>
                </a:lnTo>
                <a:lnTo>
                  <a:pt x="2223579" y="1082878"/>
                </a:lnTo>
                <a:lnTo>
                  <a:pt x="2224062" y="1060043"/>
                </a:lnTo>
                <a:lnTo>
                  <a:pt x="2213838" y="1030351"/>
                </a:lnTo>
                <a:lnTo>
                  <a:pt x="2217445" y="980922"/>
                </a:lnTo>
                <a:lnTo>
                  <a:pt x="2208682" y="949134"/>
                </a:lnTo>
                <a:lnTo>
                  <a:pt x="2209838" y="925347"/>
                </a:lnTo>
                <a:lnTo>
                  <a:pt x="2200846" y="871753"/>
                </a:lnTo>
                <a:lnTo>
                  <a:pt x="2172474" y="712965"/>
                </a:lnTo>
                <a:lnTo>
                  <a:pt x="2161146" y="640588"/>
                </a:lnTo>
                <a:lnTo>
                  <a:pt x="2144814" y="597471"/>
                </a:lnTo>
                <a:lnTo>
                  <a:pt x="2138591" y="562063"/>
                </a:lnTo>
                <a:lnTo>
                  <a:pt x="2132812" y="526046"/>
                </a:lnTo>
                <a:lnTo>
                  <a:pt x="2116315" y="483171"/>
                </a:lnTo>
                <a:lnTo>
                  <a:pt x="2099627" y="440575"/>
                </a:lnTo>
                <a:lnTo>
                  <a:pt x="2093239" y="405409"/>
                </a:lnTo>
                <a:lnTo>
                  <a:pt x="2079612" y="380580"/>
                </a:lnTo>
                <a:lnTo>
                  <a:pt x="2068957" y="329361"/>
                </a:lnTo>
                <a:lnTo>
                  <a:pt x="2038007" y="262839"/>
                </a:lnTo>
                <a:lnTo>
                  <a:pt x="2027047" y="234226"/>
                </a:lnTo>
                <a:lnTo>
                  <a:pt x="2015871" y="205892"/>
                </a:lnTo>
                <a:lnTo>
                  <a:pt x="2000592" y="183426"/>
                </a:lnTo>
                <a:lnTo>
                  <a:pt x="1995322" y="168808"/>
                </a:lnTo>
                <a:lnTo>
                  <a:pt x="1978850" y="148043"/>
                </a:lnTo>
                <a:lnTo>
                  <a:pt x="1961184" y="129006"/>
                </a:lnTo>
                <a:lnTo>
                  <a:pt x="1952472" y="119291"/>
                </a:lnTo>
                <a:lnTo>
                  <a:pt x="1932368" y="103720"/>
                </a:lnTo>
                <a:lnTo>
                  <a:pt x="1911858" y="88722"/>
                </a:lnTo>
                <a:lnTo>
                  <a:pt x="1901952" y="80733"/>
                </a:lnTo>
                <a:lnTo>
                  <a:pt x="1891550" y="73444"/>
                </a:lnTo>
                <a:lnTo>
                  <a:pt x="1889417" y="76492"/>
                </a:lnTo>
                <a:lnTo>
                  <a:pt x="1872640" y="78308"/>
                </a:lnTo>
                <a:lnTo>
                  <a:pt x="1856066" y="79832"/>
                </a:lnTo>
                <a:lnTo>
                  <a:pt x="1830311" y="73710"/>
                </a:lnTo>
                <a:lnTo>
                  <a:pt x="1830311" y="1511782"/>
                </a:lnTo>
                <a:lnTo>
                  <a:pt x="1821878" y="1523834"/>
                </a:lnTo>
                <a:lnTo>
                  <a:pt x="1827060" y="1538566"/>
                </a:lnTo>
                <a:lnTo>
                  <a:pt x="1809991" y="1518666"/>
                </a:lnTo>
                <a:lnTo>
                  <a:pt x="1811655" y="1516291"/>
                </a:lnTo>
                <a:lnTo>
                  <a:pt x="1803323" y="1506054"/>
                </a:lnTo>
                <a:lnTo>
                  <a:pt x="1815058" y="1489290"/>
                </a:lnTo>
                <a:lnTo>
                  <a:pt x="1825459" y="1496568"/>
                </a:lnTo>
                <a:lnTo>
                  <a:pt x="1823326" y="1499616"/>
                </a:lnTo>
                <a:lnTo>
                  <a:pt x="1830311" y="1511782"/>
                </a:lnTo>
                <a:lnTo>
                  <a:pt x="1830311" y="73710"/>
                </a:lnTo>
                <a:lnTo>
                  <a:pt x="1829498" y="73507"/>
                </a:lnTo>
                <a:lnTo>
                  <a:pt x="1813928" y="73609"/>
                </a:lnTo>
                <a:lnTo>
                  <a:pt x="1796630" y="72593"/>
                </a:lnTo>
                <a:lnTo>
                  <a:pt x="1796630" y="1006271"/>
                </a:lnTo>
                <a:lnTo>
                  <a:pt x="1784769" y="1001064"/>
                </a:lnTo>
                <a:lnTo>
                  <a:pt x="1773021" y="995705"/>
                </a:lnTo>
                <a:lnTo>
                  <a:pt x="1761058" y="990638"/>
                </a:lnTo>
                <a:lnTo>
                  <a:pt x="1748612" y="986282"/>
                </a:lnTo>
                <a:lnTo>
                  <a:pt x="1763636" y="986967"/>
                </a:lnTo>
                <a:lnTo>
                  <a:pt x="1782470" y="982205"/>
                </a:lnTo>
                <a:lnTo>
                  <a:pt x="1786483" y="976464"/>
                </a:lnTo>
                <a:lnTo>
                  <a:pt x="1792630" y="989838"/>
                </a:lnTo>
                <a:lnTo>
                  <a:pt x="1796630" y="1006271"/>
                </a:lnTo>
                <a:lnTo>
                  <a:pt x="1796630" y="72593"/>
                </a:lnTo>
                <a:lnTo>
                  <a:pt x="1769275" y="70954"/>
                </a:lnTo>
                <a:lnTo>
                  <a:pt x="1712023" y="64160"/>
                </a:lnTo>
                <a:lnTo>
                  <a:pt x="1663966" y="66357"/>
                </a:lnTo>
                <a:lnTo>
                  <a:pt x="1626120" y="76136"/>
                </a:lnTo>
                <a:lnTo>
                  <a:pt x="1615236" y="69545"/>
                </a:lnTo>
                <a:lnTo>
                  <a:pt x="1604645" y="62522"/>
                </a:lnTo>
                <a:lnTo>
                  <a:pt x="1593862" y="55791"/>
                </a:lnTo>
                <a:lnTo>
                  <a:pt x="1592783" y="57327"/>
                </a:lnTo>
                <a:lnTo>
                  <a:pt x="1579600" y="54000"/>
                </a:lnTo>
                <a:lnTo>
                  <a:pt x="1576235" y="58813"/>
                </a:lnTo>
                <a:lnTo>
                  <a:pt x="1562061" y="56908"/>
                </a:lnTo>
                <a:lnTo>
                  <a:pt x="1547698" y="55295"/>
                </a:lnTo>
                <a:lnTo>
                  <a:pt x="1525752" y="64490"/>
                </a:lnTo>
                <a:lnTo>
                  <a:pt x="1470672" y="76746"/>
                </a:lnTo>
                <a:lnTo>
                  <a:pt x="1448727" y="85940"/>
                </a:lnTo>
                <a:lnTo>
                  <a:pt x="1381239" y="93776"/>
                </a:lnTo>
                <a:lnTo>
                  <a:pt x="1266799" y="235089"/>
                </a:lnTo>
                <a:lnTo>
                  <a:pt x="1265034" y="259765"/>
                </a:lnTo>
                <a:lnTo>
                  <a:pt x="1236395" y="300672"/>
                </a:lnTo>
                <a:lnTo>
                  <a:pt x="1223860" y="296443"/>
                </a:lnTo>
                <a:lnTo>
                  <a:pt x="1233271" y="305142"/>
                </a:lnTo>
                <a:lnTo>
                  <a:pt x="1242682" y="313842"/>
                </a:lnTo>
                <a:lnTo>
                  <a:pt x="1238402" y="319963"/>
                </a:lnTo>
                <a:lnTo>
                  <a:pt x="1242314" y="336511"/>
                </a:lnTo>
                <a:lnTo>
                  <a:pt x="1211135" y="381038"/>
                </a:lnTo>
                <a:lnTo>
                  <a:pt x="1208252" y="407301"/>
                </a:lnTo>
                <a:lnTo>
                  <a:pt x="1201991" y="460552"/>
                </a:lnTo>
                <a:lnTo>
                  <a:pt x="1194917" y="470649"/>
                </a:lnTo>
                <a:lnTo>
                  <a:pt x="1180630" y="468922"/>
                </a:lnTo>
                <a:lnTo>
                  <a:pt x="1186256" y="460883"/>
                </a:lnTo>
                <a:lnTo>
                  <a:pt x="1174775" y="455129"/>
                </a:lnTo>
                <a:lnTo>
                  <a:pt x="1173708" y="456653"/>
                </a:lnTo>
                <a:lnTo>
                  <a:pt x="1164907" y="491363"/>
                </a:lnTo>
                <a:lnTo>
                  <a:pt x="1176629" y="474611"/>
                </a:lnTo>
                <a:lnTo>
                  <a:pt x="1176477" y="496989"/>
                </a:lnTo>
                <a:lnTo>
                  <a:pt x="1165352" y="535038"/>
                </a:lnTo>
                <a:lnTo>
                  <a:pt x="1165186" y="557415"/>
                </a:lnTo>
                <a:lnTo>
                  <a:pt x="1164120" y="558939"/>
                </a:lnTo>
                <a:lnTo>
                  <a:pt x="1153706" y="551662"/>
                </a:lnTo>
                <a:lnTo>
                  <a:pt x="1159040" y="544042"/>
                </a:lnTo>
                <a:lnTo>
                  <a:pt x="1157274" y="524421"/>
                </a:lnTo>
                <a:lnTo>
                  <a:pt x="1163396" y="494741"/>
                </a:lnTo>
                <a:lnTo>
                  <a:pt x="1136904" y="553516"/>
                </a:lnTo>
                <a:lnTo>
                  <a:pt x="1128102" y="588238"/>
                </a:lnTo>
                <a:lnTo>
                  <a:pt x="1129169" y="586714"/>
                </a:lnTo>
                <a:lnTo>
                  <a:pt x="1139571" y="594004"/>
                </a:lnTo>
                <a:lnTo>
                  <a:pt x="1145971" y="584860"/>
                </a:lnTo>
                <a:lnTo>
                  <a:pt x="1152613" y="619658"/>
                </a:lnTo>
                <a:lnTo>
                  <a:pt x="1147051" y="649757"/>
                </a:lnTo>
                <a:lnTo>
                  <a:pt x="1126769" y="678726"/>
                </a:lnTo>
                <a:lnTo>
                  <a:pt x="1126769" y="700862"/>
                </a:lnTo>
                <a:lnTo>
                  <a:pt x="1126248" y="701611"/>
                </a:lnTo>
                <a:lnTo>
                  <a:pt x="1126248" y="745909"/>
                </a:lnTo>
                <a:lnTo>
                  <a:pt x="1123048" y="750481"/>
                </a:lnTo>
                <a:lnTo>
                  <a:pt x="1113434" y="742061"/>
                </a:lnTo>
                <a:lnTo>
                  <a:pt x="1110437" y="737120"/>
                </a:lnTo>
                <a:lnTo>
                  <a:pt x="1114767" y="740156"/>
                </a:lnTo>
                <a:lnTo>
                  <a:pt x="1116901" y="737120"/>
                </a:lnTo>
                <a:lnTo>
                  <a:pt x="1126248" y="745909"/>
                </a:lnTo>
                <a:lnTo>
                  <a:pt x="1126248" y="701611"/>
                </a:lnTo>
                <a:lnTo>
                  <a:pt x="1113040" y="720483"/>
                </a:lnTo>
                <a:lnTo>
                  <a:pt x="1114234" y="696633"/>
                </a:lnTo>
                <a:lnTo>
                  <a:pt x="1126769" y="700862"/>
                </a:lnTo>
                <a:lnTo>
                  <a:pt x="1126769" y="678726"/>
                </a:lnTo>
                <a:lnTo>
                  <a:pt x="1125969" y="679856"/>
                </a:lnTo>
                <a:lnTo>
                  <a:pt x="1119835" y="666483"/>
                </a:lnTo>
                <a:lnTo>
                  <a:pt x="1104480" y="688416"/>
                </a:lnTo>
                <a:lnTo>
                  <a:pt x="1101026" y="715492"/>
                </a:lnTo>
                <a:lnTo>
                  <a:pt x="1101788" y="736561"/>
                </a:lnTo>
                <a:lnTo>
                  <a:pt x="1119835" y="755053"/>
                </a:lnTo>
                <a:lnTo>
                  <a:pt x="1096365" y="788593"/>
                </a:lnTo>
                <a:lnTo>
                  <a:pt x="1103566" y="800442"/>
                </a:lnTo>
                <a:lnTo>
                  <a:pt x="1102499" y="801966"/>
                </a:lnTo>
                <a:lnTo>
                  <a:pt x="1108138" y="816063"/>
                </a:lnTo>
                <a:lnTo>
                  <a:pt x="1103566" y="822591"/>
                </a:lnTo>
                <a:lnTo>
                  <a:pt x="1109802" y="835825"/>
                </a:lnTo>
                <a:lnTo>
                  <a:pt x="1101966" y="847013"/>
                </a:lnTo>
                <a:lnTo>
                  <a:pt x="1090498" y="841260"/>
                </a:lnTo>
                <a:lnTo>
                  <a:pt x="1080566" y="855459"/>
                </a:lnTo>
                <a:lnTo>
                  <a:pt x="1070495" y="847699"/>
                </a:lnTo>
                <a:lnTo>
                  <a:pt x="1076858" y="860742"/>
                </a:lnTo>
                <a:lnTo>
                  <a:pt x="1083030" y="874077"/>
                </a:lnTo>
                <a:lnTo>
                  <a:pt x="1088809" y="887971"/>
                </a:lnTo>
                <a:lnTo>
                  <a:pt x="1093978" y="902741"/>
                </a:lnTo>
                <a:lnTo>
                  <a:pt x="1078598" y="902550"/>
                </a:lnTo>
                <a:lnTo>
                  <a:pt x="1057859" y="910031"/>
                </a:lnTo>
                <a:lnTo>
                  <a:pt x="1046492" y="926274"/>
                </a:lnTo>
                <a:lnTo>
                  <a:pt x="1056894" y="933551"/>
                </a:lnTo>
                <a:lnTo>
                  <a:pt x="1050226" y="943089"/>
                </a:lnTo>
                <a:lnTo>
                  <a:pt x="1057694" y="954557"/>
                </a:lnTo>
                <a:lnTo>
                  <a:pt x="1055560" y="957605"/>
                </a:lnTo>
                <a:lnTo>
                  <a:pt x="1062964" y="969175"/>
                </a:lnTo>
                <a:lnTo>
                  <a:pt x="1035316" y="1008659"/>
                </a:lnTo>
                <a:lnTo>
                  <a:pt x="1027823" y="997229"/>
                </a:lnTo>
                <a:lnTo>
                  <a:pt x="1030719" y="993089"/>
                </a:lnTo>
                <a:lnTo>
                  <a:pt x="1023823" y="980808"/>
                </a:lnTo>
                <a:lnTo>
                  <a:pt x="1013345" y="995756"/>
                </a:lnTo>
                <a:lnTo>
                  <a:pt x="1014476" y="1016292"/>
                </a:lnTo>
                <a:lnTo>
                  <a:pt x="1006017" y="1028382"/>
                </a:lnTo>
                <a:lnTo>
                  <a:pt x="1008341" y="1047191"/>
                </a:lnTo>
                <a:lnTo>
                  <a:pt x="996340" y="1064336"/>
                </a:lnTo>
                <a:lnTo>
                  <a:pt x="994740" y="1088771"/>
                </a:lnTo>
                <a:lnTo>
                  <a:pt x="982738" y="1105916"/>
                </a:lnTo>
                <a:lnTo>
                  <a:pt x="981138" y="1130350"/>
                </a:lnTo>
                <a:lnTo>
                  <a:pt x="999197" y="1104557"/>
                </a:lnTo>
                <a:lnTo>
                  <a:pt x="1000607" y="1080389"/>
                </a:lnTo>
                <a:lnTo>
                  <a:pt x="1008888" y="1090714"/>
                </a:lnTo>
                <a:lnTo>
                  <a:pt x="1007821" y="1092238"/>
                </a:lnTo>
                <a:lnTo>
                  <a:pt x="1015022" y="1104099"/>
                </a:lnTo>
                <a:lnTo>
                  <a:pt x="1002118" y="1122527"/>
                </a:lnTo>
                <a:lnTo>
                  <a:pt x="1007287" y="1137297"/>
                </a:lnTo>
                <a:lnTo>
                  <a:pt x="976337" y="1181493"/>
                </a:lnTo>
                <a:lnTo>
                  <a:pt x="970203" y="1168120"/>
                </a:lnTo>
                <a:lnTo>
                  <a:pt x="973404" y="1163535"/>
                </a:lnTo>
                <a:lnTo>
                  <a:pt x="965136" y="1153210"/>
                </a:lnTo>
                <a:lnTo>
                  <a:pt x="961948" y="1179906"/>
                </a:lnTo>
                <a:lnTo>
                  <a:pt x="948461" y="1199172"/>
                </a:lnTo>
                <a:lnTo>
                  <a:pt x="945578" y="1225435"/>
                </a:lnTo>
                <a:lnTo>
                  <a:pt x="924458" y="1255610"/>
                </a:lnTo>
                <a:lnTo>
                  <a:pt x="930541" y="1269060"/>
                </a:lnTo>
                <a:lnTo>
                  <a:pt x="907796" y="1301559"/>
                </a:lnTo>
                <a:lnTo>
                  <a:pt x="921397" y="1304277"/>
                </a:lnTo>
                <a:lnTo>
                  <a:pt x="924598" y="1299705"/>
                </a:lnTo>
                <a:lnTo>
                  <a:pt x="928268" y="1316609"/>
                </a:lnTo>
                <a:lnTo>
                  <a:pt x="918794" y="1330134"/>
                </a:lnTo>
                <a:lnTo>
                  <a:pt x="906462" y="1325613"/>
                </a:lnTo>
                <a:lnTo>
                  <a:pt x="873379" y="1372857"/>
                </a:lnTo>
                <a:lnTo>
                  <a:pt x="868375" y="1357858"/>
                </a:lnTo>
                <a:lnTo>
                  <a:pt x="862977" y="1343431"/>
                </a:lnTo>
                <a:lnTo>
                  <a:pt x="857173" y="1329575"/>
                </a:lnTo>
                <a:lnTo>
                  <a:pt x="850976" y="1316291"/>
                </a:lnTo>
                <a:lnTo>
                  <a:pt x="848550" y="1297609"/>
                </a:lnTo>
                <a:lnTo>
                  <a:pt x="835634" y="1271778"/>
                </a:lnTo>
                <a:lnTo>
                  <a:pt x="832916" y="1253515"/>
                </a:lnTo>
                <a:lnTo>
                  <a:pt x="819492" y="1228394"/>
                </a:lnTo>
                <a:lnTo>
                  <a:pt x="807631" y="1201039"/>
                </a:lnTo>
                <a:lnTo>
                  <a:pt x="795883" y="1173543"/>
                </a:lnTo>
                <a:lnTo>
                  <a:pt x="783920" y="1146327"/>
                </a:lnTo>
                <a:lnTo>
                  <a:pt x="757313" y="1095768"/>
                </a:lnTo>
                <a:lnTo>
                  <a:pt x="726592" y="1051052"/>
                </a:lnTo>
                <a:lnTo>
                  <a:pt x="702106" y="1019606"/>
                </a:lnTo>
                <a:lnTo>
                  <a:pt x="673290" y="994333"/>
                </a:lnTo>
                <a:lnTo>
                  <a:pt x="621271" y="957910"/>
                </a:lnTo>
                <a:lnTo>
                  <a:pt x="620204" y="959434"/>
                </a:lnTo>
                <a:lnTo>
                  <a:pt x="599262" y="945057"/>
                </a:lnTo>
                <a:lnTo>
                  <a:pt x="577519" y="931824"/>
                </a:lnTo>
                <a:lnTo>
                  <a:pt x="564578" y="928166"/>
                </a:lnTo>
                <a:lnTo>
                  <a:pt x="538835" y="920648"/>
                </a:lnTo>
                <a:lnTo>
                  <a:pt x="522998" y="921131"/>
                </a:lnTo>
                <a:lnTo>
                  <a:pt x="491718" y="921512"/>
                </a:lnTo>
                <a:lnTo>
                  <a:pt x="465480" y="914717"/>
                </a:lnTo>
                <a:lnTo>
                  <a:pt x="433298" y="916393"/>
                </a:lnTo>
                <a:lnTo>
                  <a:pt x="347738" y="905738"/>
                </a:lnTo>
                <a:lnTo>
                  <a:pt x="315556" y="907415"/>
                </a:lnTo>
                <a:lnTo>
                  <a:pt x="313423" y="910463"/>
                </a:lnTo>
                <a:lnTo>
                  <a:pt x="301955" y="904709"/>
                </a:lnTo>
                <a:lnTo>
                  <a:pt x="300888" y="906233"/>
                </a:lnTo>
                <a:lnTo>
                  <a:pt x="299821" y="905548"/>
                </a:lnTo>
                <a:lnTo>
                  <a:pt x="299821" y="907757"/>
                </a:lnTo>
                <a:lnTo>
                  <a:pt x="296621" y="912329"/>
                </a:lnTo>
                <a:lnTo>
                  <a:pt x="284086" y="908088"/>
                </a:lnTo>
                <a:lnTo>
                  <a:pt x="287286" y="903516"/>
                </a:lnTo>
                <a:lnTo>
                  <a:pt x="299821" y="907757"/>
                </a:lnTo>
                <a:lnTo>
                  <a:pt x="299821" y="905548"/>
                </a:lnTo>
                <a:lnTo>
                  <a:pt x="290245" y="899287"/>
                </a:lnTo>
                <a:lnTo>
                  <a:pt x="279019" y="893191"/>
                </a:lnTo>
                <a:lnTo>
                  <a:pt x="277380" y="895527"/>
                </a:lnTo>
                <a:lnTo>
                  <a:pt x="264337" y="891997"/>
                </a:lnTo>
                <a:lnTo>
                  <a:pt x="245732" y="896442"/>
                </a:lnTo>
                <a:lnTo>
                  <a:pt x="216319" y="894156"/>
                </a:lnTo>
                <a:lnTo>
                  <a:pt x="196913" y="899731"/>
                </a:lnTo>
                <a:lnTo>
                  <a:pt x="177114" y="905878"/>
                </a:lnTo>
                <a:lnTo>
                  <a:pt x="146672" y="905078"/>
                </a:lnTo>
                <a:lnTo>
                  <a:pt x="126428" y="911847"/>
                </a:lnTo>
                <a:lnTo>
                  <a:pt x="105791" y="919187"/>
                </a:lnTo>
                <a:lnTo>
                  <a:pt x="74142" y="920102"/>
                </a:lnTo>
                <a:lnTo>
                  <a:pt x="4953" y="1018933"/>
                </a:lnTo>
                <a:lnTo>
                  <a:pt x="3644" y="1308696"/>
                </a:lnTo>
                <a:lnTo>
                  <a:pt x="812" y="1932800"/>
                </a:lnTo>
                <a:lnTo>
                  <a:pt x="0" y="2111121"/>
                </a:lnTo>
                <a:lnTo>
                  <a:pt x="29667" y="2068753"/>
                </a:lnTo>
                <a:lnTo>
                  <a:pt x="46443" y="2022627"/>
                </a:lnTo>
                <a:lnTo>
                  <a:pt x="59436" y="1981936"/>
                </a:lnTo>
                <a:lnTo>
                  <a:pt x="107010" y="1913966"/>
                </a:lnTo>
                <a:lnTo>
                  <a:pt x="120599" y="1872411"/>
                </a:lnTo>
                <a:lnTo>
                  <a:pt x="151866" y="1827758"/>
                </a:lnTo>
                <a:lnTo>
                  <a:pt x="193205" y="1724406"/>
                </a:lnTo>
                <a:lnTo>
                  <a:pt x="224320" y="1679968"/>
                </a:lnTo>
                <a:lnTo>
                  <a:pt x="245173" y="1628038"/>
                </a:lnTo>
                <a:lnTo>
                  <a:pt x="287451" y="1567637"/>
                </a:lnTo>
                <a:lnTo>
                  <a:pt x="320128" y="1498828"/>
                </a:lnTo>
                <a:lnTo>
                  <a:pt x="389737" y="1377226"/>
                </a:lnTo>
                <a:lnTo>
                  <a:pt x="391871" y="1374178"/>
                </a:lnTo>
                <a:lnTo>
                  <a:pt x="395249" y="1391513"/>
                </a:lnTo>
                <a:lnTo>
                  <a:pt x="409219" y="1415846"/>
                </a:lnTo>
                <a:lnTo>
                  <a:pt x="412788" y="1432890"/>
                </a:lnTo>
                <a:lnTo>
                  <a:pt x="416153" y="1450225"/>
                </a:lnTo>
                <a:lnTo>
                  <a:pt x="429755" y="1452930"/>
                </a:lnTo>
                <a:lnTo>
                  <a:pt x="421805" y="1442148"/>
                </a:lnTo>
                <a:lnTo>
                  <a:pt x="427913" y="1433436"/>
                </a:lnTo>
                <a:lnTo>
                  <a:pt x="421754" y="1420075"/>
                </a:lnTo>
                <a:lnTo>
                  <a:pt x="429945" y="1430528"/>
                </a:lnTo>
                <a:lnTo>
                  <a:pt x="438429" y="1440548"/>
                </a:lnTo>
                <a:lnTo>
                  <a:pt x="447116" y="1450289"/>
                </a:lnTo>
                <a:lnTo>
                  <a:pt x="440969" y="1459077"/>
                </a:lnTo>
                <a:lnTo>
                  <a:pt x="427888" y="1455597"/>
                </a:lnTo>
                <a:lnTo>
                  <a:pt x="424421" y="1460550"/>
                </a:lnTo>
                <a:lnTo>
                  <a:pt x="426999" y="1479029"/>
                </a:lnTo>
                <a:lnTo>
                  <a:pt x="432536" y="1515414"/>
                </a:lnTo>
                <a:lnTo>
                  <a:pt x="435102" y="1533893"/>
                </a:lnTo>
                <a:lnTo>
                  <a:pt x="449770" y="1535074"/>
                </a:lnTo>
                <a:lnTo>
                  <a:pt x="442747" y="1522958"/>
                </a:lnTo>
                <a:lnTo>
                  <a:pt x="450316" y="1512150"/>
                </a:lnTo>
                <a:lnTo>
                  <a:pt x="443903" y="1499184"/>
                </a:lnTo>
                <a:lnTo>
                  <a:pt x="447103" y="1494599"/>
                </a:lnTo>
                <a:lnTo>
                  <a:pt x="454317" y="1506435"/>
                </a:lnTo>
                <a:lnTo>
                  <a:pt x="451231" y="1510830"/>
                </a:lnTo>
                <a:lnTo>
                  <a:pt x="458762" y="1522234"/>
                </a:lnTo>
                <a:lnTo>
                  <a:pt x="456171" y="1525930"/>
                </a:lnTo>
                <a:lnTo>
                  <a:pt x="463473" y="1537639"/>
                </a:lnTo>
                <a:lnTo>
                  <a:pt x="438835" y="1572844"/>
                </a:lnTo>
                <a:lnTo>
                  <a:pt x="450024" y="1579003"/>
                </a:lnTo>
                <a:lnTo>
                  <a:pt x="448310" y="1581454"/>
                </a:lnTo>
                <a:lnTo>
                  <a:pt x="455587" y="1593189"/>
                </a:lnTo>
                <a:lnTo>
                  <a:pt x="445770" y="1607223"/>
                </a:lnTo>
                <a:lnTo>
                  <a:pt x="454037" y="1617548"/>
                </a:lnTo>
                <a:lnTo>
                  <a:pt x="450837" y="1622120"/>
                </a:lnTo>
                <a:lnTo>
                  <a:pt x="456984" y="1635506"/>
                </a:lnTo>
                <a:lnTo>
                  <a:pt x="460184" y="1630934"/>
                </a:lnTo>
                <a:lnTo>
                  <a:pt x="470420" y="1638452"/>
                </a:lnTo>
                <a:lnTo>
                  <a:pt x="480085" y="1646783"/>
                </a:lnTo>
                <a:lnTo>
                  <a:pt x="490321" y="1654302"/>
                </a:lnTo>
                <a:lnTo>
                  <a:pt x="484987" y="1661934"/>
                </a:lnTo>
                <a:lnTo>
                  <a:pt x="464185" y="1647367"/>
                </a:lnTo>
                <a:lnTo>
                  <a:pt x="458851" y="1654987"/>
                </a:lnTo>
                <a:lnTo>
                  <a:pt x="460451" y="1696986"/>
                </a:lnTo>
                <a:lnTo>
                  <a:pt x="461251" y="1717979"/>
                </a:lnTo>
                <a:lnTo>
                  <a:pt x="470852" y="1704263"/>
                </a:lnTo>
                <a:lnTo>
                  <a:pt x="479120" y="1714601"/>
                </a:lnTo>
                <a:lnTo>
                  <a:pt x="471652" y="1725269"/>
                </a:lnTo>
                <a:lnTo>
                  <a:pt x="477786" y="1738642"/>
                </a:lnTo>
                <a:lnTo>
                  <a:pt x="462114" y="1761032"/>
                </a:lnTo>
                <a:lnTo>
                  <a:pt x="463118" y="1781746"/>
                </a:lnTo>
                <a:lnTo>
                  <a:pt x="464921" y="1801317"/>
                </a:lnTo>
                <a:lnTo>
                  <a:pt x="466318" y="1821459"/>
                </a:lnTo>
                <a:lnTo>
                  <a:pt x="459016" y="1831898"/>
                </a:lnTo>
                <a:lnTo>
                  <a:pt x="463118" y="1848180"/>
                </a:lnTo>
                <a:lnTo>
                  <a:pt x="467626" y="1863890"/>
                </a:lnTo>
                <a:lnTo>
                  <a:pt x="471932" y="1879892"/>
                </a:lnTo>
                <a:lnTo>
                  <a:pt x="464464" y="1890560"/>
                </a:lnTo>
                <a:lnTo>
                  <a:pt x="469912" y="1904923"/>
                </a:lnTo>
                <a:lnTo>
                  <a:pt x="464858" y="1912137"/>
                </a:lnTo>
                <a:lnTo>
                  <a:pt x="470408" y="1926348"/>
                </a:lnTo>
                <a:lnTo>
                  <a:pt x="464997" y="1934083"/>
                </a:lnTo>
                <a:lnTo>
                  <a:pt x="477532" y="1938324"/>
                </a:lnTo>
                <a:lnTo>
                  <a:pt x="487934" y="1945601"/>
                </a:lnTo>
                <a:lnTo>
                  <a:pt x="469798" y="1971522"/>
                </a:lnTo>
                <a:lnTo>
                  <a:pt x="476732" y="1983752"/>
                </a:lnTo>
                <a:lnTo>
                  <a:pt x="471665" y="1990991"/>
                </a:lnTo>
                <a:lnTo>
                  <a:pt x="476199" y="2006663"/>
                </a:lnTo>
                <a:lnTo>
                  <a:pt x="470331" y="2015045"/>
                </a:lnTo>
                <a:lnTo>
                  <a:pt x="473367" y="2032850"/>
                </a:lnTo>
                <a:lnTo>
                  <a:pt x="466598" y="2042515"/>
                </a:lnTo>
                <a:lnTo>
                  <a:pt x="472236" y="2056612"/>
                </a:lnTo>
                <a:lnTo>
                  <a:pt x="491680" y="2073135"/>
                </a:lnTo>
                <a:lnTo>
                  <a:pt x="477812" y="2092947"/>
                </a:lnTo>
                <a:lnTo>
                  <a:pt x="488213" y="2100237"/>
                </a:lnTo>
                <a:lnTo>
                  <a:pt x="489280" y="2098713"/>
                </a:lnTo>
                <a:lnTo>
                  <a:pt x="499681" y="2105990"/>
                </a:lnTo>
                <a:lnTo>
                  <a:pt x="477278" y="2137994"/>
                </a:lnTo>
                <a:lnTo>
                  <a:pt x="487680" y="2145284"/>
                </a:lnTo>
                <a:lnTo>
                  <a:pt x="511149" y="2111743"/>
                </a:lnTo>
                <a:lnTo>
                  <a:pt x="514972" y="2128443"/>
                </a:lnTo>
                <a:lnTo>
                  <a:pt x="508088" y="2138273"/>
                </a:lnTo>
                <a:lnTo>
                  <a:pt x="511403" y="2155685"/>
                </a:lnTo>
                <a:lnTo>
                  <a:pt x="514629" y="2173224"/>
                </a:lnTo>
                <a:lnTo>
                  <a:pt x="550633" y="2188222"/>
                </a:lnTo>
                <a:lnTo>
                  <a:pt x="573049" y="2200503"/>
                </a:lnTo>
                <a:lnTo>
                  <a:pt x="581317" y="2210828"/>
                </a:lnTo>
                <a:lnTo>
                  <a:pt x="579183" y="2213876"/>
                </a:lnTo>
                <a:lnTo>
                  <a:pt x="574281" y="2243023"/>
                </a:lnTo>
                <a:lnTo>
                  <a:pt x="587984" y="2267737"/>
                </a:lnTo>
                <a:lnTo>
                  <a:pt x="605688" y="2286736"/>
                </a:lnTo>
                <a:lnTo>
                  <a:pt x="623201" y="2306015"/>
                </a:lnTo>
                <a:lnTo>
                  <a:pt x="622515" y="2306993"/>
                </a:lnTo>
                <a:lnTo>
                  <a:pt x="634542" y="2311958"/>
                </a:lnTo>
                <a:lnTo>
                  <a:pt x="648271" y="2314486"/>
                </a:lnTo>
                <a:lnTo>
                  <a:pt x="656513" y="2324862"/>
                </a:lnTo>
                <a:lnTo>
                  <a:pt x="678954" y="2337092"/>
                </a:lnTo>
                <a:lnTo>
                  <a:pt x="692594" y="2339759"/>
                </a:lnTo>
                <a:lnTo>
                  <a:pt x="705637" y="2343277"/>
                </a:lnTo>
                <a:lnTo>
                  <a:pt x="729018" y="2354148"/>
                </a:lnTo>
                <a:lnTo>
                  <a:pt x="752716" y="2364600"/>
                </a:lnTo>
                <a:lnTo>
                  <a:pt x="766203" y="2367483"/>
                </a:lnTo>
                <a:lnTo>
                  <a:pt x="790194" y="2377490"/>
                </a:lnTo>
                <a:lnTo>
                  <a:pt x="889431" y="2412898"/>
                </a:lnTo>
                <a:lnTo>
                  <a:pt x="893254" y="2407450"/>
                </a:lnTo>
                <a:lnTo>
                  <a:pt x="907161" y="2409710"/>
                </a:lnTo>
                <a:lnTo>
                  <a:pt x="906233" y="2411044"/>
                </a:lnTo>
                <a:lnTo>
                  <a:pt x="917714" y="2416797"/>
                </a:lnTo>
                <a:lnTo>
                  <a:pt x="924026" y="2407780"/>
                </a:lnTo>
                <a:lnTo>
                  <a:pt x="938923" y="2408644"/>
                </a:lnTo>
                <a:lnTo>
                  <a:pt x="1001737" y="2318918"/>
                </a:lnTo>
                <a:lnTo>
                  <a:pt x="1036967" y="2290737"/>
                </a:lnTo>
                <a:lnTo>
                  <a:pt x="1061885" y="2255139"/>
                </a:lnTo>
                <a:lnTo>
                  <a:pt x="1076591" y="2211984"/>
                </a:lnTo>
                <a:lnTo>
                  <a:pt x="1171384" y="2076577"/>
                </a:lnTo>
                <a:lnTo>
                  <a:pt x="1184973" y="2035022"/>
                </a:lnTo>
                <a:lnTo>
                  <a:pt x="1208862" y="2000897"/>
                </a:lnTo>
                <a:lnTo>
                  <a:pt x="1222133" y="1959787"/>
                </a:lnTo>
                <a:lnTo>
                  <a:pt x="1245539" y="1926361"/>
                </a:lnTo>
                <a:lnTo>
                  <a:pt x="1272209" y="1843963"/>
                </a:lnTo>
                <a:lnTo>
                  <a:pt x="1295857" y="1810194"/>
                </a:lnTo>
                <a:lnTo>
                  <a:pt x="1309293" y="1768856"/>
                </a:lnTo>
                <a:lnTo>
                  <a:pt x="1319695" y="1731848"/>
                </a:lnTo>
                <a:lnTo>
                  <a:pt x="1340497" y="1702130"/>
                </a:lnTo>
                <a:lnTo>
                  <a:pt x="1350899" y="1665135"/>
                </a:lnTo>
                <a:lnTo>
                  <a:pt x="1371701" y="1635404"/>
                </a:lnTo>
                <a:lnTo>
                  <a:pt x="1429321" y="1464525"/>
                </a:lnTo>
                <a:lnTo>
                  <a:pt x="1530134" y="1187627"/>
                </a:lnTo>
                <a:lnTo>
                  <a:pt x="1607223" y="966800"/>
                </a:lnTo>
                <a:lnTo>
                  <a:pt x="1612023" y="915644"/>
                </a:lnTo>
                <a:lnTo>
                  <a:pt x="1641767" y="828878"/>
                </a:lnTo>
                <a:lnTo>
                  <a:pt x="1645881" y="778700"/>
                </a:lnTo>
                <a:lnTo>
                  <a:pt x="1660296" y="735965"/>
                </a:lnTo>
                <a:lnTo>
                  <a:pt x="1681099" y="661949"/>
                </a:lnTo>
                <a:lnTo>
                  <a:pt x="1687868" y="674433"/>
                </a:lnTo>
                <a:lnTo>
                  <a:pt x="1684832" y="678764"/>
                </a:lnTo>
                <a:lnTo>
                  <a:pt x="1692605" y="689813"/>
                </a:lnTo>
                <a:lnTo>
                  <a:pt x="1700580" y="700570"/>
                </a:lnTo>
                <a:lnTo>
                  <a:pt x="1709115" y="688378"/>
                </a:lnTo>
                <a:lnTo>
                  <a:pt x="1713966" y="703592"/>
                </a:lnTo>
                <a:lnTo>
                  <a:pt x="1714322" y="703084"/>
                </a:lnTo>
                <a:lnTo>
                  <a:pt x="1727669" y="706158"/>
                </a:lnTo>
                <a:lnTo>
                  <a:pt x="1740331" y="710222"/>
                </a:lnTo>
                <a:lnTo>
                  <a:pt x="1710740" y="752500"/>
                </a:lnTo>
                <a:lnTo>
                  <a:pt x="1714055" y="769899"/>
                </a:lnTo>
                <a:lnTo>
                  <a:pt x="1717573" y="787019"/>
                </a:lnTo>
                <a:lnTo>
                  <a:pt x="1710982" y="796429"/>
                </a:lnTo>
                <a:lnTo>
                  <a:pt x="1717903" y="808685"/>
                </a:lnTo>
                <a:lnTo>
                  <a:pt x="1715122" y="812660"/>
                </a:lnTo>
                <a:lnTo>
                  <a:pt x="1722945" y="823645"/>
                </a:lnTo>
                <a:lnTo>
                  <a:pt x="1720062" y="827760"/>
                </a:lnTo>
                <a:lnTo>
                  <a:pt x="1720253" y="849617"/>
                </a:lnTo>
                <a:lnTo>
                  <a:pt x="1719262" y="873188"/>
                </a:lnTo>
                <a:lnTo>
                  <a:pt x="1729867" y="902335"/>
                </a:lnTo>
                <a:lnTo>
                  <a:pt x="1733664" y="919048"/>
                </a:lnTo>
                <a:lnTo>
                  <a:pt x="1744065" y="926325"/>
                </a:lnTo>
                <a:lnTo>
                  <a:pt x="1740865" y="930897"/>
                </a:lnTo>
                <a:lnTo>
                  <a:pt x="1739277" y="977480"/>
                </a:lnTo>
                <a:lnTo>
                  <a:pt x="1744078" y="992759"/>
                </a:lnTo>
                <a:lnTo>
                  <a:pt x="1748878" y="1008049"/>
                </a:lnTo>
                <a:lnTo>
                  <a:pt x="1748078" y="1031328"/>
                </a:lnTo>
                <a:lnTo>
                  <a:pt x="1761680" y="1034046"/>
                </a:lnTo>
                <a:lnTo>
                  <a:pt x="1775548" y="1014234"/>
                </a:lnTo>
                <a:lnTo>
                  <a:pt x="1785696" y="1021892"/>
                </a:lnTo>
                <a:lnTo>
                  <a:pt x="1794230" y="1031849"/>
                </a:lnTo>
                <a:lnTo>
                  <a:pt x="1776095" y="1057757"/>
                </a:lnTo>
                <a:lnTo>
                  <a:pt x="1784362" y="1068082"/>
                </a:lnTo>
                <a:lnTo>
                  <a:pt x="1781162" y="1072654"/>
                </a:lnTo>
                <a:lnTo>
                  <a:pt x="1789163" y="1083373"/>
                </a:lnTo>
                <a:lnTo>
                  <a:pt x="1786763" y="1086802"/>
                </a:lnTo>
                <a:lnTo>
                  <a:pt x="1794764" y="1097508"/>
                </a:lnTo>
                <a:lnTo>
                  <a:pt x="1789480" y="1105065"/>
                </a:lnTo>
                <a:lnTo>
                  <a:pt x="1776488" y="1101471"/>
                </a:lnTo>
                <a:lnTo>
                  <a:pt x="1773707" y="1105446"/>
                </a:lnTo>
                <a:lnTo>
                  <a:pt x="1759813" y="1103147"/>
                </a:lnTo>
                <a:lnTo>
                  <a:pt x="1761439" y="1100836"/>
                </a:lnTo>
                <a:lnTo>
                  <a:pt x="1755152" y="1087666"/>
                </a:lnTo>
                <a:lnTo>
                  <a:pt x="1767547" y="1069949"/>
                </a:lnTo>
                <a:lnTo>
                  <a:pt x="1763814" y="1066431"/>
                </a:lnTo>
                <a:lnTo>
                  <a:pt x="1767979" y="1065707"/>
                </a:lnTo>
                <a:lnTo>
                  <a:pt x="1779282" y="1069073"/>
                </a:lnTo>
                <a:lnTo>
                  <a:pt x="1777898" y="1061288"/>
                </a:lnTo>
                <a:lnTo>
                  <a:pt x="1773923" y="1053960"/>
                </a:lnTo>
                <a:lnTo>
                  <a:pt x="1772539" y="1046187"/>
                </a:lnTo>
                <a:lnTo>
                  <a:pt x="1764957" y="1042936"/>
                </a:lnTo>
                <a:lnTo>
                  <a:pt x="1743824" y="1035164"/>
                </a:lnTo>
                <a:lnTo>
                  <a:pt x="1745843" y="1061554"/>
                </a:lnTo>
                <a:lnTo>
                  <a:pt x="1758810" y="1059281"/>
                </a:lnTo>
                <a:lnTo>
                  <a:pt x="1759267" y="1061885"/>
                </a:lnTo>
                <a:lnTo>
                  <a:pt x="1762328" y="1064018"/>
                </a:lnTo>
                <a:lnTo>
                  <a:pt x="1762531" y="1065225"/>
                </a:lnTo>
                <a:lnTo>
                  <a:pt x="1758213" y="1061135"/>
                </a:lnTo>
                <a:lnTo>
                  <a:pt x="1746859" y="1077353"/>
                </a:lnTo>
                <a:lnTo>
                  <a:pt x="1749018" y="1096429"/>
                </a:lnTo>
                <a:lnTo>
                  <a:pt x="1752168" y="1114069"/>
                </a:lnTo>
                <a:lnTo>
                  <a:pt x="1754200" y="1133284"/>
                </a:lnTo>
                <a:lnTo>
                  <a:pt x="1750377" y="1138758"/>
                </a:lnTo>
                <a:lnTo>
                  <a:pt x="1757146" y="1151242"/>
                </a:lnTo>
                <a:lnTo>
                  <a:pt x="1749679" y="1161910"/>
                </a:lnTo>
                <a:lnTo>
                  <a:pt x="1761159" y="1167663"/>
                </a:lnTo>
                <a:lnTo>
                  <a:pt x="1783562" y="1135659"/>
                </a:lnTo>
                <a:lnTo>
                  <a:pt x="1788248" y="1151115"/>
                </a:lnTo>
                <a:lnTo>
                  <a:pt x="1761959" y="1188669"/>
                </a:lnTo>
                <a:lnTo>
                  <a:pt x="1768094" y="1202042"/>
                </a:lnTo>
                <a:lnTo>
                  <a:pt x="1781962" y="1182230"/>
                </a:lnTo>
                <a:lnTo>
                  <a:pt x="1805978" y="1192225"/>
                </a:lnTo>
                <a:lnTo>
                  <a:pt x="1799564" y="1201369"/>
                </a:lnTo>
                <a:lnTo>
                  <a:pt x="1787029" y="1197140"/>
                </a:lnTo>
                <a:lnTo>
                  <a:pt x="1777161" y="1211237"/>
                </a:lnTo>
                <a:lnTo>
                  <a:pt x="1762620" y="1209865"/>
                </a:lnTo>
                <a:lnTo>
                  <a:pt x="1758492" y="1215771"/>
                </a:lnTo>
                <a:lnTo>
                  <a:pt x="1765642" y="1249832"/>
                </a:lnTo>
                <a:lnTo>
                  <a:pt x="1772500" y="1284338"/>
                </a:lnTo>
                <a:lnTo>
                  <a:pt x="1768348" y="1312405"/>
                </a:lnTo>
                <a:lnTo>
                  <a:pt x="1773707" y="1349057"/>
                </a:lnTo>
                <a:lnTo>
                  <a:pt x="1798243" y="1313992"/>
                </a:lnTo>
                <a:lnTo>
                  <a:pt x="1804644" y="1326997"/>
                </a:lnTo>
                <a:lnTo>
                  <a:pt x="1800644" y="1332712"/>
                </a:lnTo>
                <a:lnTo>
                  <a:pt x="1807044" y="1345704"/>
                </a:lnTo>
                <a:lnTo>
                  <a:pt x="1798205" y="1358328"/>
                </a:lnTo>
                <a:lnTo>
                  <a:pt x="1803577" y="1372806"/>
                </a:lnTo>
                <a:lnTo>
                  <a:pt x="1792109" y="1389189"/>
                </a:lnTo>
                <a:lnTo>
                  <a:pt x="1807845" y="1388859"/>
                </a:lnTo>
                <a:lnTo>
                  <a:pt x="1806511" y="1390764"/>
                </a:lnTo>
                <a:lnTo>
                  <a:pt x="1817751" y="1396847"/>
                </a:lnTo>
                <a:lnTo>
                  <a:pt x="1804987" y="1415097"/>
                </a:lnTo>
                <a:lnTo>
                  <a:pt x="1821192" y="1414094"/>
                </a:lnTo>
                <a:lnTo>
                  <a:pt x="1808251" y="1432572"/>
                </a:lnTo>
                <a:lnTo>
                  <a:pt x="1811934" y="1449451"/>
                </a:lnTo>
                <a:lnTo>
                  <a:pt x="1804911" y="1459471"/>
                </a:lnTo>
                <a:lnTo>
                  <a:pt x="1794510" y="1452194"/>
                </a:lnTo>
                <a:lnTo>
                  <a:pt x="1793443" y="1453718"/>
                </a:lnTo>
                <a:lnTo>
                  <a:pt x="1783041" y="1446441"/>
                </a:lnTo>
                <a:lnTo>
                  <a:pt x="1785543" y="1487144"/>
                </a:lnTo>
                <a:lnTo>
                  <a:pt x="1788642" y="1527009"/>
                </a:lnTo>
                <a:lnTo>
                  <a:pt x="1792947" y="1565148"/>
                </a:lnTo>
                <a:lnTo>
                  <a:pt x="1798459" y="1579435"/>
                </a:lnTo>
                <a:lnTo>
                  <a:pt x="1809457" y="1608010"/>
                </a:lnTo>
                <a:lnTo>
                  <a:pt x="1812696" y="1603387"/>
                </a:lnTo>
                <a:lnTo>
                  <a:pt x="1826526" y="1605762"/>
                </a:lnTo>
                <a:lnTo>
                  <a:pt x="1830362" y="1600288"/>
                </a:lnTo>
                <a:lnTo>
                  <a:pt x="1845208" y="1601228"/>
                </a:lnTo>
                <a:lnTo>
                  <a:pt x="1812048" y="1648599"/>
                </a:lnTo>
                <a:lnTo>
                  <a:pt x="1819325" y="1660334"/>
                </a:lnTo>
                <a:lnTo>
                  <a:pt x="1810791" y="1672526"/>
                </a:lnTo>
                <a:lnTo>
                  <a:pt x="1828406" y="1691665"/>
                </a:lnTo>
                <a:lnTo>
                  <a:pt x="1846008" y="1710804"/>
                </a:lnTo>
                <a:lnTo>
                  <a:pt x="1834273" y="1727581"/>
                </a:lnTo>
                <a:lnTo>
                  <a:pt x="1846808" y="1731810"/>
                </a:lnTo>
                <a:lnTo>
                  <a:pt x="1838274" y="1744002"/>
                </a:lnTo>
                <a:lnTo>
                  <a:pt x="1850809" y="1748243"/>
                </a:lnTo>
                <a:lnTo>
                  <a:pt x="1835162" y="1748459"/>
                </a:lnTo>
                <a:lnTo>
                  <a:pt x="1840001" y="1763674"/>
                </a:lnTo>
                <a:lnTo>
                  <a:pt x="1835061" y="1770748"/>
                </a:lnTo>
                <a:lnTo>
                  <a:pt x="1821205" y="1768386"/>
                </a:lnTo>
                <a:lnTo>
                  <a:pt x="1816938" y="1774482"/>
                </a:lnTo>
                <a:lnTo>
                  <a:pt x="1827339" y="1781771"/>
                </a:lnTo>
                <a:lnTo>
                  <a:pt x="1834807" y="1771116"/>
                </a:lnTo>
                <a:lnTo>
                  <a:pt x="1849475" y="1772285"/>
                </a:lnTo>
                <a:lnTo>
                  <a:pt x="1835340" y="1792478"/>
                </a:lnTo>
                <a:lnTo>
                  <a:pt x="1839480" y="1808721"/>
                </a:lnTo>
                <a:lnTo>
                  <a:pt x="1837347" y="1811769"/>
                </a:lnTo>
                <a:lnTo>
                  <a:pt x="1850669" y="1814880"/>
                </a:lnTo>
                <a:lnTo>
                  <a:pt x="1864690" y="1817001"/>
                </a:lnTo>
                <a:lnTo>
                  <a:pt x="1849234" y="1816938"/>
                </a:lnTo>
                <a:lnTo>
                  <a:pt x="1838274" y="1832584"/>
                </a:lnTo>
                <a:lnTo>
                  <a:pt x="1842287" y="1849005"/>
                </a:lnTo>
                <a:lnTo>
                  <a:pt x="1846287" y="1865439"/>
                </a:lnTo>
                <a:lnTo>
                  <a:pt x="1843252" y="1869770"/>
                </a:lnTo>
                <a:lnTo>
                  <a:pt x="1847989" y="1885149"/>
                </a:lnTo>
                <a:lnTo>
                  <a:pt x="1839620" y="1897100"/>
                </a:lnTo>
                <a:lnTo>
                  <a:pt x="1854733" y="1919795"/>
                </a:lnTo>
                <a:lnTo>
                  <a:pt x="1866963" y="1946617"/>
                </a:lnTo>
                <a:lnTo>
                  <a:pt x="1866582" y="1969312"/>
                </a:lnTo>
                <a:lnTo>
                  <a:pt x="1875104" y="2001431"/>
                </a:lnTo>
                <a:lnTo>
                  <a:pt x="1896706" y="2037003"/>
                </a:lnTo>
                <a:lnTo>
                  <a:pt x="1907819" y="2043277"/>
                </a:lnTo>
                <a:lnTo>
                  <a:pt x="1916722" y="2052713"/>
                </a:lnTo>
                <a:lnTo>
                  <a:pt x="1922818" y="2066137"/>
                </a:lnTo>
                <a:lnTo>
                  <a:pt x="1925523" y="2084425"/>
                </a:lnTo>
                <a:lnTo>
                  <a:pt x="1924456" y="2085949"/>
                </a:lnTo>
                <a:lnTo>
                  <a:pt x="1914055" y="2078659"/>
                </a:lnTo>
                <a:lnTo>
                  <a:pt x="1911921" y="2081707"/>
                </a:lnTo>
                <a:lnTo>
                  <a:pt x="1921052" y="2090801"/>
                </a:lnTo>
                <a:lnTo>
                  <a:pt x="1920189" y="2092045"/>
                </a:lnTo>
                <a:lnTo>
                  <a:pt x="1929726" y="2100567"/>
                </a:lnTo>
                <a:lnTo>
                  <a:pt x="1938858" y="2109660"/>
                </a:lnTo>
                <a:lnTo>
                  <a:pt x="1954796" y="2131174"/>
                </a:lnTo>
                <a:lnTo>
                  <a:pt x="1973541" y="2148700"/>
                </a:lnTo>
                <a:lnTo>
                  <a:pt x="1994687" y="2162784"/>
                </a:lnTo>
                <a:lnTo>
                  <a:pt x="2017826" y="2174024"/>
                </a:lnTo>
                <a:lnTo>
                  <a:pt x="2041372" y="2184679"/>
                </a:lnTo>
                <a:lnTo>
                  <a:pt x="2078850" y="2197582"/>
                </a:lnTo>
                <a:lnTo>
                  <a:pt x="2102396" y="2208238"/>
                </a:lnTo>
                <a:lnTo>
                  <a:pt x="2127021" y="2217356"/>
                </a:lnTo>
                <a:lnTo>
                  <a:pt x="2151342" y="2226894"/>
                </a:lnTo>
                <a:lnTo>
                  <a:pt x="2185873" y="2244001"/>
                </a:lnTo>
                <a:lnTo>
                  <a:pt x="2209901" y="2253970"/>
                </a:lnTo>
                <a:lnTo>
                  <a:pt x="2222182" y="2258568"/>
                </a:lnTo>
                <a:lnTo>
                  <a:pt x="2224963" y="2254593"/>
                </a:lnTo>
                <a:lnTo>
                  <a:pt x="2239556" y="2255901"/>
                </a:lnTo>
                <a:lnTo>
                  <a:pt x="2256053" y="2254491"/>
                </a:lnTo>
                <a:lnTo>
                  <a:pt x="2347480" y="2123884"/>
                </a:lnTo>
                <a:lnTo>
                  <a:pt x="2413952" y="1940331"/>
                </a:lnTo>
                <a:lnTo>
                  <a:pt x="2452509" y="1840979"/>
                </a:lnTo>
                <a:lnTo>
                  <a:pt x="2460993" y="1784565"/>
                </a:lnTo>
                <a:lnTo>
                  <a:pt x="2479827" y="1735505"/>
                </a:lnTo>
                <a:lnTo>
                  <a:pt x="2488374" y="1679016"/>
                </a:lnTo>
                <a:lnTo>
                  <a:pt x="2519883" y="1589722"/>
                </a:lnTo>
                <a:lnTo>
                  <a:pt x="2525280" y="1537703"/>
                </a:lnTo>
                <a:lnTo>
                  <a:pt x="2541054" y="1493037"/>
                </a:lnTo>
                <a:lnTo>
                  <a:pt x="2546337" y="1441208"/>
                </a:lnTo>
                <a:lnTo>
                  <a:pt x="2577185" y="1352842"/>
                </a:lnTo>
                <a:lnTo>
                  <a:pt x="2587460" y="1249578"/>
                </a:lnTo>
                <a:lnTo>
                  <a:pt x="2602852" y="1205445"/>
                </a:lnTo>
                <a:lnTo>
                  <a:pt x="2607767" y="1154137"/>
                </a:lnTo>
                <a:lnTo>
                  <a:pt x="2623032" y="1110183"/>
                </a:lnTo>
                <a:lnTo>
                  <a:pt x="2637231" y="957046"/>
                </a:lnTo>
                <a:lnTo>
                  <a:pt x="2651836" y="914019"/>
                </a:lnTo>
                <a:lnTo>
                  <a:pt x="2663863" y="763981"/>
                </a:lnTo>
                <a:lnTo>
                  <a:pt x="2672994" y="728789"/>
                </a:lnTo>
                <a:lnTo>
                  <a:pt x="2672130" y="685736"/>
                </a:lnTo>
                <a:lnTo>
                  <a:pt x="2681655" y="649973"/>
                </a:lnTo>
                <a:lnTo>
                  <a:pt x="2680385" y="607491"/>
                </a:lnTo>
                <a:lnTo>
                  <a:pt x="2701709" y="355587"/>
                </a:lnTo>
                <a:lnTo>
                  <a:pt x="2695371" y="298221"/>
                </a:lnTo>
                <a:lnTo>
                  <a:pt x="2707043" y="148666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7060" algn="l"/>
                <a:tab pos="3811904" algn="l"/>
              </a:tabLst>
            </a:pPr>
            <a:r>
              <a:rPr dirty="0" spc="585"/>
              <a:t>EXTRA	</a:t>
            </a:r>
            <a:r>
              <a:rPr dirty="0" spc="610"/>
              <a:t>-	</a:t>
            </a:r>
            <a:r>
              <a:rPr dirty="0" spc="685"/>
              <a:t>DASHBOARDS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64002" y="7839988"/>
            <a:ext cx="2118995" cy="2446655"/>
          </a:xfrm>
          <a:custGeom>
            <a:avLst/>
            <a:gdLst/>
            <a:ahLst/>
            <a:cxnLst/>
            <a:rect l="l" t="t" r="r" b="b"/>
            <a:pathLst>
              <a:path w="2118994" h="2446654">
                <a:moveTo>
                  <a:pt x="714883" y="1143990"/>
                </a:moveTo>
                <a:lnTo>
                  <a:pt x="707783" y="1124839"/>
                </a:lnTo>
                <a:lnTo>
                  <a:pt x="694664" y="1164983"/>
                </a:lnTo>
                <a:lnTo>
                  <a:pt x="694105" y="1166710"/>
                </a:lnTo>
                <a:lnTo>
                  <a:pt x="710425" y="1157630"/>
                </a:lnTo>
                <a:lnTo>
                  <a:pt x="714883" y="1143990"/>
                </a:lnTo>
                <a:close/>
              </a:path>
              <a:path w="2118994" h="2446654">
                <a:moveTo>
                  <a:pt x="843445" y="1445691"/>
                </a:moveTo>
                <a:lnTo>
                  <a:pt x="835609" y="1428813"/>
                </a:lnTo>
                <a:lnTo>
                  <a:pt x="827252" y="1413497"/>
                </a:lnTo>
                <a:lnTo>
                  <a:pt x="819454" y="1396453"/>
                </a:lnTo>
                <a:lnTo>
                  <a:pt x="808050" y="1431378"/>
                </a:lnTo>
                <a:lnTo>
                  <a:pt x="821550" y="1430959"/>
                </a:lnTo>
                <a:lnTo>
                  <a:pt x="823328" y="1425498"/>
                </a:lnTo>
                <a:lnTo>
                  <a:pt x="834567" y="1431975"/>
                </a:lnTo>
                <a:lnTo>
                  <a:pt x="826109" y="1457883"/>
                </a:lnTo>
                <a:lnTo>
                  <a:pt x="834428" y="1460601"/>
                </a:lnTo>
                <a:lnTo>
                  <a:pt x="838187" y="1461820"/>
                </a:lnTo>
                <a:lnTo>
                  <a:pt x="843445" y="1445691"/>
                </a:lnTo>
                <a:close/>
              </a:path>
              <a:path w="2118994" h="2446654">
                <a:moveTo>
                  <a:pt x="860183" y="1483829"/>
                </a:moveTo>
                <a:lnTo>
                  <a:pt x="856221" y="1473276"/>
                </a:lnTo>
                <a:lnTo>
                  <a:pt x="852843" y="1466608"/>
                </a:lnTo>
                <a:lnTo>
                  <a:pt x="851128" y="1460500"/>
                </a:lnTo>
                <a:lnTo>
                  <a:pt x="840028" y="1466138"/>
                </a:lnTo>
                <a:lnTo>
                  <a:pt x="838898" y="1463916"/>
                </a:lnTo>
                <a:lnTo>
                  <a:pt x="835558" y="1462824"/>
                </a:lnTo>
                <a:lnTo>
                  <a:pt x="834428" y="1460601"/>
                </a:lnTo>
                <a:lnTo>
                  <a:pt x="829983" y="1462849"/>
                </a:lnTo>
                <a:lnTo>
                  <a:pt x="818857" y="1462913"/>
                </a:lnTo>
                <a:lnTo>
                  <a:pt x="822236" y="1469580"/>
                </a:lnTo>
                <a:lnTo>
                  <a:pt x="827836" y="1475105"/>
                </a:lnTo>
                <a:lnTo>
                  <a:pt x="831215" y="1481772"/>
                </a:lnTo>
                <a:lnTo>
                  <a:pt x="838962" y="1482623"/>
                </a:lnTo>
                <a:lnTo>
                  <a:pt x="860183" y="1483829"/>
                </a:lnTo>
                <a:close/>
              </a:path>
              <a:path w="2118994" h="2446654">
                <a:moveTo>
                  <a:pt x="869530" y="1529461"/>
                </a:moveTo>
                <a:lnTo>
                  <a:pt x="868476" y="1529410"/>
                </a:lnTo>
                <a:lnTo>
                  <a:pt x="868553" y="1529689"/>
                </a:lnTo>
                <a:lnTo>
                  <a:pt x="869530" y="1529461"/>
                </a:lnTo>
                <a:close/>
              </a:path>
              <a:path w="2118994" h="2446654">
                <a:moveTo>
                  <a:pt x="997153" y="1756308"/>
                </a:moveTo>
                <a:lnTo>
                  <a:pt x="982535" y="1733016"/>
                </a:lnTo>
                <a:lnTo>
                  <a:pt x="981443" y="1736369"/>
                </a:lnTo>
                <a:lnTo>
                  <a:pt x="976464" y="1740293"/>
                </a:lnTo>
                <a:lnTo>
                  <a:pt x="973150" y="1744764"/>
                </a:lnTo>
                <a:lnTo>
                  <a:pt x="972629" y="1752003"/>
                </a:lnTo>
                <a:lnTo>
                  <a:pt x="970991" y="1757019"/>
                </a:lnTo>
                <a:lnTo>
                  <a:pt x="970483" y="1764258"/>
                </a:lnTo>
                <a:lnTo>
                  <a:pt x="997153" y="1756308"/>
                </a:lnTo>
                <a:close/>
              </a:path>
              <a:path w="2118994" h="2446654">
                <a:moveTo>
                  <a:pt x="1516621" y="1389062"/>
                </a:moveTo>
                <a:lnTo>
                  <a:pt x="1506258" y="1379893"/>
                </a:lnTo>
                <a:lnTo>
                  <a:pt x="1493431" y="1419161"/>
                </a:lnTo>
                <a:lnTo>
                  <a:pt x="1510792" y="1406893"/>
                </a:lnTo>
                <a:lnTo>
                  <a:pt x="1516621" y="1389062"/>
                </a:lnTo>
                <a:close/>
              </a:path>
              <a:path w="2118994" h="2446654">
                <a:moveTo>
                  <a:pt x="1519580" y="1506677"/>
                </a:moveTo>
                <a:lnTo>
                  <a:pt x="1515681" y="1507261"/>
                </a:lnTo>
                <a:lnTo>
                  <a:pt x="1511236" y="1509509"/>
                </a:lnTo>
                <a:lnTo>
                  <a:pt x="1507350" y="1510093"/>
                </a:lnTo>
                <a:lnTo>
                  <a:pt x="1509026" y="1510639"/>
                </a:lnTo>
                <a:lnTo>
                  <a:pt x="1510144" y="1512862"/>
                </a:lnTo>
                <a:lnTo>
                  <a:pt x="1511820" y="1513408"/>
                </a:lnTo>
                <a:lnTo>
                  <a:pt x="1514589" y="1510601"/>
                </a:lnTo>
                <a:lnTo>
                  <a:pt x="1516811" y="1509483"/>
                </a:lnTo>
                <a:lnTo>
                  <a:pt x="1519580" y="1506677"/>
                </a:lnTo>
                <a:close/>
              </a:path>
              <a:path w="2118994" h="2446654">
                <a:moveTo>
                  <a:pt x="1524685" y="1168704"/>
                </a:moveTo>
                <a:lnTo>
                  <a:pt x="1524571" y="1160221"/>
                </a:lnTo>
                <a:lnTo>
                  <a:pt x="1522526" y="1166495"/>
                </a:lnTo>
                <a:lnTo>
                  <a:pt x="1524685" y="1168704"/>
                </a:lnTo>
                <a:close/>
              </a:path>
              <a:path w="2118994" h="2446654">
                <a:moveTo>
                  <a:pt x="1531975" y="1440370"/>
                </a:moveTo>
                <a:lnTo>
                  <a:pt x="1530464" y="1411503"/>
                </a:lnTo>
                <a:lnTo>
                  <a:pt x="1529511" y="1402537"/>
                </a:lnTo>
                <a:lnTo>
                  <a:pt x="1520888" y="1420088"/>
                </a:lnTo>
                <a:lnTo>
                  <a:pt x="1518272" y="1429880"/>
                </a:lnTo>
                <a:lnTo>
                  <a:pt x="1521891" y="1435455"/>
                </a:lnTo>
                <a:lnTo>
                  <a:pt x="1531975" y="1440370"/>
                </a:lnTo>
                <a:close/>
              </a:path>
              <a:path w="2118994" h="2446654">
                <a:moveTo>
                  <a:pt x="1532458" y="1336840"/>
                </a:moveTo>
                <a:lnTo>
                  <a:pt x="1529105" y="1335747"/>
                </a:lnTo>
                <a:lnTo>
                  <a:pt x="1526882" y="1336878"/>
                </a:lnTo>
                <a:lnTo>
                  <a:pt x="1523542" y="1335786"/>
                </a:lnTo>
                <a:lnTo>
                  <a:pt x="1519923" y="1380883"/>
                </a:lnTo>
                <a:lnTo>
                  <a:pt x="1529613" y="1371066"/>
                </a:lnTo>
                <a:lnTo>
                  <a:pt x="1531416" y="1359877"/>
                </a:lnTo>
                <a:lnTo>
                  <a:pt x="1530604" y="1348181"/>
                </a:lnTo>
                <a:lnTo>
                  <a:pt x="1532458" y="1336840"/>
                </a:lnTo>
                <a:close/>
              </a:path>
              <a:path w="2118994" h="2446654">
                <a:moveTo>
                  <a:pt x="1532547" y="1176718"/>
                </a:moveTo>
                <a:lnTo>
                  <a:pt x="1524685" y="1168704"/>
                </a:lnTo>
                <a:lnTo>
                  <a:pt x="1525104" y="1199515"/>
                </a:lnTo>
                <a:lnTo>
                  <a:pt x="1532547" y="1176718"/>
                </a:lnTo>
                <a:close/>
              </a:path>
              <a:path w="2118994" h="2446654">
                <a:moveTo>
                  <a:pt x="1546390" y="1702447"/>
                </a:moveTo>
                <a:lnTo>
                  <a:pt x="1544180" y="1688934"/>
                </a:lnTo>
                <a:lnTo>
                  <a:pt x="1542542" y="1675257"/>
                </a:lnTo>
                <a:lnTo>
                  <a:pt x="1539938" y="1648485"/>
                </a:lnTo>
                <a:lnTo>
                  <a:pt x="1538262" y="1647939"/>
                </a:lnTo>
                <a:lnTo>
                  <a:pt x="1534363" y="1648523"/>
                </a:lnTo>
                <a:lnTo>
                  <a:pt x="1532153" y="1649653"/>
                </a:lnTo>
                <a:lnTo>
                  <a:pt x="1534833" y="1663319"/>
                </a:lnTo>
                <a:lnTo>
                  <a:pt x="1533080" y="1677263"/>
                </a:lnTo>
                <a:lnTo>
                  <a:pt x="1532483" y="1690903"/>
                </a:lnTo>
                <a:lnTo>
                  <a:pt x="1538605" y="1703603"/>
                </a:lnTo>
                <a:lnTo>
                  <a:pt x="1542491" y="1703019"/>
                </a:lnTo>
                <a:lnTo>
                  <a:pt x="1544167" y="1703565"/>
                </a:lnTo>
                <a:lnTo>
                  <a:pt x="1546390" y="1702447"/>
                </a:lnTo>
                <a:close/>
              </a:path>
              <a:path w="2118994" h="2446654">
                <a:moveTo>
                  <a:pt x="1756651" y="286207"/>
                </a:moveTo>
                <a:lnTo>
                  <a:pt x="1746364" y="276821"/>
                </a:lnTo>
                <a:lnTo>
                  <a:pt x="1748955" y="268884"/>
                </a:lnTo>
                <a:lnTo>
                  <a:pt x="1739887" y="255739"/>
                </a:lnTo>
                <a:lnTo>
                  <a:pt x="1742897" y="246532"/>
                </a:lnTo>
                <a:lnTo>
                  <a:pt x="1734604" y="231038"/>
                </a:lnTo>
                <a:lnTo>
                  <a:pt x="1738071" y="220421"/>
                </a:lnTo>
                <a:lnTo>
                  <a:pt x="1728431" y="209003"/>
                </a:lnTo>
                <a:lnTo>
                  <a:pt x="1704987" y="198983"/>
                </a:lnTo>
                <a:lnTo>
                  <a:pt x="1712099" y="177228"/>
                </a:lnTo>
                <a:lnTo>
                  <a:pt x="1700022" y="173278"/>
                </a:lnTo>
                <a:lnTo>
                  <a:pt x="1699475" y="174955"/>
                </a:lnTo>
                <a:lnTo>
                  <a:pt x="1690509" y="161518"/>
                </a:lnTo>
                <a:lnTo>
                  <a:pt x="1698879" y="135877"/>
                </a:lnTo>
                <a:lnTo>
                  <a:pt x="1686814" y="131927"/>
                </a:lnTo>
                <a:lnTo>
                  <a:pt x="1678165" y="158407"/>
                </a:lnTo>
                <a:lnTo>
                  <a:pt x="1669618" y="143675"/>
                </a:lnTo>
                <a:lnTo>
                  <a:pt x="1661172" y="128625"/>
                </a:lnTo>
                <a:lnTo>
                  <a:pt x="1664855" y="117348"/>
                </a:lnTo>
                <a:lnTo>
                  <a:pt x="1639074" y="114490"/>
                </a:lnTo>
                <a:lnTo>
                  <a:pt x="1614106" y="109105"/>
                </a:lnTo>
                <a:lnTo>
                  <a:pt x="1601216" y="107670"/>
                </a:lnTo>
                <a:lnTo>
                  <a:pt x="1590230" y="100380"/>
                </a:lnTo>
                <a:lnTo>
                  <a:pt x="1591322" y="97040"/>
                </a:lnTo>
                <a:lnTo>
                  <a:pt x="1587093" y="69100"/>
                </a:lnTo>
                <a:lnTo>
                  <a:pt x="1566583" y="50076"/>
                </a:lnTo>
                <a:lnTo>
                  <a:pt x="1544027" y="37325"/>
                </a:lnTo>
                <a:lnTo>
                  <a:pt x="1533652" y="28206"/>
                </a:lnTo>
                <a:lnTo>
                  <a:pt x="1521929" y="23190"/>
                </a:lnTo>
                <a:lnTo>
                  <a:pt x="1509026" y="21780"/>
                </a:lnTo>
                <a:lnTo>
                  <a:pt x="1495247" y="23063"/>
                </a:lnTo>
                <a:lnTo>
                  <a:pt x="1484287" y="15722"/>
                </a:lnTo>
                <a:lnTo>
                  <a:pt x="1471371" y="14338"/>
                </a:lnTo>
                <a:lnTo>
                  <a:pt x="1457642" y="15468"/>
                </a:lnTo>
                <a:lnTo>
                  <a:pt x="1432153" y="11709"/>
                </a:lnTo>
                <a:lnTo>
                  <a:pt x="1418755" y="11823"/>
                </a:lnTo>
                <a:lnTo>
                  <a:pt x="1393139" y="8458"/>
                </a:lnTo>
                <a:lnTo>
                  <a:pt x="1379486" y="9347"/>
                </a:lnTo>
                <a:lnTo>
                  <a:pt x="1353705" y="6451"/>
                </a:lnTo>
                <a:lnTo>
                  <a:pt x="1248930" y="0"/>
                </a:lnTo>
                <a:lnTo>
                  <a:pt x="1243469" y="16713"/>
                </a:lnTo>
                <a:lnTo>
                  <a:pt x="1229753" y="17805"/>
                </a:lnTo>
                <a:lnTo>
                  <a:pt x="1232484" y="9436"/>
                </a:lnTo>
                <a:lnTo>
                  <a:pt x="1219873" y="7162"/>
                </a:lnTo>
                <a:lnTo>
                  <a:pt x="1190205" y="97967"/>
                </a:lnTo>
                <a:lnTo>
                  <a:pt x="1171181" y="115316"/>
                </a:lnTo>
                <a:lnTo>
                  <a:pt x="1132827" y="232702"/>
                </a:lnTo>
                <a:lnTo>
                  <a:pt x="1131874" y="276517"/>
                </a:lnTo>
                <a:lnTo>
                  <a:pt x="1084059" y="422871"/>
                </a:lnTo>
                <a:lnTo>
                  <a:pt x="1083894" y="464273"/>
                </a:lnTo>
                <a:lnTo>
                  <a:pt x="1071765" y="501421"/>
                </a:lnTo>
                <a:lnTo>
                  <a:pt x="1071854" y="542036"/>
                </a:lnTo>
                <a:lnTo>
                  <a:pt x="1059649" y="579424"/>
                </a:lnTo>
                <a:lnTo>
                  <a:pt x="1059573" y="661441"/>
                </a:lnTo>
                <a:lnTo>
                  <a:pt x="1047356" y="698830"/>
                </a:lnTo>
                <a:lnTo>
                  <a:pt x="1048778" y="735393"/>
                </a:lnTo>
                <a:lnTo>
                  <a:pt x="1038110" y="768019"/>
                </a:lnTo>
                <a:lnTo>
                  <a:pt x="1039533" y="804583"/>
                </a:lnTo>
                <a:lnTo>
                  <a:pt x="1028877" y="837209"/>
                </a:lnTo>
                <a:lnTo>
                  <a:pt x="1026337" y="1008570"/>
                </a:lnTo>
                <a:lnTo>
                  <a:pt x="1003071" y="1284249"/>
                </a:lnTo>
                <a:lnTo>
                  <a:pt x="1011212" y="1341132"/>
                </a:lnTo>
                <a:lnTo>
                  <a:pt x="1003630" y="1446136"/>
                </a:lnTo>
                <a:lnTo>
                  <a:pt x="1012012" y="1502308"/>
                </a:lnTo>
                <a:lnTo>
                  <a:pt x="1008329" y="1554441"/>
                </a:lnTo>
                <a:lnTo>
                  <a:pt x="1007376" y="1598244"/>
                </a:lnTo>
                <a:lnTo>
                  <a:pt x="1018654" y="1645526"/>
                </a:lnTo>
                <a:lnTo>
                  <a:pt x="1017320" y="1731416"/>
                </a:lnTo>
                <a:lnTo>
                  <a:pt x="1020152" y="1804555"/>
                </a:lnTo>
                <a:lnTo>
                  <a:pt x="1009942" y="1794916"/>
                </a:lnTo>
                <a:lnTo>
                  <a:pt x="1011491" y="1790153"/>
                </a:lnTo>
                <a:lnTo>
                  <a:pt x="1000772" y="1782076"/>
                </a:lnTo>
                <a:lnTo>
                  <a:pt x="989939" y="1774317"/>
                </a:lnTo>
                <a:lnTo>
                  <a:pt x="985570" y="1787702"/>
                </a:lnTo>
                <a:lnTo>
                  <a:pt x="976337" y="1775053"/>
                </a:lnTo>
                <a:lnTo>
                  <a:pt x="976160" y="1775599"/>
                </a:lnTo>
                <a:lnTo>
                  <a:pt x="962583" y="1776285"/>
                </a:lnTo>
                <a:lnTo>
                  <a:pt x="970724" y="1751380"/>
                </a:lnTo>
                <a:lnTo>
                  <a:pt x="960831" y="1740738"/>
                </a:lnTo>
                <a:lnTo>
                  <a:pt x="964514" y="1729473"/>
                </a:lnTo>
                <a:lnTo>
                  <a:pt x="956068" y="1714423"/>
                </a:lnTo>
                <a:lnTo>
                  <a:pt x="959599" y="1703628"/>
                </a:lnTo>
                <a:lnTo>
                  <a:pt x="950899" y="1689354"/>
                </a:lnTo>
                <a:lnTo>
                  <a:pt x="952677" y="1683893"/>
                </a:lnTo>
                <a:lnTo>
                  <a:pt x="942035" y="1675587"/>
                </a:lnTo>
                <a:lnTo>
                  <a:pt x="943356" y="1671535"/>
                </a:lnTo>
                <a:lnTo>
                  <a:pt x="932764" y="1663065"/>
                </a:lnTo>
                <a:lnTo>
                  <a:pt x="925918" y="1643126"/>
                </a:lnTo>
                <a:lnTo>
                  <a:pt x="919695" y="1621294"/>
                </a:lnTo>
                <a:lnTo>
                  <a:pt x="912837" y="1601355"/>
                </a:lnTo>
                <a:lnTo>
                  <a:pt x="892086" y="1583118"/>
                </a:lnTo>
                <a:lnTo>
                  <a:pt x="893724" y="1578102"/>
                </a:lnTo>
                <a:lnTo>
                  <a:pt x="887387" y="1556588"/>
                </a:lnTo>
                <a:lnTo>
                  <a:pt x="868984" y="1531137"/>
                </a:lnTo>
                <a:lnTo>
                  <a:pt x="868553" y="1529689"/>
                </a:lnTo>
                <a:lnTo>
                  <a:pt x="855091" y="1532763"/>
                </a:lnTo>
                <a:lnTo>
                  <a:pt x="838695" y="1542046"/>
                </a:lnTo>
                <a:lnTo>
                  <a:pt x="836637" y="1548345"/>
                </a:lnTo>
                <a:lnTo>
                  <a:pt x="826757" y="1537703"/>
                </a:lnTo>
                <a:lnTo>
                  <a:pt x="817956" y="1523720"/>
                </a:lnTo>
                <a:lnTo>
                  <a:pt x="830770" y="1525397"/>
                </a:lnTo>
                <a:lnTo>
                  <a:pt x="843534" y="1527225"/>
                </a:lnTo>
                <a:lnTo>
                  <a:pt x="856411" y="1528737"/>
                </a:lnTo>
                <a:lnTo>
                  <a:pt x="868476" y="1529410"/>
                </a:lnTo>
                <a:lnTo>
                  <a:pt x="856310" y="1488122"/>
                </a:lnTo>
                <a:lnTo>
                  <a:pt x="842606" y="1489189"/>
                </a:lnTo>
                <a:lnTo>
                  <a:pt x="835494" y="1510944"/>
                </a:lnTo>
                <a:lnTo>
                  <a:pt x="823556" y="1506588"/>
                </a:lnTo>
                <a:lnTo>
                  <a:pt x="824522" y="1503654"/>
                </a:lnTo>
                <a:lnTo>
                  <a:pt x="815047" y="1491754"/>
                </a:lnTo>
                <a:lnTo>
                  <a:pt x="821740" y="1471269"/>
                </a:lnTo>
                <a:lnTo>
                  <a:pt x="810755" y="1463979"/>
                </a:lnTo>
                <a:lnTo>
                  <a:pt x="813625" y="1455191"/>
                </a:lnTo>
                <a:lnTo>
                  <a:pt x="802779" y="1447482"/>
                </a:lnTo>
                <a:lnTo>
                  <a:pt x="804011" y="1443723"/>
                </a:lnTo>
                <a:lnTo>
                  <a:pt x="793178" y="1436014"/>
                </a:lnTo>
                <a:lnTo>
                  <a:pt x="806716" y="1435430"/>
                </a:lnTo>
                <a:lnTo>
                  <a:pt x="819454" y="1396453"/>
                </a:lnTo>
                <a:lnTo>
                  <a:pt x="823277" y="1384744"/>
                </a:lnTo>
                <a:lnTo>
                  <a:pt x="813066" y="1375117"/>
                </a:lnTo>
                <a:lnTo>
                  <a:pt x="813943" y="1372438"/>
                </a:lnTo>
                <a:lnTo>
                  <a:pt x="801319" y="1370164"/>
                </a:lnTo>
                <a:lnTo>
                  <a:pt x="790943" y="1401953"/>
                </a:lnTo>
                <a:lnTo>
                  <a:pt x="781799" y="1389049"/>
                </a:lnTo>
                <a:lnTo>
                  <a:pt x="789698" y="1364843"/>
                </a:lnTo>
                <a:lnTo>
                  <a:pt x="806246" y="1355115"/>
                </a:lnTo>
                <a:lnTo>
                  <a:pt x="807339" y="1351762"/>
                </a:lnTo>
                <a:lnTo>
                  <a:pt x="797445" y="1341132"/>
                </a:lnTo>
                <a:lnTo>
                  <a:pt x="794715" y="1349489"/>
                </a:lnTo>
                <a:lnTo>
                  <a:pt x="778268" y="1358938"/>
                </a:lnTo>
                <a:lnTo>
                  <a:pt x="764565" y="1360004"/>
                </a:lnTo>
                <a:lnTo>
                  <a:pt x="765657" y="1356664"/>
                </a:lnTo>
                <a:lnTo>
                  <a:pt x="754126" y="1351051"/>
                </a:lnTo>
                <a:lnTo>
                  <a:pt x="767842" y="1349971"/>
                </a:lnTo>
                <a:lnTo>
                  <a:pt x="768934" y="1346631"/>
                </a:lnTo>
                <a:lnTo>
                  <a:pt x="782637" y="1345552"/>
                </a:lnTo>
                <a:lnTo>
                  <a:pt x="790295" y="1322133"/>
                </a:lnTo>
                <a:lnTo>
                  <a:pt x="785215" y="1296771"/>
                </a:lnTo>
                <a:lnTo>
                  <a:pt x="776719" y="1281887"/>
                </a:lnTo>
                <a:lnTo>
                  <a:pt x="768223" y="1267015"/>
                </a:lnTo>
                <a:lnTo>
                  <a:pt x="763600" y="1240243"/>
                </a:lnTo>
                <a:lnTo>
                  <a:pt x="747369" y="1208125"/>
                </a:lnTo>
                <a:lnTo>
                  <a:pt x="734809" y="1246606"/>
                </a:lnTo>
                <a:lnTo>
                  <a:pt x="724776" y="1236383"/>
                </a:lnTo>
                <a:lnTo>
                  <a:pt x="726833" y="1230109"/>
                </a:lnTo>
                <a:lnTo>
                  <a:pt x="716813" y="1219898"/>
                </a:lnTo>
                <a:lnTo>
                  <a:pt x="721334" y="1206042"/>
                </a:lnTo>
                <a:lnTo>
                  <a:pt x="711847" y="1194206"/>
                </a:lnTo>
                <a:lnTo>
                  <a:pt x="717715" y="1176223"/>
                </a:lnTo>
                <a:lnTo>
                  <a:pt x="702906" y="1180642"/>
                </a:lnTo>
                <a:lnTo>
                  <a:pt x="703592" y="1178547"/>
                </a:lnTo>
                <a:lnTo>
                  <a:pt x="691095" y="1175905"/>
                </a:lnTo>
                <a:lnTo>
                  <a:pt x="694664" y="1164983"/>
                </a:lnTo>
                <a:lnTo>
                  <a:pt x="682599" y="1161046"/>
                </a:lnTo>
                <a:lnTo>
                  <a:pt x="696798" y="1117561"/>
                </a:lnTo>
                <a:lnTo>
                  <a:pt x="708875" y="1121486"/>
                </a:lnTo>
                <a:lnTo>
                  <a:pt x="701497" y="1103198"/>
                </a:lnTo>
                <a:lnTo>
                  <a:pt x="694105" y="1084897"/>
                </a:lnTo>
                <a:lnTo>
                  <a:pt x="686574" y="1067079"/>
                </a:lnTo>
                <a:lnTo>
                  <a:pt x="679030" y="1049248"/>
                </a:lnTo>
                <a:lnTo>
                  <a:pt x="663346" y="1015479"/>
                </a:lnTo>
                <a:lnTo>
                  <a:pt x="651205" y="1052652"/>
                </a:lnTo>
                <a:lnTo>
                  <a:pt x="661352" y="1062456"/>
                </a:lnTo>
                <a:lnTo>
                  <a:pt x="672579" y="1069009"/>
                </a:lnTo>
                <a:lnTo>
                  <a:pt x="670966" y="1073924"/>
                </a:lnTo>
                <a:lnTo>
                  <a:pt x="681405" y="1082890"/>
                </a:lnTo>
                <a:lnTo>
                  <a:pt x="679221" y="1089583"/>
                </a:lnTo>
                <a:lnTo>
                  <a:pt x="665505" y="1090650"/>
                </a:lnTo>
                <a:lnTo>
                  <a:pt x="653427" y="1086713"/>
                </a:lnTo>
                <a:lnTo>
                  <a:pt x="658279" y="1071867"/>
                </a:lnTo>
                <a:lnTo>
                  <a:pt x="648525" y="1060831"/>
                </a:lnTo>
                <a:lnTo>
                  <a:pt x="663346" y="1015479"/>
                </a:lnTo>
                <a:lnTo>
                  <a:pt x="646734" y="984542"/>
                </a:lnTo>
                <a:lnTo>
                  <a:pt x="645071" y="989609"/>
                </a:lnTo>
                <a:lnTo>
                  <a:pt x="631240" y="991057"/>
                </a:lnTo>
                <a:lnTo>
                  <a:pt x="629272" y="997064"/>
                </a:lnTo>
                <a:lnTo>
                  <a:pt x="614934" y="1000074"/>
                </a:lnTo>
                <a:lnTo>
                  <a:pt x="631913" y="948080"/>
                </a:lnTo>
                <a:lnTo>
                  <a:pt x="631012" y="947331"/>
                </a:lnTo>
                <a:lnTo>
                  <a:pt x="621449" y="939253"/>
                </a:lnTo>
                <a:lnTo>
                  <a:pt x="625817" y="925868"/>
                </a:lnTo>
                <a:lnTo>
                  <a:pt x="603313" y="912952"/>
                </a:lnTo>
                <a:lnTo>
                  <a:pt x="592061" y="906500"/>
                </a:lnTo>
                <a:lnTo>
                  <a:pt x="595617" y="895629"/>
                </a:lnTo>
                <a:lnTo>
                  <a:pt x="585724" y="884999"/>
                </a:lnTo>
                <a:lnTo>
                  <a:pt x="586816" y="881646"/>
                </a:lnTo>
                <a:lnTo>
                  <a:pt x="573659" y="881049"/>
                </a:lnTo>
                <a:lnTo>
                  <a:pt x="579628" y="862774"/>
                </a:lnTo>
                <a:lnTo>
                  <a:pt x="570395" y="850125"/>
                </a:lnTo>
                <a:lnTo>
                  <a:pt x="572935" y="842365"/>
                </a:lnTo>
                <a:lnTo>
                  <a:pt x="586765" y="840905"/>
                </a:lnTo>
                <a:lnTo>
                  <a:pt x="588962" y="834212"/>
                </a:lnTo>
                <a:lnTo>
                  <a:pt x="574700" y="836955"/>
                </a:lnTo>
                <a:lnTo>
                  <a:pt x="573062" y="841971"/>
                </a:lnTo>
                <a:lnTo>
                  <a:pt x="558800" y="844727"/>
                </a:lnTo>
                <a:lnTo>
                  <a:pt x="572465" y="802894"/>
                </a:lnTo>
                <a:lnTo>
                  <a:pt x="559460" y="801801"/>
                </a:lnTo>
                <a:lnTo>
                  <a:pt x="558279" y="805434"/>
                </a:lnTo>
                <a:lnTo>
                  <a:pt x="544703" y="806069"/>
                </a:lnTo>
                <a:lnTo>
                  <a:pt x="551053" y="786650"/>
                </a:lnTo>
                <a:lnTo>
                  <a:pt x="545541" y="762622"/>
                </a:lnTo>
                <a:lnTo>
                  <a:pt x="535025" y="753922"/>
                </a:lnTo>
                <a:lnTo>
                  <a:pt x="537921" y="745032"/>
                </a:lnTo>
                <a:lnTo>
                  <a:pt x="527405" y="736333"/>
                </a:lnTo>
                <a:lnTo>
                  <a:pt x="529043" y="731329"/>
                </a:lnTo>
                <a:lnTo>
                  <a:pt x="542213" y="731913"/>
                </a:lnTo>
                <a:lnTo>
                  <a:pt x="531596" y="723519"/>
                </a:lnTo>
                <a:lnTo>
                  <a:pt x="520979" y="715111"/>
                </a:lnTo>
                <a:lnTo>
                  <a:pt x="501230" y="693762"/>
                </a:lnTo>
                <a:lnTo>
                  <a:pt x="482612" y="668959"/>
                </a:lnTo>
                <a:lnTo>
                  <a:pt x="476834" y="645756"/>
                </a:lnTo>
                <a:lnTo>
                  <a:pt x="480212" y="635406"/>
                </a:lnTo>
                <a:lnTo>
                  <a:pt x="469684" y="626757"/>
                </a:lnTo>
                <a:lnTo>
                  <a:pt x="457911" y="621868"/>
                </a:lnTo>
                <a:lnTo>
                  <a:pt x="445541" y="618871"/>
                </a:lnTo>
                <a:lnTo>
                  <a:pt x="433108" y="616026"/>
                </a:lnTo>
                <a:lnTo>
                  <a:pt x="421805" y="609727"/>
                </a:lnTo>
                <a:lnTo>
                  <a:pt x="411937" y="599033"/>
                </a:lnTo>
                <a:lnTo>
                  <a:pt x="416433" y="585292"/>
                </a:lnTo>
                <a:lnTo>
                  <a:pt x="429590" y="585889"/>
                </a:lnTo>
                <a:lnTo>
                  <a:pt x="418172" y="579958"/>
                </a:lnTo>
                <a:lnTo>
                  <a:pt x="394906" y="569341"/>
                </a:lnTo>
                <a:lnTo>
                  <a:pt x="395554" y="567359"/>
                </a:lnTo>
                <a:lnTo>
                  <a:pt x="373913" y="551840"/>
                </a:lnTo>
                <a:lnTo>
                  <a:pt x="326504" y="533349"/>
                </a:lnTo>
                <a:lnTo>
                  <a:pt x="275628" y="525513"/>
                </a:lnTo>
                <a:lnTo>
                  <a:pt x="236194" y="523519"/>
                </a:lnTo>
                <a:lnTo>
                  <a:pt x="222719" y="523862"/>
                </a:lnTo>
                <a:lnTo>
                  <a:pt x="184556" y="518007"/>
                </a:lnTo>
                <a:lnTo>
                  <a:pt x="158610" y="515645"/>
                </a:lnTo>
                <a:lnTo>
                  <a:pt x="132765" y="512953"/>
                </a:lnTo>
                <a:lnTo>
                  <a:pt x="106972" y="510108"/>
                </a:lnTo>
                <a:lnTo>
                  <a:pt x="93929" y="509117"/>
                </a:lnTo>
                <a:lnTo>
                  <a:pt x="80429" y="509549"/>
                </a:lnTo>
                <a:lnTo>
                  <a:pt x="78295" y="516102"/>
                </a:lnTo>
                <a:lnTo>
                  <a:pt x="63106" y="521703"/>
                </a:lnTo>
                <a:lnTo>
                  <a:pt x="16268" y="665060"/>
                </a:lnTo>
                <a:lnTo>
                  <a:pt x="9194" y="850328"/>
                </a:lnTo>
                <a:lnTo>
                  <a:pt x="0" y="1001166"/>
                </a:lnTo>
                <a:lnTo>
                  <a:pt x="9156" y="1054900"/>
                </a:lnTo>
                <a:lnTo>
                  <a:pt x="6197" y="1104861"/>
                </a:lnTo>
                <a:lnTo>
                  <a:pt x="14732" y="1160551"/>
                </a:lnTo>
                <a:lnTo>
                  <a:pt x="11137" y="1212418"/>
                </a:lnTo>
                <a:lnTo>
                  <a:pt x="19621" y="1268247"/>
                </a:lnTo>
                <a:lnTo>
                  <a:pt x="16090" y="1319987"/>
                </a:lnTo>
                <a:lnTo>
                  <a:pt x="24701" y="1375397"/>
                </a:lnTo>
                <a:lnTo>
                  <a:pt x="21386" y="1426438"/>
                </a:lnTo>
                <a:lnTo>
                  <a:pt x="47434" y="1592097"/>
                </a:lnTo>
                <a:lnTo>
                  <a:pt x="44157" y="1643024"/>
                </a:lnTo>
                <a:lnTo>
                  <a:pt x="61823" y="1752549"/>
                </a:lnTo>
                <a:lnTo>
                  <a:pt x="72961" y="1800225"/>
                </a:lnTo>
                <a:lnTo>
                  <a:pt x="72224" y="1843405"/>
                </a:lnTo>
                <a:lnTo>
                  <a:pt x="106527" y="1983778"/>
                </a:lnTo>
                <a:lnTo>
                  <a:pt x="110451" y="2053577"/>
                </a:lnTo>
                <a:lnTo>
                  <a:pt x="124383" y="2092718"/>
                </a:lnTo>
                <a:lnTo>
                  <a:pt x="126441" y="2127300"/>
                </a:lnTo>
                <a:lnTo>
                  <a:pt x="194360" y="2410180"/>
                </a:lnTo>
                <a:lnTo>
                  <a:pt x="209321" y="2446185"/>
                </a:lnTo>
                <a:lnTo>
                  <a:pt x="556691" y="2446172"/>
                </a:lnTo>
                <a:lnTo>
                  <a:pt x="547331" y="2433955"/>
                </a:lnTo>
                <a:lnTo>
                  <a:pt x="540918" y="2412682"/>
                </a:lnTo>
                <a:lnTo>
                  <a:pt x="542556" y="2407653"/>
                </a:lnTo>
                <a:lnTo>
                  <a:pt x="534581" y="2391168"/>
                </a:lnTo>
                <a:lnTo>
                  <a:pt x="542785" y="2366073"/>
                </a:lnTo>
                <a:lnTo>
                  <a:pt x="534809" y="2349589"/>
                </a:lnTo>
                <a:lnTo>
                  <a:pt x="538403" y="2338578"/>
                </a:lnTo>
                <a:lnTo>
                  <a:pt x="530987" y="2326157"/>
                </a:lnTo>
                <a:lnTo>
                  <a:pt x="530987" y="2361298"/>
                </a:lnTo>
                <a:lnTo>
                  <a:pt x="514540" y="2370734"/>
                </a:lnTo>
                <a:lnTo>
                  <a:pt x="512356" y="2377427"/>
                </a:lnTo>
                <a:lnTo>
                  <a:pt x="502513" y="2366632"/>
                </a:lnTo>
                <a:lnTo>
                  <a:pt x="507809" y="2350427"/>
                </a:lnTo>
                <a:lnTo>
                  <a:pt x="522732" y="2345639"/>
                </a:lnTo>
                <a:lnTo>
                  <a:pt x="520547" y="2352332"/>
                </a:lnTo>
                <a:lnTo>
                  <a:pt x="530987" y="2361298"/>
                </a:lnTo>
                <a:lnTo>
                  <a:pt x="530987" y="2326157"/>
                </a:lnTo>
                <a:lnTo>
                  <a:pt x="529767" y="2324112"/>
                </a:lnTo>
                <a:lnTo>
                  <a:pt x="533107" y="2313876"/>
                </a:lnTo>
                <a:lnTo>
                  <a:pt x="524332" y="2299868"/>
                </a:lnTo>
                <a:lnTo>
                  <a:pt x="521677" y="2267064"/>
                </a:lnTo>
                <a:lnTo>
                  <a:pt x="504317" y="2197519"/>
                </a:lnTo>
                <a:lnTo>
                  <a:pt x="489610" y="2160778"/>
                </a:lnTo>
                <a:lnTo>
                  <a:pt x="479437" y="2069185"/>
                </a:lnTo>
                <a:lnTo>
                  <a:pt x="464223" y="2033981"/>
                </a:lnTo>
                <a:lnTo>
                  <a:pt x="450367" y="1912810"/>
                </a:lnTo>
                <a:lnTo>
                  <a:pt x="447230" y="1881517"/>
                </a:lnTo>
                <a:lnTo>
                  <a:pt x="428663" y="1815630"/>
                </a:lnTo>
                <a:lnTo>
                  <a:pt x="425526" y="1784350"/>
                </a:lnTo>
                <a:lnTo>
                  <a:pt x="414769" y="1735467"/>
                </a:lnTo>
                <a:lnTo>
                  <a:pt x="416090" y="1690535"/>
                </a:lnTo>
                <a:lnTo>
                  <a:pt x="404469" y="1603425"/>
                </a:lnTo>
                <a:lnTo>
                  <a:pt x="397725" y="1583169"/>
                </a:lnTo>
                <a:lnTo>
                  <a:pt x="396316" y="1546606"/>
                </a:lnTo>
                <a:lnTo>
                  <a:pt x="401637" y="1530311"/>
                </a:lnTo>
                <a:lnTo>
                  <a:pt x="414375" y="1573098"/>
                </a:lnTo>
                <a:lnTo>
                  <a:pt x="420878" y="1594116"/>
                </a:lnTo>
                <a:lnTo>
                  <a:pt x="427520" y="1614652"/>
                </a:lnTo>
                <a:lnTo>
                  <a:pt x="445439" y="1641602"/>
                </a:lnTo>
                <a:lnTo>
                  <a:pt x="451231" y="1664754"/>
                </a:lnTo>
                <a:lnTo>
                  <a:pt x="457136" y="1687601"/>
                </a:lnTo>
                <a:lnTo>
                  <a:pt x="475361" y="1713598"/>
                </a:lnTo>
                <a:lnTo>
                  <a:pt x="488124" y="1756333"/>
                </a:lnTo>
                <a:lnTo>
                  <a:pt x="563333" y="1894166"/>
                </a:lnTo>
                <a:lnTo>
                  <a:pt x="596112" y="1957412"/>
                </a:lnTo>
                <a:lnTo>
                  <a:pt x="612635" y="1988642"/>
                </a:lnTo>
                <a:lnTo>
                  <a:pt x="629310" y="2019401"/>
                </a:lnTo>
                <a:lnTo>
                  <a:pt x="657834" y="2054796"/>
                </a:lnTo>
                <a:lnTo>
                  <a:pt x="674433" y="2085759"/>
                </a:lnTo>
                <a:lnTo>
                  <a:pt x="703211" y="2120354"/>
                </a:lnTo>
                <a:lnTo>
                  <a:pt x="728357" y="2166074"/>
                </a:lnTo>
                <a:lnTo>
                  <a:pt x="736803" y="2181123"/>
                </a:lnTo>
                <a:lnTo>
                  <a:pt x="745350" y="2195868"/>
                </a:lnTo>
                <a:lnTo>
                  <a:pt x="754049" y="2210130"/>
                </a:lnTo>
                <a:lnTo>
                  <a:pt x="784720" y="2238959"/>
                </a:lnTo>
                <a:lnTo>
                  <a:pt x="803617" y="2262886"/>
                </a:lnTo>
                <a:lnTo>
                  <a:pt x="822718" y="2286203"/>
                </a:lnTo>
                <a:lnTo>
                  <a:pt x="841933" y="2309203"/>
                </a:lnTo>
                <a:lnTo>
                  <a:pt x="863244" y="2325763"/>
                </a:lnTo>
                <a:lnTo>
                  <a:pt x="872680" y="2337765"/>
                </a:lnTo>
                <a:lnTo>
                  <a:pt x="894600" y="2352446"/>
                </a:lnTo>
                <a:lnTo>
                  <a:pt x="905078" y="2361298"/>
                </a:lnTo>
                <a:lnTo>
                  <a:pt x="928344" y="2371852"/>
                </a:lnTo>
                <a:lnTo>
                  <a:pt x="940054" y="2376894"/>
                </a:lnTo>
                <a:lnTo>
                  <a:pt x="964044" y="2385250"/>
                </a:lnTo>
                <a:lnTo>
                  <a:pt x="975868" y="2389987"/>
                </a:lnTo>
                <a:lnTo>
                  <a:pt x="987933" y="2393924"/>
                </a:lnTo>
                <a:lnTo>
                  <a:pt x="989025" y="2390584"/>
                </a:lnTo>
                <a:lnTo>
                  <a:pt x="1004366" y="2384539"/>
                </a:lnTo>
                <a:lnTo>
                  <a:pt x="1019594" y="2378811"/>
                </a:lnTo>
                <a:lnTo>
                  <a:pt x="1046695" y="2377656"/>
                </a:lnTo>
                <a:lnTo>
                  <a:pt x="1061415" y="2373490"/>
                </a:lnTo>
                <a:lnTo>
                  <a:pt x="1104519" y="2364257"/>
                </a:lnTo>
                <a:lnTo>
                  <a:pt x="1148740" y="2351570"/>
                </a:lnTo>
                <a:lnTo>
                  <a:pt x="1193584" y="2337003"/>
                </a:lnTo>
                <a:lnTo>
                  <a:pt x="1238529" y="2322118"/>
                </a:lnTo>
                <a:lnTo>
                  <a:pt x="1238770" y="2321369"/>
                </a:lnTo>
                <a:lnTo>
                  <a:pt x="1250937" y="2325014"/>
                </a:lnTo>
                <a:lnTo>
                  <a:pt x="1263205" y="2328354"/>
                </a:lnTo>
                <a:lnTo>
                  <a:pt x="1263764" y="2326652"/>
                </a:lnTo>
                <a:lnTo>
                  <a:pt x="1277251" y="2326259"/>
                </a:lnTo>
                <a:lnTo>
                  <a:pt x="1278978" y="2320975"/>
                </a:lnTo>
                <a:lnTo>
                  <a:pt x="1292987" y="2319020"/>
                </a:lnTo>
                <a:lnTo>
                  <a:pt x="1295019" y="2312797"/>
                </a:lnTo>
                <a:lnTo>
                  <a:pt x="1325067" y="2302586"/>
                </a:lnTo>
                <a:lnTo>
                  <a:pt x="1373517" y="2276995"/>
                </a:lnTo>
                <a:lnTo>
                  <a:pt x="1391488" y="2262848"/>
                </a:lnTo>
                <a:lnTo>
                  <a:pt x="1422107" y="2250922"/>
                </a:lnTo>
                <a:lnTo>
                  <a:pt x="1440967" y="2234107"/>
                </a:lnTo>
                <a:lnTo>
                  <a:pt x="1460842" y="2214156"/>
                </a:lnTo>
                <a:lnTo>
                  <a:pt x="1512557" y="2055850"/>
                </a:lnTo>
                <a:lnTo>
                  <a:pt x="1506410" y="2033765"/>
                </a:lnTo>
                <a:lnTo>
                  <a:pt x="1515160" y="2006993"/>
                </a:lnTo>
                <a:lnTo>
                  <a:pt x="1528318" y="2007590"/>
                </a:lnTo>
                <a:lnTo>
                  <a:pt x="1517269" y="2000542"/>
                </a:lnTo>
                <a:lnTo>
                  <a:pt x="1507388" y="1989886"/>
                </a:lnTo>
                <a:lnTo>
                  <a:pt x="1520024" y="1951189"/>
                </a:lnTo>
                <a:lnTo>
                  <a:pt x="1514602" y="1926882"/>
                </a:lnTo>
                <a:lnTo>
                  <a:pt x="1509344" y="1902104"/>
                </a:lnTo>
                <a:lnTo>
                  <a:pt x="1516253" y="1880958"/>
                </a:lnTo>
                <a:lnTo>
                  <a:pt x="1511134" y="1855711"/>
                </a:lnTo>
                <a:lnTo>
                  <a:pt x="1519885" y="1828939"/>
                </a:lnTo>
                <a:lnTo>
                  <a:pt x="1524203" y="1815719"/>
                </a:lnTo>
                <a:lnTo>
                  <a:pt x="1523682" y="1796859"/>
                </a:lnTo>
                <a:lnTo>
                  <a:pt x="1525397" y="1812061"/>
                </a:lnTo>
                <a:lnTo>
                  <a:pt x="1533042" y="1829536"/>
                </a:lnTo>
                <a:lnTo>
                  <a:pt x="1532496" y="1831213"/>
                </a:lnTo>
                <a:lnTo>
                  <a:pt x="1519885" y="1828939"/>
                </a:lnTo>
                <a:lnTo>
                  <a:pt x="1517154" y="1837309"/>
                </a:lnTo>
                <a:lnTo>
                  <a:pt x="1525943" y="1851291"/>
                </a:lnTo>
                <a:lnTo>
                  <a:pt x="1526489" y="1849628"/>
                </a:lnTo>
                <a:lnTo>
                  <a:pt x="1539113" y="1851888"/>
                </a:lnTo>
                <a:lnTo>
                  <a:pt x="1532407" y="1749717"/>
                </a:lnTo>
                <a:lnTo>
                  <a:pt x="1527479" y="1764779"/>
                </a:lnTo>
                <a:lnTo>
                  <a:pt x="1523161" y="1778000"/>
                </a:lnTo>
                <a:lnTo>
                  <a:pt x="1516507" y="1757489"/>
                </a:lnTo>
                <a:lnTo>
                  <a:pt x="1517599" y="1754149"/>
                </a:lnTo>
                <a:lnTo>
                  <a:pt x="1527479" y="1764779"/>
                </a:lnTo>
                <a:lnTo>
                  <a:pt x="1542237" y="1719605"/>
                </a:lnTo>
                <a:lnTo>
                  <a:pt x="1530172" y="1715655"/>
                </a:lnTo>
                <a:lnTo>
                  <a:pt x="1526336" y="1727365"/>
                </a:lnTo>
                <a:lnTo>
                  <a:pt x="1509458" y="1697266"/>
                </a:lnTo>
                <a:lnTo>
                  <a:pt x="1505572" y="1668272"/>
                </a:lnTo>
                <a:lnTo>
                  <a:pt x="1516354" y="1635252"/>
                </a:lnTo>
                <a:lnTo>
                  <a:pt x="1526247" y="1645869"/>
                </a:lnTo>
                <a:lnTo>
                  <a:pt x="1534109" y="1621790"/>
                </a:lnTo>
                <a:lnTo>
                  <a:pt x="1529130" y="1596123"/>
                </a:lnTo>
                <a:lnTo>
                  <a:pt x="1522374" y="1578038"/>
                </a:lnTo>
                <a:lnTo>
                  <a:pt x="1522374" y="1616837"/>
                </a:lnTo>
                <a:lnTo>
                  <a:pt x="1509204" y="1616252"/>
                </a:lnTo>
                <a:lnTo>
                  <a:pt x="1516240" y="1594713"/>
                </a:lnTo>
                <a:lnTo>
                  <a:pt x="1522374" y="1616837"/>
                </a:lnTo>
                <a:lnTo>
                  <a:pt x="1522374" y="1578038"/>
                </a:lnTo>
                <a:lnTo>
                  <a:pt x="1522006" y="1577047"/>
                </a:lnTo>
                <a:lnTo>
                  <a:pt x="1513636" y="1570583"/>
                </a:lnTo>
                <a:lnTo>
                  <a:pt x="1513636" y="1578800"/>
                </a:lnTo>
                <a:lnTo>
                  <a:pt x="1508607" y="1577162"/>
                </a:lnTo>
                <a:lnTo>
                  <a:pt x="1508061" y="1578825"/>
                </a:lnTo>
                <a:lnTo>
                  <a:pt x="1497088" y="1571536"/>
                </a:lnTo>
                <a:lnTo>
                  <a:pt x="1497634" y="1569872"/>
                </a:lnTo>
                <a:lnTo>
                  <a:pt x="1509293" y="1575066"/>
                </a:lnTo>
                <a:lnTo>
                  <a:pt x="1513636" y="1578800"/>
                </a:lnTo>
                <a:lnTo>
                  <a:pt x="1513636" y="1570583"/>
                </a:lnTo>
                <a:lnTo>
                  <a:pt x="1511338" y="1568792"/>
                </a:lnTo>
                <a:lnTo>
                  <a:pt x="1502232" y="1555800"/>
                </a:lnTo>
                <a:lnTo>
                  <a:pt x="1511300" y="1528038"/>
                </a:lnTo>
                <a:lnTo>
                  <a:pt x="1500860" y="1519085"/>
                </a:lnTo>
                <a:lnTo>
                  <a:pt x="1501406" y="1517408"/>
                </a:lnTo>
                <a:lnTo>
                  <a:pt x="1491780" y="1505991"/>
                </a:lnTo>
                <a:lnTo>
                  <a:pt x="1496250" y="1492288"/>
                </a:lnTo>
                <a:lnTo>
                  <a:pt x="1486014" y="1482750"/>
                </a:lnTo>
                <a:lnTo>
                  <a:pt x="1500263" y="1480007"/>
                </a:lnTo>
                <a:lnTo>
                  <a:pt x="1505902" y="1462747"/>
                </a:lnTo>
                <a:lnTo>
                  <a:pt x="1517802" y="1467218"/>
                </a:lnTo>
                <a:lnTo>
                  <a:pt x="1507794" y="1456944"/>
                </a:lnTo>
                <a:lnTo>
                  <a:pt x="1497901" y="1446377"/>
                </a:lnTo>
                <a:lnTo>
                  <a:pt x="1500276" y="1439100"/>
                </a:lnTo>
                <a:lnTo>
                  <a:pt x="1490878" y="1426946"/>
                </a:lnTo>
                <a:lnTo>
                  <a:pt x="1509458" y="1370063"/>
                </a:lnTo>
                <a:lnTo>
                  <a:pt x="1498485" y="1362773"/>
                </a:lnTo>
                <a:lnTo>
                  <a:pt x="1487944" y="1354124"/>
                </a:lnTo>
                <a:lnTo>
                  <a:pt x="1503895" y="1305306"/>
                </a:lnTo>
                <a:lnTo>
                  <a:pt x="1514170" y="1314729"/>
                </a:lnTo>
                <a:lnTo>
                  <a:pt x="1512697" y="1319276"/>
                </a:lnTo>
                <a:lnTo>
                  <a:pt x="1523276" y="1327772"/>
                </a:lnTo>
                <a:lnTo>
                  <a:pt x="1531594" y="1302308"/>
                </a:lnTo>
                <a:lnTo>
                  <a:pt x="1523860" y="1285100"/>
                </a:lnTo>
                <a:lnTo>
                  <a:pt x="1528000" y="1272438"/>
                </a:lnTo>
                <a:lnTo>
                  <a:pt x="1522069" y="1249667"/>
                </a:lnTo>
                <a:lnTo>
                  <a:pt x="1528216" y="1230845"/>
                </a:lnTo>
                <a:lnTo>
                  <a:pt x="1522298" y="1208087"/>
                </a:lnTo>
                <a:lnTo>
                  <a:pt x="1514233" y="1232763"/>
                </a:lnTo>
                <a:lnTo>
                  <a:pt x="1502714" y="1227137"/>
                </a:lnTo>
                <a:lnTo>
                  <a:pt x="1506423" y="1215796"/>
                </a:lnTo>
                <a:lnTo>
                  <a:pt x="1496517" y="1205217"/>
                </a:lnTo>
                <a:lnTo>
                  <a:pt x="1517421" y="1141222"/>
                </a:lnTo>
                <a:lnTo>
                  <a:pt x="1527302" y="1151864"/>
                </a:lnTo>
                <a:lnTo>
                  <a:pt x="1531531" y="1138923"/>
                </a:lnTo>
                <a:lnTo>
                  <a:pt x="1526362" y="1113840"/>
                </a:lnTo>
                <a:lnTo>
                  <a:pt x="1541881" y="1066330"/>
                </a:lnTo>
                <a:lnTo>
                  <a:pt x="1531924" y="1055928"/>
                </a:lnTo>
                <a:lnTo>
                  <a:pt x="1545793" y="1013472"/>
                </a:lnTo>
                <a:lnTo>
                  <a:pt x="1532077" y="1014552"/>
                </a:lnTo>
                <a:lnTo>
                  <a:pt x="1531531" y="1016228"/>
                </a:lnTo>
                <a:lnTo>
                  <a:pt x="1518361" y="1015631"/>
                </a:lnTo>
                <a:lnTo>
                  <a:pt x="1526667" y="990219"/>
                </a:lnTo>
                <a:lnTo>
                  <a:pt x="1756651" y="286207"/>
                </a:lnTo>
                <a:close/>
              </a:path>
              <a:path w="2118994" h="2446654">
                <a:moveTo>
                  <a:pt x="1838680" y="518528"/>
                </a:moveTo>
                <a:lnTo>
                  <a:pt x="1837563" y="516305"/>
                </a:lnTo>
                <a:lnTo>
                  <a:pt x="1835886" y="515759"/>
                </a:lnTo>
                <a:lnTo>
                  <a:pt x="1837016" y="517982"/>
                </a:lnTo>
                <a:lnTo>
                  <a:pt x="1838680" y="518528"/>
                </a:lnTo>
                <a:close/>
              </a:path>
              <a:path w="2118994" h="2446654">
                <a:moveTo>
                  <a:pt x="2118753" y="1222692"/>
                </a:moveTo>
                <a:lnTo>
                  <a:pt x="2118169" y="406501"/>
                </a:lnTo>
                <a:lnTo>
                  <a:pt x="2118004" y="161645"/>
                </a:lnTo>
                <a:lnTo>
                  <a:pt x="2105888" y="198716"/>
                </a:lnTo>
                <a:lnTo>
                  <a:pt x="2105723" y="240118"/>
                </a:lnTo>
                <a:lnTo>
                  <a:pt x="2093442" y="277736"/>
                </a:lnTo>
                <a:lnTo>
                  <a:pt x="2089492" y="330682"/>
                </a:lnTo>
                <a:lnTo>
                  <a:pt x="2073567" y="379463"/>
                </a:lnTo>
                <a:lnTo>
                  <a:pt x="2069731" y="432092"/>
                </a:lnTo>
                <a:lnTo>
                  <a:pt x="2053793" y="480860"/>
                </a:lnTo>
                <a:lnTo>
                  <a:pt x="2049856" y="533819"/>
                </a:lnTo>
                <a:lnTo>
                  <a:pt x="2028202" y="600113"/>
                </a:lnTo>
                <a:lnTo>
                  <a:pt x="2018207" y="671601"/>
                </a:lnTo>
                <a:lnTo>
                  <a:pt x="1989289" y="801014"/>
                </a:lnTo>
                <a:lnTo>
                  <a:pt x="1988197" y="804367"/>
                </a:lnTo>
                <a:lnTo>
                  <a:pt x="1979726" y="789393"/>
                </a:lnTo>
                <a:lnTo>
                  <a:pt x="1971154" y="774725"/>
                </a:lnTo>
                <a:lnTo>
                  <a:pt x="1950516" y="756119"/>
                </a:lnTo>
                <a:lnTo>
                  <a:pt x="1942045" y="741146"/>
                </a:lnTo>
                <a:lnTo>
                  <a:pt x="1937740" y="754316"/>
                </a:lnTo>
                <a:lnTo>
                  <a:pt x="1948091" y="763524"/>
                </a:lnTo>
                <a:lnTo>
                  <a:pt x="1945919" y="770191"/>
                </a:lnTo>
                <a:lnTo>
                  <a:pt x="1934984" y="762762"/>
                </a:lnTo>
                <a:lnTo>
                  <a:pt x="1935962" y="759764"/>
                </a:lnTo>
                <a:lnTo>
                  <a:pt x="1924773" y="753122"/>
                </a:lnTo>
                <a:lnTo>
                  <a:pt x="1913534" y="746645"/>
                </a:lnTo>
                <a:lnTo>
                  <a:pt x="1926767" y="747039"/>
                </a:lnTo>
                <a:lnTo>
                  <a:pt x="1929295" y="739292"/>
                </a:lnTo>
                <a:lnTo>
                  <a:pt x="1943138" y="737806"/>
                </a:lnTo>
                <a:lnTo>
                  <a:pt x="1935086" y="721575"/>
                </a:lnTo>
                <a:lnTo>
                  <a:pt x="1926920" y="705650"/>
                </a:lnTo>
                <a:lnTo>
                  <a:pt x="1918754" y="689737"/>
                </a:lnTo>
                <a:lnTo>
                  <a:pt x="1908695" y="679653"/>
                </a:lnTo>
                <a:lnTo>
                  <a:pt x="1898624" y="669569"/>
                </a:lnTo>
                <a:lnTo>
                  <a:pt x="1894713" y="681570"/>
                </a:lnTo>
                <a:lnTo>
                  <a:pt x="1904885" y="691286"/>
                </a:lnTo>
                <a:lnTo>
                  <a:pt x="1900859" y="703656"/>
                </a:lnTo>
                <a:lnTo>
                  <a:pt x="1890356" y="694867"/>
                </a:lnTo>
                <a:lnTo>
                  <a:pt x="1893163" y="686295"/>
                </a:lnTo>
                <a:lnTo>
                  <a:pt x="1882686" y="677494"/>
                </a:lnTo>
                <a:lnTo>
                  <a:pt x="1889836" y="655586"/>
                </a:lnTo>
                <a:lnTo>
                  <a:pt x="1883232" y="634911"/>
                </a:lnTo>
                <a:lnTo>
                  <a:pt x="1882825" y="636143"/>
                </a:lnTo>
                <a:lnTo>
                  <a:pt x="1871637" y="629500"/>
                </a:lnTo>
                <a:lnTo>
                  <a:pt x="1876628" y="614235"/>
                </a:lnTo>
                <a:lnTo>
                  <a:pt x="1866188" y="605269"/>
                </a:lnTo>
                <a:lnTo>
                  <a:pt x="1868919" y="596912"/>
                </a:lnTo>
                <a:lnTo>
                  <a:pt x="1859038" y="586270"/>
                </a:lnTo>
                <a:lnTo>
                  <a:pt x="1857400" y="591299"/>
                </a:lnTo>
                <a:lnTo>
                  <a:pt x="1845411" y="587082"/>
                </a:lnTo>
                <a:lnTo>
                  <a:pt x="1833714" y="581990"/>
                </a:lnTo>
                <a:lnTo>
                  <a:pt x="1821726" y="577786"/>
                </a:lnTo>
                <a:lnTo>
                  <a:pt x="1824456" y="569429"/>
                </a:lnTo>
                <a:lnTo>
                  <a:pt x="1848599" y="577316"/>
                </a:lnTo>
                <a:lnTo>
                  <a:pt x="1851342" y="568947"/>
                </a:lnTo>
                <a:lnTo>
                  <a:pt x="1837029" y="530948"/>
                </a:lnTo>
                <a:lnTo>
                  <a:pt x="1829879" y="511949"/>
                </a:lnTo>
                <a:lnTo>
                  <a:pt x="1826602" y="521982"/>
                </a:lnTo>
                <a:lnTo>
                  <a:pt x="1817801" y="508000"/>
                </a:lnTo>
                <a:lnTo>
                  <a:pt x="1822183" y="494614"/>
                </a:lnTo>
                <a:lnTo>
                  <a:pt x="1815947" y="472795"/>
                </a:lnTo>
                <a:lnTo>
                  <a:pt x="1820760" y="458050"/>
                </a:lnTo>
                <a:lnTo>
                  <a:pt x="1813102" y="440613"/>
                </a:lnTo>
                <a:lnTo>
                  <a:pt x="1805635" y="422554"/>
                </a:lnTo>
                <a:lnTo>
                  <a:pt x="1797304" y="407162"/>
                </a:lnTo>
                <a:lnTo>
                  <a:pt x="1788464" y="393344"/>
                </a:lnTo>
                <a:lnTo>
                  <a:pt x="1779409" y="380149"/>
                </a:lnTo>
                <a:lnTo>
                  <a:pt x="1770468" y="366636"/>
                </a:lnTo>
                <a:lnTo>
                  <a:pt x="1776831" y="347154"/>
                </a:lnTo>
                <a:lnTo>
                  <a:pt x="1767344" y="335292"/>
                </a:lnTo>
                <a:lnTo>
                  <a:pt x="1772056" y="320865"/>
                </a:lnTo>
                <a:lnTo>
                  <a:pt x="1760524" y="315252"/>
                </a:lnTo>
                <a:lnTo>
                  <a:pt x="1759432" y="318592"/>
                </a:lnTo>
                <a:lnTo>
                  <a:pt x="1747367" y="314655"/>
                </a:lnTo>
                <a:lnTo>
                  <a:pt x="1526667" y="990219"/>
                </a:lnTo>
                <a:lnTo>
                  <a:pt x="1539735" y="991133"/>
                </a:lnTo>
                <a:lnTo>
                  <a:pt x="1556677" y="939279"/>
                </a:lnTo>
                <a:lnTo>
                  <a:pt x="1565973" y="951687"/>
                </a:lnTo>
                <a:lnTo>
                  <a:pt x="1575485" y="963472"/>
                </a:lnTo>
                <a:lnTo>
                  <a:pt x="1573136" y="970686"/>
                </a:lnTo>
                <a:lnTo>
                  <a:pt x="1583055" y="981214"/>
                </a:lnTo>
                <a:lnTo>
                  <a:pt x="1603108" y="1001623"/>
                </a:lnTo>
                <a:lnTo>
                  <a:pt x="1611134" y="1017930"/>
                </a:lnTo>
                <a:lnTo>
                  <a:pt x="1619275" y="1033932"/>
                </a:lnTo>
                <a:lnTo>
                  <a:pt x="1639633" y="1053388"/>
                </a:lnTo>
                <a:lnTo>
                  <a:pt x="1659191" y="1075321"/>
                </a:lnTo>
                <a:lnTo>
                  <a:pt x="1678698" y="1097407"/>
                </a:lnTo>
                <a:lnTo>
                  <a:pt x="1698307" y="1119174"/>
                </a:lnTo>
                <a:lnTo>
                  <a:pt x="1718170" y="1140155"/>
                </a:lnTo>
                <a:lnTo>
                  <a:pt x="1738909" y="1158468"/>
                </a:lnTo>
                <a:lnTo>
                  <a:pt x="1760105" y="1175372"/>
                </a:lnTo>
                <a:lnTo>
                  <a:pt x="1769541" y="1187399"/>
                </a:lnTo>
                <a:lnTo>
                  <a:pt x="1802320" y="1209763"/>
                </a:lnTo>
                <a:lnTo>
                  <a:pt x="1837309" y="1225359"/>
                </a:lnTo>
                <a:lnTo>
                  <a:pt x="1885594" y="1241132"/>
                </a:lnTo>
                <a:lnTo>
                  <a:pt x="1898218" y="1243406"/>
                </a:lnTo>
                <a:lnTo>
                  <a:pt x="1922424" y="1251077"/>
                </a:lnTo>
                <a:lnTo>
                  <a:pt x="1934972" y="1253566"/>
                </a:lnTo>
                <a:lnTo>
                  <a:pt x="1960422" y="1257477"/>
                </a:lnTo>
                <a:lnTo>
                  <a:pt x="1975015" y="1253680"/>
                </a:lnTo>
                <a:lnTo>
                  <a:pt x="1989874" y="1249108"/>
                </a:lnTo>
                <a:lnTo>
                  <a:pt x="2031453" y="1244523"/>
                </a:lnTo>
                <a:lnTo>
                  <a:pt x="2046312" y="1239939"/>
                </a:lnTo>
                <a:lnTo>
                  <a:pt x="2076284" y="1230007"/>
                </a:lnTo>
                <a:lnTo>
                  <a:pt x="2118753" y="1222692"/>
                </a:lnTo>
                <a:close/>
              </a:path>
            </a:pathLst>
          </a:custGeom>
          <a:solidFill>
            <a:srgbClr val="2B122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078" y="65"/>
            <a:ext cx="15729585" cy="10228580"/>
            <a:chOff x="1078" y="65"/>
            <a:chExt cx="15729585" cy="10228580"/>
          </a:xfrm>
        </p:grpSpPr>
        <p:sp>
          <p:nvSpPr>
            <p:cNvPr id="4" name="object 4"/>
            <p:cNvSpPr/>
            <p:nvPr/>
          </p:nvSpPr>
          <p:spPr>
            <a:xfrm>
              <a:off x="2347594" y="1998713"/>
              <a:ext cx="13382625" cy="8229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66" y="75"/>
              <a:ext cx="2707640" cy="2416810"/>
            </a:xfrm>
            <a:custGeom>
              <a:avLst/>
              <a:gdLst/>
              <a:ahLst/>
              <a:cxnLst/>
              <a:rect l="l" t="t" r="r" b="b"/>
              <a:pathLst>
                <a:path w="2707640" h="2416810">
                  <a:moveTo>
                    <a:pt x="458431" y="1713738"/>
                  </a:moveTo>
                  <a:lnTo>
                    <a:pt x="457962" y="1711147"/>
                  </a:lnTo>
                  <a:lnTo>
                    <a:pt x="456438" y="1710080"/>
                  </a:lnTo>
                  <a:lnTo>
                    <a:pt x="456895" y="1712671"/>
                  </a:lnTo>
                  <a:lnTo>
                    <a:pt x="458431" y="1713738"/>
                  </a:lnTo>
                  <a:close/>
                </a:path>
                <a:path w="2707640" h="2416810">
                  <a:moveTo>
                    <a:pt x="1043952" y="935850"/>
                  </a:moveTo>
                  <a:lnTo>
                    <a:pt x="1031125" y="942809"/>
                  </a:lnTo>
                  <a:lnTo>
                    <a:pt x="1025867" y="953566"/>
                  </a:lnTo>
                  <a:lnTo>
                    <a:pt x="1023099" y="965644"/>
                  </a:lnTo>
                  <a:lnTo>
                    <a:pt x="1017739" y="976553"/>
                  </a:lnTo>
                  <a:lnTo>
                    <a:pt x="1020800" y="978687"/>
                  </a:lnTo>
                  <a:lnTo>
                    <a:pt x="1023391" y="978242"/>
                  </a:lnTo>
                  <a:lnTo>
                    <a:pt x="1026452" y="980376"/>
                  </a:lnTo>
                  <a:lnTo>
                    <a:pt x="1043952" y="935850"/>
                  </a:lnTo>
                  <a:close/>
                </a:path>
                <a:path w="2707640" h="2416810">
                  <a:moveTo>
                    <a:pt x="1060653" y="886802"/>
                  </a:moveTo>
                  <a:lnTo>
                    <a:pt x="1058697" y="880033"/>
                  </a:lnTo>
                  <a:lnTo>
                    <a:pt x="1049997" y="871956"/>
                  </a:lnTo>
                  <a:lnTo>
                    <a:pt x="1042657" y="901623"/>
                  </a:lnTo>
                  <a:lnTo>
                    <a:pt x="1040879" y="910983"/>
                  </a:lnTo>
                  <a:lnTo>
                    <a:pt x="1055001" y="895896"/>
                  </a:lnTo>
                  <a:lnTo>
                    <a:pt x="1060653" y="886802"/>
                  </a:lnTo>
                  <a:close/>
                </a:path>
                <a:path w="2707640" h="2416810">
                  <a:moveTo>
                    <a:pt x="1096340" y="809002"/>
                  </a:moveTo>
                  <a:lnTo>
                    <a:pt x="1094803" y="807935"/>
                  </a:lnTo>
                  <a:lnTo>
                    <a:pt x="1094346" y="805345"/>
                  </a:lnTo>
                  <a:lnTo>
                    <a:pt x="1092822" y="804278"/>
                  </a:lnTo>
                  <a:lnTo>
                    <a:pt x="1089152" y="806246"/>
                  </a:lnTo>
                  <a:lnTo>
                    <a:pt x="1086561" y="806704"/>
                  </a:lnTo>
                  <a:lnTo>
                    <a:pt x="1082903" y="808685"/>
                  </a:lnTo>
                  <a:lnTo>
                    <a:pt x="1087018" y="809294"/>
                  </a:lnTo>
                  <a:lnTo>
                    <a:pt x="1092212" y="808393"/>
                  </a:lnTo>
                  <a:lnTo>
                    <a:pt x="1096340" y="809002"/>
                  </a:lnTo>
                  <a:close/>
                </a:path>
                <a:path w="2707640" h="2416810">
                  <a:moveTo>
                    <a:pt x="1126363" y="618312"/>
                  </a:moveTo>
                  <a:lnTo>
                    <a:pt x="1124051" y="603567"/>
                  </a:lnTo>
                  <a:lnTo>
                    <a:pt x="1119936" y="602957"/>
                  </a:lnTo>
                  <a:lnTo>
                    <a:pt x="1118400" y="601891"/>
                  </a:lnTo>
                  <a:lnTo>
                    <a:pt x="1115809" y="602348"/>
                  </a:lnTo>
                  <a:lnTo>
                    <a:pt x="1113904" y="616699"/>
                  </a:lnTo>
                  <a:lnTo>
                    <a:pt x="1111377" y="631037"/>
                  </a:lnTo>
                  <a:lnTo>
                    <a:pt x="1105789" y="658926"/>
                  </a:lnTo>
                  <a:lnTo>
                    <a:pt x="1107325" y="659993"/>
                  </a:lnTo>
                  <a:lnTo>
                    <a:pt x="1111440" y="660603"/>
                  </a:lnTo>
                  <a:lnTo>
                    <a:pt x="1114044" y="660158"/>
                  </a:lnTo>
                  <a:lnTo>
                    <a:pt x="1115517" y="645502"/>
                  </a:lnTo>
                  <a:lnTo>
                    <a:pt x="1121562" y="631926"/>
                  </a:lnTo>
                  <a:lnTo>
                    <a:pt x="1126363" y="618312"/>
                  </a:lnTo>
                  <a:close/>
                </a:path>
                <a:path w="2707640" h="2416810">
                  <a:moveTo>
                    <a:pt x="1164907" y="491363"/>
                  </a:moveTo>
                  <a:lnTo>
                    <a:pt x="1163739" y="493039"/>
                  </a:lnTo>
                  <a:lnTo>
                    <a:pt x="1163396" y="494741"/>
                  </a:lnTo>
                  <a:lnTo>
                    <a:pt x="1164907" y="491363"/>
                  </a:lnTo>
                  <a:close/>
                </a:path>
                <a:path w="2707640" h="2416810">
                  <a:moveTo>
                    <a:pt x="1718157" y="717410"/>
                  </a:moveTo>
                  <a:lnTo>
                    <a:pt x="1688693" y="717232"/>
                  </a:lnTo>
                  <a:lnTo>
                    <a:pt x="1696351" y="745299"/>
                  </a:lnTo>
                  <a:lnTo>
                    <a:pt x="1698485" y="742251"/>
                  </a:lnTo>
                  <a:lnTo>
                    <a:pt x="1704746" y="739825"/>
                  </a:lnTo>
                  <a:lnTo>
                    <a:pt x="1709470" y="736320"/>
                  </a:lnTo>
                  <a:lnTo>
                    <a:pt x="1712214" y="729157"/>
                  </a:lnTo>
                  <a:lnTo>
                    <a:pt x="1715414" y="724585"/>
                  </a:lnTo>
                  <a:lnTo>
                    <a:pt x="1718157" y="717410"/>
                  </a:lnTo>
                  <a:close/>
                </a:path>
                <a:path w="2707640" h="2416810">
                  <a:moveTo>
                    <a:pt x="1803577" y="1417091"/>
                  </a:moveTo>
                  <a:lnTo>
                    <a:pt x="1784477" y="1422247"/>
                  </a:lnTo>
                  <a:lnTo>
                    <a:pt x="1785175" y="1443380"/>
                  </a:lnTo>
                  <a:lnTo>
                    <a:pt x="1803577" y="1417091"/>
                  </a:lnTo>
                  <a:close/>
                </a:path>
                <a:path w="2707640" h="2416810">
                  <a:moveTo>
                    <a:pt x="2374633" y="3441"/>
                  </a:moveTo>
                  <a:lnTo>
                    <a:pt x="2361539" y="0"/>
                  </a:lnTo>
                  <a:lnTo>
                    <a:pt x="2367229" y="5689"/>
                  </a:lnTo>
                  <a:lnTo>
                    <a:pt x="2373084" y="5664"/>
                  </a:lnTo>
                  <a:lnTo>
                    <a:pt x="2374633" y="3441"/>
                  </a:lnTo>
                  <a:close/>
                </a:path>
                <a:path w="2707640" h="2416810">
                  <a:moveTo>
                    <a:pt x="2707043" y="148666"/>
                  </a:moveTo>
                  <a:lnTo>
                    <a:pt x="2700007" y="92278"/>
                  </a:lnTo>
                  <a:lnTo>
                    <a:pt x="2702776" y="44043"/>
                  </a:lnTo>
                  <a:lnTo>
                    <a:pt x="2699855" y="3924"/>
                  </a:lnTo>
                  <a:lnTo>
                    <a:pt x="2373084" y="5664"/>
                  </a:lnTo>
                  <a:lnTo>
                    <a:pt x="2370658" y="9131"/>
                  </a:lnTo>
                  <a:lnTo>
                    <a:pt x="2367229" y="5689"/>
                  </a:lnTo>
                  <a:lnTo>
                    <a:pt x="2357513" y="5740"/>
                  </a:lnTo>
                  <a:lnTo>
                    <a:pt x="2358491" y="26492"/>
                  </a:lnTo>
                  <a:lnTo>
                    <a:pt x="2346248" y="43992"/>
                  </a:lnTo>
                  <a:lnTo>
                    <a:pt x="2344597" y="68491"/>
                  </a:lnTo>
                  <a:lnTo>
                    <a:pt x="2343442" y="92278"/>
                  </a:lnTo>
                  <a:lnTo>
                    <a:pt x="2352598" y="123494"/>
                  </a:lnTo>
                  <a:lnTo>
                    <a:pt x="2350655" y="192709"/>
                  </a:lnTo>
                  <a:lnTo>
                    <a:pt x="2347455" y="197281"/>
                  </a:lnTo>
                  <a:lnTo>
                    <a:pt x="2349855" y="216001"/>
                  </a:lnTo>
                  <a:lnTo>
                    <a:pt x="2344255" y="246138"/>
                  </a:lnTo>
                  <a:lnTo>
                    <a:pt x="2343721" y="246900"/>
                  </a:lnTo>
                  <a:lnTo>
                    <a:pt x="2362657" y="241998"/>
                  </a:lnTo>
                  <a:lnTo>
                    <a:pt x="2366924" y="235902"/>
                  </a:lnTo>
                  <a:lnTo>
                    <a:pt x="2372969" y="249415"/>
                  </a:lnTo>
                  <a:lnTo>
                    <a:pt x="2357056" y="272135"/>
                  </a:lnTo>
                  <a:lnTo>
                    <a:pt x="2348788" y="261810"/>
                  </a:lnTo>
                  <a:lnTo>
                    <a:pt x="2350922" y="258762"/>
                  </a:lnTo>
                  <a:lnTo>
                    <a:pt x="2343721" y="246900"/>
                  </a:lnTo>
                  <a:lnTo>
                    <a:pt x="2336254" y="257568"/>
                  </a:lnTo>
                  <a:lnTo>
                    <a:pt x="2339632" y="274878"/>
                  </a:lnTo>
                  <a:lnTo>
                    <a:pt x="2332913" y="284480"/>
                  </a:lnTo>
                  <a:lnTo>
                    <a:pt x="2336800" y="301078"/>
                  </a:lnTo>
                  <a:lnTo>
                    <a:pt x="2330386" y="310248"/>
                  </a:lnTo>
                  <a:lnTo>
                    <a:pt x="2332786" y="351104"/>
                  </a:lnTo>
                  <a:lnTo>
                    <a:pt x="2327186" y="425538"/>
                  </a:lnTo>
                  <a:lnTo>
                    <a:pt x="2319185" y="459105"/>
                  </a:lnTo>
                  <a:lnTo>
                    <a:pt x="2323173" y="497700"/>
                  </a:lnTo>
                  <a:lnTo>
                    <a:pt x="2309939" y="560908"/>
                  </a:lnTo>
                  <a:lnTo>
                    <a:pt x="2313330" y="600354"/>
                  </a:lnTo>
                  <a:lnTo>
                    <a:pt x="2287727" y="725512"/>
                  </a:lnTo>
                  <a:lnTo>
                    <a:pt x="2291092" y="764984"/>
                  </a:lnTo>
                  <a:lnTo>
                    <a:pt x="2277427" y="828802"/>
                  </a:lnTo>
                  <a:lnTo>
                    <a:pt x="2280793" y="868286"/>
                  </a:lnTo>
                  <a:lnTo>
                    <a:pt x="2267826" y="886802"/>
                  </a:lnTo>
                  <a:lnTo>
                    <a:pt x="2259723" y="964819"/>
                  </a:lnTo>
                  <a:lnTo>
                    <a:pt x="2242921" y="1055255"/>
                  </a:lnTo>
                  <a:lnTo>
                    <a:pt x="2232520" y="1070114"/>
                  </a:lnTo>
                  <a:lnTo>
                    <a:pt x="2232520" y="1114399"/>
                  </a:lnTo>
                  <a:lnTo>
                    <a:pt x="2222119" y="1129258"/>
                  </a:lnTo>
                  <a:lnTo>
                    <a:pt x="2223579" y="1082878"/>
                  </a:lnTo>
                  <a:lnTo>
                    <a:pt x="2224062" y="1060043"/>
                  </a:lnTo>
                  <a:lnTo>
                    <a:pt x="2213838" y="1030351"/>
                  </a:lnTo>
                  <a:lnTo>
                    <a:pt x="2217445" y="980922"/>
                  </a:lnTo>
                  <a:lnTo>
                    <a:pt x="2208682" y="949134"/>
                  </a:lnTo>
                  <a:lnTo>
                    <a:pt x="2209838" y="925347"/>
                  </a:lnTo>
                  <a:lnTo>
                    <a:pt x="2200846" y="871753"/>
                  </a:lnTo>
                  <a:lnTo>
                    <a:pt x="2172474" y="712965"/>
                  </a:lnTo>
                  <a:lnTo>
                    <a:pt x="2161146" y="640588"/>
                  </a:lnTo>
                  <a:lnTo>
                    <a:pt x="2144814" y="597471"/>
                  </a:lnTo>
                  <a:lnTo>
                    <a:pt x="2138591" y="562063"/>
                  </a:lnTo>
                  <a:lnTo>
                    <a:pt x="2132812" y="526046"/>
                  </a:lnTo>
                  <a:lnTo>
                    <a:pt x="2116315" y="483171"/>
                  </a:lnTo>
                  <a:lnTo>
                    <a:pt x="2099627" y="440575"/>
                  </a:lnTo>
                  <a:lnTo>
                    <a:pt x="2093239" y="405409"/>
                  </a:lnTo>
                  <a:lnTo>
                    <a:pt x="2079612" y="380580"/>
                  </a:lnTo>
                  <a:lnTo>
                    <a:pt x="2068957" y="329361"/>
                  </a:lnTo>
                  <a:lnTo>
                    <a:pt x="2038007" y="262839"/>
                  </a:lnTo>
                  <a:lnTo>
                    <a:pt x="2027047" y="234226"/>
                  </a:lnTo>
                  <a:lnTo>
                    <a:pt x="2015871" y="205892"/>
                  </a:lnTo>
                  <a:lnTo>
                    <a:pt x="2000592" y="183426"/>
                  </a:lnTo>
                  <a:lnTo>
                    <a:pt x="1995322" y="168808"/>
                  </a:lnTo>
                  <a:lnTo>
                    <a:pt x="1978850" y="148043"/>
                  </a:lnTo>
                  <a:lnTo>
                    <a:pt x="1961184" y="129006"/>
                  </a:lnTo>
                  <a:lnTo>
                    <a:pt x="1952472" y="119291"/>
                  </a:lnTo>
                  <a:lnTo>
                    <a:pt x="1932368" y="103720"/>
                  </a:lnTo>
                  <a:lnTo>
                    <a:pt x="1911858" y="88722"/>
                  </a:lnTo>
                  <a:lnTo>
                    <a:pt x="1901952" y="80733"/>
                  </a:lnTo>
                  <a:lnTo>
                    <a:pt x="1891550" y="73444"/>
                  </a:lnTo>
                  <a:lnTo>
                    <a:pt x="1889417" y="76492"/>
                  </a:lnTo>
                  <a:lnTo>
                    <a:pt x="1872640" y="78308"/>
                  </a:lnTo>
                  <a:lnTo>
                    <a:pt x="1856066" y="79832"/>
                  </a:lnTo>
                  <a:lnTo>
                    <a:pt x="1830311" y="73710"/>
                  </a:lnTo>
                  <a:lnTo>
                    <a:pt x="1830311" y="1511782"/>
                  </a:lnTo>
                  <a:lnTo>
                    <a:pt x="1821878" y="1523834"/>
                  </a:lnTo>
                  <a:lnTo>
                    <a:pt x="1827060" y="1538566"/>
                  </a:lnTo>
                  <a:lnTo>
                    <a:pt x="1809991" y="1518666"/>
                  </a:lnTo>
                  <a:lnTo>
                    <a:pt x="1811655" y="1516291"/>
                  </a:lnTo>
                  <a:lnTo>
                    <a:pt x="1803323" y="1506054"/>
                  </a:lnTo>
                  <a:lnTo>
                    <a:pt x="1815058" y="1489290"/>
                  </a:lnTo>
                  <a:lnTo>
                    <a:pt x="1825459" y="1496568"/>
                  </a:lnTo>
                  <a:lnTo>
                    <a:pt x="1823326" y="1499616"/>
                  </a:lnTo>
                  <a:lnTo>
                    <a:pt x="1830311" y="1511782"/>
                  </a:lnTo>
                  <a:lnTo>
                    <a:pt x="1830311" y="73710"/>
                  </a:lnTo>
                  <a:lnTo>
                    <a:pt x="1829498" y="73507"/>
                  </a:lnTo>
                  <a:lnTo>
                    <a:pt x="1813928" y="73609"/>
                  </a:lnTo>
                  <a:lnTo>
                    <a:pt x="1796630" y="72593"/>
                  </a:lnTo>
                  <a:lnTo>
                    <a:pt x="1796630" y="1006271"/>
                  </a:lnTo>
                  <a:lnTo>
                    <a:pt x="1784769" y="1001064"/>
                  </a:lnTo>
                  <a:lnTo>
                    <a:pt x="1773021" y="995705"/>
                  </a:lnTo>
                  <a:lnTo>
                    <a:pt x="1761058" y="990638"/>
                  </a:lnTo>
                  <a:lnTo>
                    <a:pt x="1748612" y="986282"/>
                  </a:lnTo>
                  <a:lnTo>
                    <a:pt x="1763636" y="986967"/>
                  </a:lnTo>
                  <a:lnTo>
                    <a:pt x="1782470" y="982205"/>
                  </a:lnTo>
                  <a:lnTo>
                    <a:pt x="1786483" y="976464"/>
                  </a:lnTo>
                  <a:lnTo>
                    <a:pt x="1792630" y="989838"/>
                  </a:lnTo>
                  <a:lnTo>
                    <a:pt x="1796630" y="1006271"/>
                  </a:lnTo>
                  <a:lnTo>
                    <a:pt x="1796630" y="72593"/>
                  </a:lnTo>
                  <a:lnTo>
                    <a:pt x="1769275" y="70954"/>
                  </a:lnTo>
                  <a:lnTo>
                    <a:pt x="1712023" y="64160"/>
                  </a:lnTo>
                  <a:lnTo>
                    <a:pt x="1663966" y="66357"/>
                  </a:lnTo>
                  <a:lnTo>
                    <a:pt x="1626120" y="76136"/>
                  </a:lnTo>
                  <a:lnTo>
                    <a:pt x="1615236" y="69545"/>
                  </a:lnTo>
                  <a:lnTo>
                    <a:pt x="1604645" y="62522"/>
                  </a:lnTo>
                  <a:lnTo>
                    <a:pt x="1593862" y="55791"/>
                  </a:lnTo>
                  <a:lnTo>
                    <a:pt x="1592783" y="57327"/>
                  </a:lnTo>
                  <a:lnTo>
                    <a:pt x="1579600" y="54000"/>
                  </a:lnTo>
                  <a:lnTo>
                    <a:pt x="1576235" y="58813"/>
                  </a:lnTo>
                  <a:lnTo>
                    <a:pt x="1562061" y="56908"/>
                  </a:lnTo>
                  <a:lnTo>
                    <a:pt x="1547698" y="55295"/>
                  </a:lnTo>
                  <a:lnTo>
                    <a:pt x="1525752" y="64490"/>
                  </a:lnTo>
                  <a:lnTo>
                    <a:pt x="1470672" y="76746"/>
                  </a:lnTo>
                  <a:lnTo>
                    <a:pt x="1448727" y="85940"/>
                  </a:lnTo>
                  <a:lnTo>
                    <a:pt x="1381239" y="93776"/>
                  </a:lnTo>
                  <a:lnTo>
                    <a:pt x="1266799" y="235089"/>
                  </a:lnTo>
                  <a:lnTo>
                    <a:pt x="1265034" y="259765"/>
                  </a:lnTo>
                  <a:lnTo>
                    <a:pt x="1236395" y="300672"/>
                  </a:lnTo>
                  <a:lnTo>
                    <a:pt x="1223860" y="296443"/>
                  </a:lnTo>
                  <a:lnTo>
                    <a:pt x="1233271" y="305142"/>
                  </a:lnTo>
                  <a:lnTo>
                    <a:pt x="1242682" y="313842"/>
                  </a:lnTo>
                  <a:lnTo>
                    <a:pt x="1238402" y="319963"/>
                  </a:lnTo>
                  <a:lnTo>
                    <a:pt x="1242314" y="336511"/>
                  </a:lnTo>
                  <a:lnTo>
                    <a:pt x="1211135" y="381038"/>
                  </a:lnTo>
                  <a:lnTo>
                    <a:pt x="1208252" y="407301"/>
                  </a:lnTo>
                  <a:lnTo>
                    <a:pt x="1201991" y="460552"/>
                  </a:lnTo>
                  <a:lnTo>
                    <a:pt x="1194917" y="470649"/>
                  </a:lnTo>
                  <a:lnTo>
                    <a:pt x="1180630" y="468922"/>
                  </a:lnTo>
                  <a:lnTo>
                    <a:pt x="1186256" y="460883"/>
                  </a:lnTo>
                  <a:lnTo>
                    <a:pt x="1174775" y="455129"/>
                  </a:lnTo>
                  <a:lnTo>
                    <a:pt x="1173708" y="456653"/>
                  </a:lnTo>
                  <a:lnTo>
                    <a:pt x="1164907" y="491363"/>
                  </a:lnTo>
                  <a:lnTo>
                    <a:pt x="1176629" y="474611"/>
                  </a:lnTo>
                  <a:lnTo>
                    <a:pt x="1176477" y="496989"/>
                  </a:lnTo>
                  <a:lnTo>
                    <a:pt x="1165352" y="535038"/>
                  </a:lnTo>
                  <a:lnTo>
                    <a:pt x="1165186" y="557415"/>
                  </a:lnTo>
                  <a:lnTo>
                    <a:pt x="1164120" y="558939"/>
                  </a:lnTo>
                  <a:lnTo>
                    <a:pt x="1153706" y="551662"/>
                  </a:lnTo>
                  <a:lnTo>
                    <a:pt x="1159040" y="544042"/>
                  </a:lnTo>
                  <a:lnTo>
                    <a:pt x="1157274" y="524421"/>
                  </a:lnTo>
                  <a:lnTo>
                    <a:pt x="1163396" y="494741"/>
                  </a:lnTo>
                  <a:lnTo>
                    <a:pt x="1136904" y="553516"/>
                  </a:lnTo>
                  <a:lnTo>
                    <a:pt x="1128102" y="588238"/>
                  </a:lnTo>
                  <a:lnTo>
                    <a:pt x="1129169" y="586714"/>
                  </a:lnTo>
                  <a:lnTo>
                    <a:pt x="1139571" y="594004"/>
                  </a:lnTo>
                  <a:lnTo>
                    <a:pt x="1145971" y="584860"/>
                  </a:lnTo>
                  <a:lnTo>
                    <a:pt x="1152613" y="619658"/>
                  </a:lnTo>
                  <a:lnTo>
                    <a:pt x="1147051" y="649757"/>
                  </a:lnTo>
                  <a:lnTo>
                    <a:pt x="1126769" y="678726"/>
                  </a:lnTo>
                  <a:lnTo>
                    <a:pt x="1126769" y="700862"/>
                  </a:lnTo>
                  <a:lnTo>
                    <a:pt x="1126248" y="701611"/>
                  </a:lnTo>
                  <a:lnTo>
                    <a:pt x="1126248" y="745909"/>
                  </a:lnTo>
                  <a:lnTo>
                    <a:pt x="1123048" y="750481"/>
                  </a:lnTo>
                  <a:lnTo>
                    <a:pt x="1113434" y="742061"/>
                  </a:lnTo>
                  <a:lnTo>
                    <a:pt x="1110437" y="737120"/>
                  </a:lnTo>
                  <a:lnTo>
                    <a:pt x="1114767" y="740156"/>
                  </a:lnTo>
                  <a:lnTo>
                    <a:pt x="1116901" y="737120"/>
                  </a:lnTo>
                  <a:lnTo>
                    <a:pt x="1126248" y="745909"/>
                  </a:lnTo>
                  <a:lnTo>
                    <a:pt x="1126248" y="701611"/>
                  </a:lnTo>
                  <a:lnTo>
                    <a:pt x="1113040" y="720483"/>
                  </a:lnTo>
                  <a:lnTo>
                    <a:pt x="1114234" y="696633"/>
                  </a:lnTo>
                  <a:lnTo>
                    <a:pt x="1126769" y="700862"/>
                  </a:lnTo>
                  <a:lnTo>
                    <a:pt x="1126769" y="678726"/>
                  </a:lnTo>
                  <a:lnTo>
                    <a:pt x="1125969" y="679856"/>
                  </a:lnTo>
                  <a:lnTo>
                    <a:pt x="1119835" y="666483"/>
                  </a:lnTo>
                  <a:lnTo>
                    <a:pt x="1104480" y="688416"/>
                  </a:lnTo>
                  <a:lnTo>
                    <a:pt x="1101026" y="715492"/>
                  </a:lnTo>
                  <a:lnTo>
                    <a:pt x="1101788" y="736561"/>
                  </a:lnTo>
                  <a:lnTo>
                    <a:pt x="1119835" y="755053"/>
                  </a:lnTo>
                  <a:lnTo>
                    <a:pt x="1096365" y="788593"/>
                  </a:lnTo>
                  <a:lnTo>
                    <a:pt x="1103566" y="800442"/>
                  </a:lnTo>
                  <a:lnTo>
                    <a:pt x="1102499" y="801966"/>
                  </a:lnTo>
                  <a:lnTo>
                    <a:pt x="1108138" y="816063"/>
                  </a:lnTo>
                  <a:lnTo>
                    <a:pt x="1103566" y="822591"/>
                  </a:lnTo>
                  <a:lnTo>
                    <a:pt x="1109802" y="835825"/>
                  </a:lnTo>
                  <a:lnTo>
                    <a:pt x="1101966" y="847013"/>
                  </a:lnTo>
                  <a:lnTo>
                    <a:pt x="1090498" y="841260"/>
                  </a:lnTo>
                  <a:lnTo>
                    <a:pt x="1080566" y="855459"/>
                  </a:lnTo>
                  <a:lnTo>
                    <a:pt x="1070495" y="847699"/>
                  </a:lnTo>
                  <a:lnTo>
                    <a:pt x="1076858" y="860742"/>
                  </a:lnTo>
                  <a:lnTo>
                    <a:pt x="1083030" y="874077"/>
                  </a:lnTo>
                  <a:lnTo>
                    <a:pt x="1088809" y="887971"/>
                  </a:lnTo>
                  <a:lnTo>
                    <a:pt x="1093978" y="902741"/>
                  </a:lnTo>
                  <a:lnTo>
                    <a:pt x="1078598" y="902550"/>
                  </a:lnTo>
                  <a:lnTo>
                    <a:pt x="1057859" y="910031"/>
                  </a:lnTo>
                  <a:lnTo>
                    <a:pt x="1046492" y="926274"/>
                  </a:lnTo>
                  <a:lnTo>
                    <a:pt x="1056894" y="933551"/>
                  </a:lnTo>
                  <a:lnTo>
                    <a:pt x="1050226" y="943089"/>
                  </a:lnTo>
                  <a:lnTo>
                    <a:pt x="1057694" y="954557"/>
                  </a:lnTo>
                  <a:lnTo>
                    <a:pt x="1055560" y="957605"/>
                  </a:lnTo>
                  <a:lnTo>
                    <a:pt x="1062964" y="969175"/>
                  </a:lnTo>
                  <a:lnTo>
                    <a:pt x="1035316" y="1008659"/>
                  </a:lnTo>
                  <a:lnTo>
                    <a:pt x="1027823" y="997229"/>
                  </a:lnTo>
                  <a:lnTo>
                    <a:pt x="1030719" y="993089"/>
                  </a:lnTo>
                  <a:lnTo>
                    <a:pt x="1023823" y="980808"/>
                  </a:lnTo>
                  <a:lnTo>
                    <a:pt x="1013345" y="995756"/>
                  </a:lnTo>
                  <a:lnTo>
                    <a:pt x="1014476" y="1016292"/>
                  </a:lnTo>
                  <a:lnTo>
                    <a:pt x="1006017" y="1028382"/>
                  </a:lnTo>
                  <a:lnTo>
                    <a:pt x="1008341" y="1047191"/>
                  </a:lnTo>
                  <a:lnTo>
                    <a:pt x="996340" y="1064336"/>
                  </a:lnTo>
                  <a:lnTo>
                    <a:pt x="994740" y="1088771"/>
                  </a:lnTo>
                  <a:lnTo>
                    <a:pt x="982738" y="1105916"/>
                  </a:lnTo>
                  <a:lnTo>
                    <a:pt x="981138" y="1130350"/>
                  </a:lnTo>
                  <a:lnTo>
                    <a:pt x="999197" y="1104557"/>
                  </a:lnTo>
                  <a:lnTo>
                    <a:pt x="1000607" y="1080389"/>
                  </a:lnTo>
                  <a:lnTo>
                    <a:pt x="1008888" y="1090714"/>
                  </a:lnTo>
                  <a:lnTo>
                    <a:pt x="1007821" y="1092238"/>
                  </a:lnTo>
                  <a:lnTo>
                    <a:pt x="1015022" y="1104099"/>
                  </a:lnTo>
                  <a:lnTo>
                    <a:pt x="1002118" y="1122527"/>
                  </a:lnTo>
                  <a:lnTo>
                    <a:pt x="1007287" y="1137297"/>
                  </a:lnTo>
                  <a:lnTo>
                    <a:pt x="976337" y="1181493"/>
                  </a:lnTo>
                  <a:lnTo>
                    <a:pt x="970203" y="1168120"/>
                  </a:lnTo>
                  <a:lnTo>
                    <a:pt x="973404" y="1163535"/>
                  </a:lnTo>
                  <a:lnTo>
                    <a:pt x="965136" y="1153210"/>
                  </a:lnTo>
                  <a:lnTo>
                    <a:pt x="961948" y="1179906"/>
                  </a:lnTo>
                  <a:lnTo>
                    <a:pt x="948461" y="1199172"/>
                  </a:lnTo>
                  <a:lnTo>
                    <a:pt x="945578" y="1225435"/>
                  </a:lnTo>
                  <a:lnTo>
                    <a:pt x="924458" y="1255610"/>
                  </a:lnTo>
                  <a:lnTo>
                    <a:pt x="930541" y="1269060"/>
                  </a:lnTo>
                  <a:lnTo>
                    <a:pt x="907796" y="1301559"/>
                  </a:lnTo>
                  <a:lnTo>
                    <a:pt x="921397" y="1304277"/>
                  </a:lnTo>
                  <a:lnTo>
                    <a:pt x="924598" y="1299705"/>
                  </a:lnTo>
                  <a:lnTo>
                    <a:pt x="928268" y="1316609"/>
                  </a:lnTo>
                  <a:lnTo>
                    <a:pt x="918794" y="1330134"/>
                  </a:lnTo>
                  <a:lnTo>
                    <a:pt x="906462" y="1325613"/>
                  </a:lnTo>
                  <a:lnTo>
                    <a:pt x="873379" y="1372857"/>
                  </a:lnTo>
                  <a:lnTo>
                    <a:pt x="868375" y="1357858"/>
                  </a:lnTo>
                  <a:lnTo>
                    <a:pt x="862977" y="1343431"/>
                  </a:lnTo>
                  <a:lnTo>
                    <a:pt x="857173" y="1329575"/>
                  </a:lnTo>
                  <a:lnTo>
                    <a:pt x="850976" y="1316291"/>
                  </a:lnTo>
                  <a:lnTo>
                    <a:pt x="848550" y="1297609"/>
                  </a:lnTo>
                  <a:lnTo>
                    <a:pt x="835634" y="1271778"/>
                  </a:lnTo>
                  <a:lnTo>
                    <a:pt x="832916" y="1253515"/>
                  </a:lnTo>
                  <a:lnTo>
                    <a:pt x="819492" y="1228394"/>
                  </a:lnTo>
                  <a:lnTo>
                    <a:pt x="807631" y="1201039"/>
                  </a:lnTo>
                  <a:lnTo>
                    <a:pt x="795883" y="1173543"/>
                  </a:lnTo>
                  <a:lnTo>
                    <a:pt x="783920" y="1146327"/>
                  </a:lnTo>
                  <a:lnTo>
                    <a:pt x="757313" y="1095768"/>
                  </a:lnTo>
                  <a:lnTo>
                    <a:pt x="726592" y="1051052"/>
                  </a:lnTo>
                  <a:lnTo>
                    <a:pt x="702106" y="1019606"/>
                  </a:lnTo>
                  <a:lnTo>
                    <a:pt x="673290" y="994333"/>
                  </a:lnTo>
                  <a:lnTo>
                    <a:pt x="621271" y="957910"/>
                  </a:lnTo>
                  <a:lnTo>
                    <a:pt x="620204" y="959434"/>
                  </a:lnTo>
                  <a:lnTo>
                    <a:pt x="599262" y="945057"/>
                  </a:lnTo>
                  <a:lnTo>
                    <a:pt x="577519" y="931824"/>
                  </a:lnTo>
                  <a:lnTo>
                    <a:pt x="564578" y="928166"/>
                  </a:lnTo>
                  <a:lnTo>
                    <a:pt x="538835" y="920648"/>
                  </a:lnTo>
                  <a:lnTo>
                    <a:pt x="522998" y="921131"/>
                  </a:lnTo>
                  <a:lnTo>
                    <a:pt x="491718" y="921512"/>
                  </a:lnTo>
                  <a:lnTo>
                    <a:pt x="465480" y="914717"/>
                  </a:lnTo>
                  <a:lnTo>
                    <a:pt x="433298" y="916393"/>
                  </a:lnTo>
                  <a:lnTo>
                    <a:pt x="347738" y="905738"/>
                  </a:lnTo>
                  <a:lnTo>
                    <a:pt x="315556" y="907415"/>
                  </a:lnTo>
                  <a:lnTo>
                    <a:pt x="313423" y="910463"/>
                  </a:lnTo>
                  <a:lnTo>
                    <a:pt x="301955" y="904709"/>
                  </a:lnTo>
                  <a:lnTo>
                    <a:pt x="300888" y="906233"/>
                  </a:lnTo>
                  <a:lnTo>
                    <a:pt x="299821" y="905548"/>
                  </a:lnTo>
                  <a:lnTo>
                    <a:pt x="299821" y="907757"/>
                  </a:lnTo>
                  <a:lnTo>
                    <a:pt x="296621" y="912329"/>
                  </a:lnTo>
                  <a:lnTo>
                    <a:pt x="284086" y="908088"/>
                  </a:lnTo>
                  <a:lnTo>
                    <a:pt x="287286" y="903516"/>
                  </a:lnTo>
                  <a:lnTo>
                    <a:pt x="299821" y="907757"/>
                  </a:lnTo>
                  <a:lnTo>
                    <a:pt x="299821" y="905548"/>
                  </a:lnTo>
                  <a:lnTo>
                    <a:pt x="290245" y="899287"/>
                  </a:lnTo>
                  <a:lnTo>
                    <a:pt x="279019" y="893191"/>
                  </a:lnTo>
                  <a:lnTo>
                    <a:pt x="277380" y="895527"/>
                  </a:lnTo>
                  <a:lnTo>
                    <a:pt x="264337" y="891997"/>
                  </a:lnTo>
                  <a:lnTo>
                    <a:pt x="245732" y="896442"/>
                  </a:lnTo>
                  <a:lnTo>
                    <a:pt x="216319" y="894156"/>
                  </a:lnTo>
                  <a:lnTo>
                    <a:pt x="196913" y="899731"/>
                  </a:lnTo>
                  <a:lnTo>
                    <a:pt x="177114" y="905878"/>
                  </a:lnTo>
                  <a:lnTo>
                    <a:pt x="146672" y="905078"/>
                  </a:lnTo>
                  <a:lnTo>
                    <a:pt x="126428" y="911847"/>
                  </a:lnTo>
                  <a:lnTo>
                    <a:pt x="105791" y="919187"/>
                  </a:lnTo>
                  <a:lnTo>
                    <a:pt x="74142" y="920102"/>
                  </a:lnTo>
                  <a:lnTo>
                    <a:pt x="4953" y="1018933"/>
                  </a:lnTo>
                  <a:lnTo>
                    <a:pt x="3644" y="1308696"/>
                  </a:lnTo>
                  <a:lnTo>
                    <a:pt x="812" y="1932800"/>
                  </a:lnTo>
                  <a:lnTo>
                    <a:pt x="0" y="2111121"/>
                  </a:lnTo>
                  <a:lnTo>
                    <a:pt x="29667" y="2068753"/>
                  </a:lnTo>
                  <a:lnTo>
                    <a:pt x="46443" y="2022627"/>
                  </a:lnTo>
                  <a:lnTo>
                    <a:pt x="59436" y="1981936"/>
                  </a:lnTo>
                  <a:lnTo>
                    <a:pt x="107010" y="1913966"/>
                  </a:lnTo>
                  <a:lnTo>
                    <a:pt x="120599" y="1872411"/>
                  </a:lnTo>
                  <a:lnTo>
                    <a:pt x="151866" y="1827758"/>
                  </a:lnTo>
                  <a:lnTo>
                    <a:pt x="193205" y="1724406"/>
                  </a:lnTo>
                  <a:lnTo>
                    <a:pt x="224320" y="1679968"/>
                  </a:lnTo>
                  <a:lnTo>
                    <a:pt x="245173" y="1628038"/>
                  </a:lnTo>
                  <a:lnTo>
                    <a:pt x="287451" y="1567637"/>
                  </a:lnTo>
                  <a:lnTo>
                    <a:pt x="320128" y="1498828"/>
                  </a:lnTo>
                  <a:lnTo>
                    <a:pt x="389737" y="1377226"/>
                  </a:lnTo>
                  <a:lnTo>
                    <a:pt x="391871" y="1374178"/>
                  </a:lnTo>
                  <a:lnTo>
                    <a:pt x="395249" y="1391513"/>
                  </a:lnTo>
                  <a:lnTo>
                    <a:pt x="409219" y="1415846"/>
                  </a:lnTo>
                  <a:lnTo>
                    <a:pt x="412788" y="1432890"/>
                  </a:lnTo>
                  <a:lnTo>
                    <a:pt x="416153" y="1450225"/>
                  </a:lnTo>
                  <a:lnTo>
                    <a:pt x="429755" y="1452930"/>
                  </a:lnTo>
                  <a:lnTo>
                    <a:pt x="421805" y="1442148"/>
                  </a:lnTo>
                  <a:lnTo>
                    <a:pt x="427913" y="1433436"/>
                  </a:lnTo>
                  <a:lnTo>
                    <a:pt x="421754" y="1420075"/>
                  </a:lnTo>
                  <a:lnTo>
                    <a:pt x="429945" y="1430528"/>
                  </a:lnTo>
                  <a:lnTo>
                    <a:pt x="438429" y="1440548"/>
                  </a:lnTo>
                  <a:lnTo>
                    <a:pt x="447116" y="1450289"/>
                  </a:lnTo>
                  <a:lnTo>
                    <a:pt x="440969" y="1459077"/>
                  </a:lnTo>
                  <a:lnTo>
                    <a:pt x="427888" y="1455597"/>
                  </a:lnTo>
                  <a:lnTo>
                    <a:pt x="424421" y="1460550"/>
                  </a:lnTo>
                  <a:lnTo>
                    <a:pt x="426999" y="1479029"/>
                  </a:lnTo>
                  <a:lnTo>
                    <a:pt x="432536" y="1515414"/>
                  </a:lnTo>
                  <a:lnTo>
                    <a:pt x="435102" y="1533893"/>
                  </a:lnTo>
                  <a:lnTo>
                    <a:pt x="449770" y="1535074"/>
                  </a:lnTo>
                  <a:lnTo>
                    <a:pt x="442747" y="1522958"/>
                  </a:lnTo>
                  <a:lnTo>
                    <a:pt x="450316" y="1512150"/>
                  </a:lnTo>
                  <a:lnTo>
                    <a:pt x="443903" y="1499184"/>
                  </a:lnTo>
                  <a:lnTo>
                    <a:pt x="447103" y="1494599"/>
                  </a:lnTo>
                  <a:lnTo>
                    <a:pt x="454317" y="1506435"/>
                  </a:lnTo>
                  <a:lnTo>
                    <a:pt x="451231" y="1510830"/>
                  </a:lnTo>
                  <a:lnTo>
                    <a:pt x="458762" y="1522234"/>
                  </a:lnTo>
                  <a:lnTo>
                    <a:pt x="456171" y="1525930"/>
                  </a:lnTo>
                  <a:lnTo>
                    <a:pt x="463473" y="1537639"/>
                  </a:lnTo>
                  <a:lnTo>
                    <a:pt x="438835" y="1572844"/>
                  </a:lnTo>
                  <a:lnTo>
                    <a:pt x="450024" y="1579003"/>
                  </a:lnTo>
                  <a:lnTo>
                    <a:pt x="448310" y="1581454"/>
                  </a:lnTo>
                  <a:lnTo>
                    <a:pt x="455587" y="1593189"/>
                  </a:lnTo>
                  <a:lnTo>
                    <a:pt x="445770" y="1607223"/>
                  </a:lnTo>
                  <a:lnTo>
                    <a:pt x="454037" y="1617548"/>
                  </a:lnTo>
                  <a:lnTo>
                    <a:pt x="450837" y="1622120"/>
                  </a:lnTo>
                  <a:lnTo>
                    <a:pt x="456984" y="1635506"/>
                  </a:lnTo>
                  <a:lnTo>
                    <a:pt x="460184" y="1630934"/>
                  </a:lnTo>
                  <a:lnTo>
                    <a:pt x="470420" y="1638452"/>
                  </a:lnTo>
                  <a:lnTo>
                    <a:pt x="480085" y="1646783"/>
                  </a:lnTo>
                  <a:lnTo>
                    <a:pt x="490321" y="1654302"/>
                  </a:lnTo>
                  <a:lnTo>
                    <a:pt x="484987" y="1661934"/>
                  </a:lnTo>
                  <a:lnTo>
                    <a:pt x="464185" y="1647367"/>
                  </a:lnTo>
                  <a:lnTo>
                    <a:pt x="458851" y="1654987"/>
                  </a:lnTo>
                  <a:lnTo>
                    <a:pt x="460451" y="1696986"/>
                  </a:lnTo>
                  <a:lnTo>
                    <a:pt x="461251" y="1717979"/>
                  </a:lnTo>
                  <a:lnTo>
                    <a:pt x="470852" y="1704263"/>
                  </a:lnTo>
                  <a:lnTo>
                    <a:pt x="479120" y="1714601"/>
                  </a:lnTo>
                  <a:lnTo>
                    <a:pt x="471652" y="1725269"/>
                  </a:lnTo>
                  <a:lnTo>
                    <a:pt x="477786" y="1738642"/>
                  </a:lnTo>
                  <a:lnTo>
                    <a:pt x="462114" y="1761032"/>
                  </a:lnTo>
                  <a:lnTo>
                    <a:pt x="463118" y="1781746"/>
                  </a:lnTo>
                  <a:lnTo>
                    <a:pt x="464921" y="1801317"/>
                  </a:lnTo>
                  <a:lnTo>
                    <a:pt x="466318" y="1821459"/>
                  </a:lnTo>
                  <a:lnTo>
                    <a:pt x="459016" y="1831898"/>
                  </a:lnTo>
                  <a:lnTo>
                    <a:pt x="463118" y="1848180"/>
                  </a:lnTo>
                  <a:lnTo>
                    <a:pt x="467626" y="1863890"/>
                  </a:lnTo>
                  <a:lnTo>
                    <a:pt x="471932" y="1879892"/>
                  </a:lnTo>
                  <a:lnTo>
                    <a:pt x="464464" y="1890560"/>
                  </a:lnTo>
                  <a:lnTo>
                    <a:pt x="469912" y="1904923"/>
                  </a:lnTo>
                  <a:lnTo>
                    <a:pt x="464858" y="1912137"/>
                  </a:lnTo>
                  <a:lnTo>
                    <a:pt x="470408" y="1926348"/>
                  </a:lnTo>
                  <a:lnTo>
                    <a:pt x="464997" y="1934083"/>
                  </a:lnTo>
                  <a:lnTo>
                    <a:pt x="477532" y="1938324"/>
                  </a:lnTo>
                  <a:lnTo>
                    <a:pt x="487934" y="1945601"/>
                  </a:lnTo>
                  <a:lnTo>
                    <a:pt x="469798" y="1971522"/>
                  </a:lnTo>
                  <a:lnTo>
                    <a:pt x="476732" y="1983752"/>
                  </a:lnTo>
                  <a:lnTo>
                    <a:pt x="471665" y="1990991"/>
                  </a:lnTo>
                  <a:lnTo>
                    <a:pt x="476199" y="2006663"/>
                  </a:lnTo>
                  <a:lnTo>
                    <a:pt x="470331" y="2015045"/>
                  </a:lnTo>
                  <a:lnTo>
                    <a:pt x="473367" y="2032850"/>
                  </a:lnTo>
                  <a:lnTo>
                    <a:pt x="466598" y="2042515"/>
                  </a:lnTo>
                  <a:lnTo>
                    <a:pt x="472236" y="2056612"/>
                  </a:lnTo>
                  <a:lnTo>
                    <a:pt x="491680" y="2073135"/>
                  </a:lnTo>
                  <a:lnTo>
                    <a:pt x="477812" y="2092947"/>
                  </a:lnTo>
                  <a:lnTo>
                    <a:pt x="488213" y="2100237"/>
                  </a:lnTo>
                  <a:lnTo>
                    <a:pt x="489280" y="2098713"/>
                  </a:lnTo>
                  <a:lnTo>
                    <a:pt x="499681" y="2105990"/>
                  </a:lnTo>
                  <a:lnTo>
                    <a:pt x="477278" y="2137994"/>
                  </a:lnTo>
                  <a:lnTo>
                    <a:pt x="487680" y="2145284"/>
                  </a:lnTo>
                  <a:lnTo>
                    <a:pt x="511149" y="2111743"/>
                  </a:lnTo>
                  <a:lnTo>
                    <a:pt x="514972" y="2128443"/>
                  </a:lnTo>
                  <a:lnTo>
                    <a:pt x="508088" y="2138273"/>
                  </a:lnTo>
                  <a:lnTo>
                    <a:pt x="511403" y="2155685"/>
                  </a:lnTo>
                  <a:lnTo>
                    <a:pt x="514629" y="2173224"/>
                  </a:lnTo>
                  <a:lnTo>
                    <a:pt x="550633" y="2188222"/>
                  </a:lnTo>
                  <a:lnTo>
                    <a:pt x="573049" y="2200503"/>
                  </a:lnTo>
                  <a:lnTo>
                    <a:pt x="581317" y="2210828"/>
                  </a:lnTo>
                  <a:lnTo>
                    <a:pt x="579183" y="2213876"/>
                  </a:lnTo>
                  <a:lnTo>
                    <a:pt x="574281" y="2243023"/>
                  </a:lnTo>
                  <a:lnTo>
                    <a:pt x="587984" y="2267737"/>
                  </a:lnTo>
                  <a:lnTo>
                    <a:pt x="605688" y="2286736"/>
                  </a:lnTo>
                  <a:lnTo>
                    <a:pt x="623201" y="2306015"/>
                  </a:lnTo>
                  <a:lnTo>
                    <a:pt x="622515" y="2306993"/>
                  </a:lnTo>
                  <a:lnTo>
                    <a:pt x="634542" y="2311958"/>
                  </a:lnTo>
                  <a:lnTo>
                    <a:pt x="648271" y="2314486"/>
                  </a:lnTo>
                  <a:lnTo>
                    <a:pt x="656513" y="2324862"/>
                  </a:lnTo>
                  <a:lnTo>
                    <a:pt x="678954" y="2337092"/>
                  </a:lnTo>
                  <a:lnTo>
                    <a:pt x="692594" y="2339759"/>
                  </a:lnTo>
                  <a:lnTo>
                    <a:pt x="705637" y="2343277"/>
                  </a:lnTo>
                  <a:lnTo>
                    <a:pt x="729018" y="2354148"/>
                  </a:lnTo>
                  <a:lnTo>
                    <a:pt x="752716" y="2364600"/>
                  </a:lnTo>
                  <a:lnTo>
                    <a:pt x="766203" y="2367483"/>
                  </a:lnTo>
                  <a:lnTo>
                    <a:pt x="790194" y="2377490"/>
                  </a:lnTo>
                  <a:lnTo>
                    <a:pt x="889431" y="2412898"/>
                  </a:lnTo>
                  <a:lnTo>
                    <a:pt x="893254" y="2407450"/>
                  </a:lnTo>
                  <a:lnTo>
                    <a:pt x="907161" y="2409710"/>
                  </a:lnTo>
                  <a:lnTo>
                    <a:pt x="906233" y="2411044"/>
                  </a:lnTo>
                  <a:lnTo>
                    <a:pt x="917714" y="2416797"/>
                  </a:lnTo>
                  <a:lnTo>
                    <a:pt x="924026" y="2407780"/>
                  </a:lnTo>
                  <a:lnTo>
                    <a:pt x="938923" y="2408644"/>
                  </a:lnTo>
                  <a:lnTo>
                    <a:pt x="1001737" y="2318918"/>
                  </a:lnTo>
                  <a:lnTo>
                    <a:pt x="1036967" y="2290737"/>
                  </a:lnTo>
                  <a:lnTo>
                    <a:pt x="1061885" y="2255139"/>
                  </a:lnTo>
                  <a:lnTo>
                    <a:pt x="1076591" y="2211984"/>
                  </a:lnTo>
                  <a:lnTo>
                    <a:pt x="1171384" y="2076577"/>
                  </a:lnTo>
                  <a:lnTo>
                    <a:pt x="1184973" y="2035022"/>
                  </a:lnTo>
                  <a:lnTo>
                    <a:pt x="1208862" y="2000897"/>
                  </a:lnTo>
                  <a:lnTo>
                    <a:pt x="1222133" y="1959787"/>
                  </a:lnTo>
                  <a:lnTo>
                    <a:pt x="1245539" y="1926361"/>
                  </a:lnTo>
                  <a:lnTo>
                    <a:pt x="1272209" y="1843963"/>
                  </a:lnTo>
                  <a:lnTo>
                    <a:pt x="1295857" y="1810194"/>
                  </a:lnTo>
                  <a:lnTo>
                    <a:pt x="1309293" y="1768856"/>
                  </a:lnTo>
                  <a:lnTo>
                    <a:pt x="1319695" y="1731848"/>
                  </a:lnTo>
                  <a:lnTo>
                    <a:pt x="1340497" y="1702130"/>
                  </a:lnTo>
                  <a:lnTo>
                    <a:pt x="1350899" y="1665135"/>
                  </a:lnTo>
                  <a:lnTo>
                    <a:pt x="1371701" y="1635404"/>
                  </a:lnTo>
                  <a:lnTo>
                    <a:pt x="1429321" y="1464525"/>
                  </a:lnTo>
                  <a:lnTo>
                    <a:pt x="1530134" y="1187627"/>
                  </a:lnTo>
                  <a:lnTo>
                    <a:pt x="1607223" y="966800"/>
                  </a:lnTo>
                  <a:lnTo>
                    <a:pt x="1612023" y="915644"/>
                  </a:lnTo>
                  <a:lnTo>
                    <a:pt x="1641767" y="828878"/>
                  </a:lnTo>
                  <a:lnTo>
                    <a:pt x="1645881" y="778700"/>
                  </a:lnTo>
                  <a:lnTo>
                    <a:pt x="1660296" y="735965"/>
                  </a:lnTo>
                  <a:lnTo>
                    <a:pt x="1681099" y="661949"/>
                  </a:lnTo>
                  <a:lnTo>
                    <a:pt x="1687868" y="674433"/>
                  </a:lnTo>
                  <a:lnTo>
                    <a:pt x="1684832" y="678764"/>
                  </a:lnTo>
                  <a:lnTo>
                    <a:pt x="1692605" y="689813"/>
                  </a:lnTo>
                  <a:lnTo>
                    <a:pt x="1700580" y="700570"/>
                  </a:lnTo>
                  <a:lnTo>
                    <a:pt x="1709115" y="688378"/>
                  </a:lnTo>
                  <a:lnTo>
                    <a:pt x="1713966" y="703592"/>
                  </a:lnTo>
                  <a:lnTo>
                    <a:pt x="1714322" y="703084"/>
                  </a:lnTo>
                  <a:lnTo>
                    <a:pt x="1727669" y="706158"/>
                  </a:lnTo>
                  <a:lnTo>
                    <a:pt x="1740331" y="710222"/>
                  </a:lnTo>
                  <a:lnTo>
                    <a:pt x="1710740" y="752500"/>
                  </a:lnTo>
                  <a:lnTo>
                    <a:pt x="1714055" y="769899"/>
                  </a:lnTo>
                  <a:lnTo>
                    <a:pt x="1717573" y="787019"/>
                  </a:lnTo>
                  <a:lnTo>
                    <a:pt x="1710982" y="796429"/>
                  </a:lnTo>
                  <a:lnTo>
                    <a:pt x="1717903" y="808685"/>
                  </a:lnTo>
                  <a:lnTo>
                    <a:pt x="1715122" y="812660"/>
                  </a:lnTo>
                  <a:lnTo>
                    <a:pt x="1722945" y="823645"/>
                  </a:lnTo>
                  <a:lnTo>
                    <a:pt x="1720062" y="827760"/>
                  </a:lnTo>
                  <a:lnTo>
                    <a:pt x="1720253" y="849617"/>
                  </a:lnTo>
                  <a:lnTo>
                    <a:pt x="1719262" y="873188"/>
                  </a:lnTo>
                  <a:lnTo>
                    <a:pt x="1729867" y="902335"/>
                  </a:lnTo>
                  <a:lnTo>
                    <a:pt x="1733664" y="919048"/>
                  </a:lnTo>
                  <a:lnTo>
                    <a:pt x="1744065" y="926325"/>
                  </a:lnTo>
                  <a:lnTo>
                    <a:pt x="1740865" y="930897"/>
                  </a:lnTo>
                  <a:lnTo>
                    <a:pt x="1739277" y="977480"/>
                  </a:lnTo>
                  <a:lnTo>
                    <a:pt x="1744078" y="992759"/>
                  </a:lnTo>
                  <a:lnTo>
                    <a:pt x="1748878" y="1008049"/>
                  </a:lnTo>
                  <a:lnTo>
                    <a:pt x="1748078" y="1031328"/>
                  </a:lnTo>
                  <a:lnTo>
                    <a:pt x="1761680" y="1034046"/>
                  </a:lnTo>
                  <a:lnTo>
                    <a:pt x="1775548" y="1014234"/>
                  </a:lnTo>
                  <a:lnTo>
                    <a:pt x="1785696" y="1021892"/>
                  </a:lnTo>
                  <a:lnTo>
                    <a:pt x="1794230" y="1031849"/>
                  </a:lnTo>
                  <a:lnTo>
                    <a:pt x="1776095" y="1057757"/>
                  </a:lnTo>
                  <a:lnTo>
                    <a:pt x="1784362" y="1068082"/>
                  </a:lnTo>
                  <a:lnTo>
                    <a:pt x="1781162" y="1072654"/>
                  </a:lnTo>
                  <a:lnTo>
                    <a:pt x="1789163" y="1083373"/>
                  </a:lnTo>
                  <a:lnTo>
                    <a:pt x="1786763" y="1086802"/>
                  </a:lnTo>
                  <a:lnTo>
                    <a:pt x="1794764" y="1097508"/>
                  </a:lnTo>
                  <a:lnTo>
                    <a:pt x="1789480" y="1105065"/>
                  </a:lnTo>
                  <a:lnTo>
                    <a:pt x="1776488" y="1101471"/>
                  </a:lnTo>
                  <a:lnTo>
                    <a:pt x="1773707" y="1105446"/>
                  </a:lnTo>
                  <a:lnTo>
                    <a:pt x="1759813" y="1103147"/>
                  </a:lnTo>
                  <a:lnTo>
                    <a:pt x="1761439" y="1100836"/>
                  </a:lnTo>
                  <a:lnTo>
                    <a:pt x="1755152" y="1087666"/>
                  </a:lnTo>
                  <a:lnTo>
                    <a:pt x="1767547" y="1069949"/>
                  </a:lnTo>
                  <a:lnTo>
                    <a:pt x="1763814" y="1066431"/>
                  </a:lnTo>
                  <a:lnTo>
                    <a:pt x="1767979" y="1065707"/>
                  </a:lnTo>
                  <a:lnTo>
                    <a:pt x="1779282" y="1069073"/>
                  </a:lnTo>
                  <a:lnTo>
                    <a:pt x="1777898" y="1061288"/>
                  </a:lnTo>
                  <a:lnTo>
                    <a:pt x="1773923" y="1053960"/>
                  </a:lnTo>
                  <a:lnTo>
                    <a:pt x="1772539" y="1046187"/>
                  </a:lnTo>
                  <a:lnTo>
                    <a:pt x="1764957" y="1042936"/>
                  </a:lnTo>
                  <a:lnTo>
                    <a:pt x="1743824" y="1035164"/>
                  </a:lnTo>
                  <a:lnTo>
                    <a:pt x="1745843" y="1061554"/>
                  </a:lnTo>
                  <a:lnTo>
                    <a:pt x="1758810" y="1059281"/>
                  </a:lnTo>
                  <a:lnTo>
                    <a:pt x="1759267" y="1061885"/>
                  </a:lnTo>
                  <a:lnTo>
                    <a:pt x="1762328" y="1064018"/>
                  </a:lnTo>
                  <a:lnTo>
                    <a:pt x="1762531" y="1065225"/>
                  </a:lnTo>
                  <a:lnTo>
                    <a:pt x="1758213" y="1061135"/>
                  </a:lnTo>
                  <a:lnTo>
                    <a:pt x="1746859" y="1077353"/>
                  </a:lnTo>
                  <a:lnTo>
                    <a:pt x="1749018" y="1096429"/>
                  </a:lnTo>
                  <a:lnTo>
                    <a:pt x="1752168" y="1114069"/>
                  </a:lnTo>
                  <a:lnTo>
                    <a:pt x="1754200" y="1133284"/>
                  </a:lnTo>
                  <a:lnTo>
                    <a:pt x="1750377" y="1138758"/>
                  </a:lnTo>
                  <a:lnTo>
                    <a:pt x="1757146" y="1151242"/>
                  </a:lnTo>
                  <a:lnTo>
                    <a:pt x="1749679" y="1161910"/>
                  </a:lnTo>
                  <a:lnTo>
                    <a:pt x="1761159" y="1167663"/>
                  </a:lnTo>
                  <a:lnTo>
                    <a:pt x="1783562" y="1135659"/>
                  </a:lnTo>
                  <a:lnTo>
                    <a:pt x="1788248" y="1151115"/>
                  </a:lnTo>
                  <a:lnTo>
                    <a:pt x="1761959" y="1188669"/>
                  </a:lnTo>
                  <a:lnTo>
                    <a:pt x="1768094" y="1202042"/>
                  </a:lnTo>
                  <a:lnTo>
                    <a:pt x="1781962" y="1182230"/>
                  </a:lnTo>
                  <a:lnTo>
                    <a:pt x="1805978" y="1192225"/>
                  </a:lnTo>
                  <a:lnTo>
                    <a:pt x="1799564" y="1201369"/>
                  </a:lnTo>
                  <a:lnTo>
                    <a:pt x="1787029" y="1197140"/>
                  </a:lnTo>
                  <a:lnTo>
                    <a:pt x="1777161" y="1211237"/>
                  </a:lnTo>
                  <a:lnTo>
                    <a:pt x="1762620" y="1209865"/>
                  </a:lnTo>
                  <a:lnTo>
                    <a:pt x="1758492" y="1215771"/>
                  </a:lnTo>
                  <a:lnTo>
                    <a:pt x="1765642" y="1249832"/>
                  </a:lnTo>
                  <a:lnTo>
                    <a:pt x="1772500" y="1284338"/>
                  </a:lnTo>
                  <a:lnTo>
                    <a:pt x="1768348" y="1312405"/>
                  </a:lnTo>
                  <a:lnTo>
                    <a:pt x="1773707" y="1349057"/>
                  </a:lnTo>
                  <a:lnTo>
                    <a:pt x="1798243" y="1313992"/>
                  </a:lnTo>
                  <a:lnTo>
                    <a:pt x="1804644" y="1326997"/>
                  </a:lnTo>
                  <a:lnTo>
                    <a:pt x="1800644" y="1332712"/>
                  </a:lnTo>
                  <a:lnTo>
                    <a:pt x="1807044" y="1345704"/>
                  </a:lnTo>
                  <a:lnTo>
                    <a:pt x="1798205" y="1358328"/>
                  </a:lnTo>
                  <a:lnTo>
                    <a:pt x="1803577" y="1372806"/>
                  </a:lnTo>
                  <a:lnTo>
                    <a:pt x="1792109" y="1389189"/>
                  </a:lnTo>
                  <a:lnTo>
                    <a:pt x="1807845" y="1388859"/>
                  </a:lnTo>
                  <a:lnTo>
                    <a:pt x="1806511" y="1390764"/>
                  </a:lnTo>
                  <a:lnTo>
                    <a:pt x="1817751" y="1396847"/>
                  </a:lnTo>
                  <a:lnTo>
                    <a:pt x="1804987" y="1415097"/>
                  </a:lnTo>
                  <a:lnTo>
                    <a:pt x="1821192" y="1414094"/>
                  </a:lnTo>
                  <a:lnTo>
                    <a:pt x="1808251" y="1432572"/>
                  </a:lnTo>
                  <a:lnTo>
                    <a:pt x="1811934" y="1449451"/>
                  </a:lnTo>
                  <a:lnTo>
                    <a:pt x="1804911" y="1459471"/>
                  </a:lnTo>
                  <a:lnTo>
                    <a:pt x="1794510" y="1452194"/>
                  </a:lnTo>
                  <a:lnTo>
                    <a:pt x="1793443" y="1453718"/>
                  </a:lnTo>
                  <a:lnTo>
                    <a:pt x="1783041" y="1446441"/>
                  </a:lnTo>
                  <a:lnTo>
                    <a:pt x="1785543" y="1487144"/>
                  </a:lnTo>
                  <a:lnTo>
                    <a:pt x="1788642" y="1527009"/>
                  </a:lnTo>
                  <a:lnTo>
                    <a:pt x="1792947" y="1565148"/>
                  </a:lnTo>
                  <a:lnTo>
                    <a:pt x="1798459" y="1579435"/>
                  </a:lnTo>
                  <a:lnTo>
                    <a:pt x="1809457" y="1608010"/>
                  </a:lnTo>
                  <a:lnTo>
                    <a:pt x="1812696" y="1603387"/>
                  </a:lnTo>
                  <a:lnTo>
                    <a:pt x="1826526" y="1605762"/>
                  </a:lnTo>
                  <a:lnTo>
                    <a:pt x="1830362" y="1600288"/>
                  </a:lnTo>
                  <a:lnTo>
                    <a:pt x="1845208" y="1601228"/>
                  </a:lnTo>
                  <a:lnTo>
                    <a:pt x="1812048" y="1648599"/>
                  </a:lnTo>
                  <a:lnTo>
                    <a:pt x="1819325" y="1660334"/>
                  </a:lnTo>
                  <a:lnTo>
                    <a:pt x="1810791" y="1672526"/>
                  </a:lnTo>
                  <a:lnTo>
                    <a:pt x="1828406" y="1691665"/>
                  </a:lnTo>
                  <a:lnTo>
                    <a:pt x="1846008" y="1710804"/>
                  </a:lnTo>
                  <a:lnTo>
                    <a:pt x="1834273" y="1727581"/>
                  </a:lnTo>
                  <a:lnTo>
                    <a:pt x="1846808" y="1731810"/>
                  </a:lnTo>
                  <a:lnTo>
                    <a:pt x="1838274" y="1744002"/>
                  </a:lnTo>
                  <a:lnTo>
                    <a:pt x="1850809" y="1748243"/>
                  </a:lnTo>
                  <a:lnTo>
                    <a:pt x="1835162" y="1748459"/>
                  </a:lnTo>
                  <a:lnTo>
                    <a:pt x="1840001" y="1763674"/>
                  </a:lnTo>
                  <a:lnTo>
                    <a:pt x="1835061" y="1770748"/>
                  </a:lnTo>
                  <a:lnTo>
                    <a:pt x="1821205" y="1768386"/>
                  </a:lnTo>
                  <a:lnTo>
                    <a:pt x="1816938" y="1774482"/>
                  </a:lnTo>
                  <a:lnTo>
                    <a:pt x="1827339" y="1781771"/>
                  </a:lnTo>
                  <a:lnTo>
                    <a:pt x="1834807" y="1771116"/>
                  </a:lnTo>
                  <a:lnTo>
                    <a:pt x="1849475" y="1772285"/>
                  </a:lnTo>
                  <a:lnTo>
                    <a:pt x="1835340" y="1792478"/>
                  </a:lnTo>
                  <a:lnTo>
                    <a:pt x="1839480" y="1808721"/>
                  </a:lnTo>
                  <a:lnTo>
                    <a:pt x="1837347" y="1811769"/>
                  </a:lnTo>
                  <a:lnTo>
                    <a:pt x="1850669" y="1814880"/>
                  </a:lnTo>
                  <a:lnTo>
                    <a:pt x="1864690" y="1817001"/>
                  </a:lnTo>
                  <a:lnTo>
                    <a:pt x="1849234" y="1816938"/>
                  </a:lnTo>
                  <a:lnTo>
                    <a:pt x="1838274" y="1832584"/>
                  </a:lnTo>
                  <a:lnTo>
                    <a:pt x="1842287" y="1849005"/>
                  </a:lnTo>
                  <a:lnTo>
                    <a:pt x="1846287" y="1865439"/>
                  </a:lnTo>
                  <a:lnTo>
                    <a:pt x="1843252" y="1869770"/>
                  </a:lnTo>
                  <a:lnTo>
                    <a:pt x="1847989" y="1885149"/>
                  </a:lnTo>
                  <a:lnTo>
                    <a:pt x="1839620" y="1897100"/>
                  </a:lnTo>
                  <a:lnTo>
                    <a:pt x="1854733" y="1919795"/>
                  </a:lnTo>
                  <a:lnTo>
                    <a:pt x="1866963" y="1946617"/>
                  </a:lnTo>
                  <a:lnTo>
                    <a:pt x="1866582" y="1969312"/>
                  </a:lnTo>
                  <a:lnTo>
                    <a:pt x="1875104" y="2001431"/>
                  </a:lnTo>
                  <a:lnTo>
                    <a:pt x="1896706" y="2037003"/>
                  </a:lnTo>
                  <a:lnTo>
                    <a:pt x="1907819" y="2043277"/>
                  </a:lnTo>
                  <a:lnTo>
                    <a:pt x="1916722" y="2052713"/>
                  </a:lnTo>
                  <a:lnTo>
                    <a:pt x="1922818" y="2066137"/>
                  </a:lnTo>
                  <a:lnTo>
                    <a:pt x="1925523" y="2084425"/>
                  </a:lnTo>
                  <a:lnTo>
                    <a:pt x="1924456" y="2085949"/>
                  </a:lnTo>
                  <a:lnTo>
                    <a:pt x="1914055" y="2078659"/>
                  </a:lnTo>
                  <a:lnTo>
                    <a:pt x="1911921" y="2081707"/>
                  </a:lnTo>
                  <a:lnTo>
                    <a:pt x="1921052" y="2090801"/>
                  </a:lnTo>
                  <a:lnTo>
                    <a:pt x="1920189" y="2092045"/>
                  </a:lnTo>
                  <a:lnTo>
                    <a:pt x="1929726" y="2100567"/>
                  </a:lnTo>
                  <a:lnTo>
                    <a:pt x="1938858" y="2109660"/>
                  </a:lnTo>
                  <a:lnTo>
                    <a:pt x="1954796" y="2131174"/>
                  </a:lnTo>
                  <a:lnTo>
                    <a:pt x="1973541" y="2148700"/>
                  </a:lnTo>
                  <a:lnTo>
                    <a:pt x="1994687" y="2162784"/>
                  </a:lnTo>
                  <a:lnTo>
                    <a:pt x="2017826" y="2174024"/>
                  </a:lnTo>
                  <a:lnTo>
                    <a:pt x="2041372" y="2184679"/>
                  </a:lnTo>
                  <a:lnTo>
                    <a:pt x="2078850" y="2197582"/>
                  </a:lnTo>
                  <a:lnTo>
                    <a:pt x="2102396" y="2208238"/>
                  </a:lnTo>
                  <a:lnTo>
                    <a:pt x="2127021" y="2217356"/>
                  </a:lnTo>
                  <a:lnTo>
                    <a:pt x="2151342" y="2226894"/>
                  </a:lnTo>
                  <a:lnTo>
                    <a:pt x="2185873" y="2244001"/>
                  </a:lnTo>
                  <a:lnTo>
                    <a:pt x="2209901" y="2253970"/>
                  </a:lnTo>
                  <a:lnTo>
                    <a:pt x="2222182" y="2258568"/>
                  </a:lnTo>
                  <a:lnTo>
                    <a:pt x="2224963" y="2254593"/>
                  </a:lnTo>
                  <a:lnTo>
                    <a:pt x="2239556" y="2255901"/>
                  </a:lnTo>
                  <a:lnTo>
                    <a:pt x="2256053" y="2254491"/>
                  </a:lnTo>
                  <a:lnTo>
                    <a:pt x="2347480" y="2123884"/>
                  </a:lnTo>
                  <a:lnTo>
                    <a:pt x="2413952" y="1940331"/>
                  </a:lnTo>
                  <a:lnTo>
                    <a:pt x="2452509" y="1840979"/>
                  </a:lnTo>
                  <a:lnTo>
                    <a:pt x="2460993" y="1784565"/>
                  </a:lnTo>
                  <a:lnTo>
                    <a:pt x="2479827" y="1735505"/>
                  </a:lnTo>
                  <a:lnTo>
                    <a:pt x="2488374" y="1679016"/>
                  </a:lnTo>
                  <a:lnTo>
                    <a:pt x="2519883" y="1589722"/>
                  </a:lnTo>
                  <a:lnTo>
                    <a:pt x="2525280" y="1537703"/>
                  </a:lnTo>
                  <a:lnTo>
                    <a:pt x="2541054" y="1493037"/>
                  </a:lnTo>
                  <a:lnTo>
                    <a:pt x="2546337" y="1441208"/>
                  </a:lnTo>
                  <a:lnTo>
                    <a:pt x="2577185" y="1352842"/>
                  </a:lnTo>
                  <a:lnTo>
                    <a:pt x="2587460" y="1249578"/>
                  </a:lnTo>
                  <a:lnTo>
                    <a:pt x="2602852" y="1205445"/>
                  </a:lnTo>
                  <a:lnTo>
                    <a:pt x="2607767" y="1154137"/>
                  </a:lnTo>
                  <a:lnTo>
                    <a:pt x="2623032" y="1110183"/>
                  </a:lnTo>
                  <a:lnTo>
                    <a:pt x="2637231" y="957046"/>
                  </a:lnTo>
                  <a:lnTo>
                    <a:pt x="2651836" y="914019"/>
                  </a:lnTo>
                  <a:lnTo>
                    <a:pt x="2663863" y="763981"/>
                  </a:lnTo>
                  <a:lnTo>
                    <a:pt x="2672994" y="728789"/>
                  </a:lnTo>
                  <a:lnTo>
                    <a:pt x="2672130" y="685736"/>
                  </a:lnTo>
                  <a:lnTo>
                    <a:pt x="2681655" y="649973"/>
                  </a:lnTo>
                  <a:lnTo>
                    <a:pt x="2680385" y="607491"/>
                  </a:lnTo>
                  <a:lnTo>
                    <a:pt x="2701709" y="355587"/>
                  </a:lnTo>
                  <a:lnTo>
                    <a:pt x="2695371" y="298221"/>
                  </a:lnTo>
                  <a:lnTo>
                    <a:pt x="2707043" y="148666"/>
                  </a:lnTo>
                  <a:close/>
                </a:path>
              </a:pathLst>
            </a:custGeom>
            <a:solidFill>
              <a:srgbClr val="2B12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7060" algn="l"/>
                <a:tab pos="3811904" algn="l"/>
              </a:tabLst>
            </a:pPr>
            <a:r>
              <a:rPr dirty="0" spc="585"/>
              <a:t>EXTRA	</a:t>
            </a:r>
            <a:r>
              <a:rPr dirty="0" spc="610"/>
              <a:t>-	</a:t>
            </a:r>
            <a:r>
              <a:rPr dirty="0" spc="685"/>
              <a:t>DASHBOARDS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635"/>
            <a:chOff x="0" y="0"/>
            <a:chExt cx="18288000" cy="102876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00" cy="1028763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591130" y="7155268"/>
              <a:ext cx="2690495" cy="3131820"/>
            </a:xfrm>
            <a:custGeom>
              <a:avLst/>
              <a:gdLst/>
              <a:ahLst/>
              <a:cxnLst/>
              <a:rect l="l" t="t" r="r" b="b"/>
              <a:pathLst>
                <a:path w="2690494" h="3131820">
                  <a:moveTo>
                    <a:pt x="995349" y="2033231"/>
                  </a:moveTo>
                  <a:lnTo>
                    <a:pt x="988822" y="2013673"/>
                  </a:lnTo>
                  <a:lnTo>
                    <a:pt x="981633" y="1995970"/>
                  </a:lnTo>
                  <a:lnTo>
                    <a:pt x="975169" y="1976221"/>
                  </a:lnTo>
                  <a:lnTo>
                    <a:pt x="965733" y="1964867"/>
                  </a:lnTo>
                  <a:lnTo>
                    <a:pt x="968133" y="1958111"/>
                  </a:lnTo>
                  <a:lnTo>
                    <a:pt x="958557" y="1947125"/>
                  </a:lnTo>
                  <a:lnTo>
                    <a:pt x="932954" y="2019173"/>
                  </a:lnTo>
                  <a:lnTo>
                    <a:pt x="946823" y="2018080"/>
                  </a:lnTo>
                  <a:lnTo>
                    <a:pt x="948524" y="2013292"/>
                  </a:lnTo>
                  <a:lnTo>
                    <a:pt x="962329" y="2012378"/>
                  </a:lnTo>
                  <a:lnTo>
                    <a:pt x="964628" y="2005914"/>
                  </a:lnTo>
                  <a:lnTo>
                    <a:pt x="975525" y="2013165"/>
                  </a:lnTo>
                  <a:lnTo>
                    <a:pt x="972807" y="2020798"/>
                  </a:lnTo>
                  <a:lnTo>
                    <a:pt x="981138" y="2035289"/>
                  </a:lnTo>
                  <a:lnTo>
                    <a:pt x="975906" y="2050046"/>
                  </a:lnTo>
                  <a:lnTo>
                    <a:pt x="995349" y="2033231"/>
                  </a:lnTo>
                  <a:close/>
                </a:path>
                <a:path w="2690494" h="3131820">
                  <a:moveTo>
                    <a:pt x="1164704" y="2406904"/>
                  </a:moveTo>
                  <a:lnTo>
                    <a:pt x="1147978" y="2378672"/>
                  </a:lnTo>
                  <a:lnTo>
                    <a:pt x="1146581" y="2382634"/>
                  </a:lnTo>
                  <a:lnTo>
                    <a:pt x="1140510" y="2387168"/>
                  </a:lnTo>
                  <a:lnTo>
                    <a:pt x="1136421" y="2392400"/>
                  </a:lnTo>
                  <a:lnTo>
                    <a:pt x="1135583" y="2401024"/>
                  </a:lnTo>
                  <a:lnTo>
                    <a:pt x="1133475" y="2406954"/>
                  </a:lnTo>
                  <a:lnTo>
                    <a:pt x="1132636" y="2415578"/>
                  </a:lnTo>
                  <a:lnTo>
                    <a:pt x="1164704" y="2406904"/>
                  </a:lnTo>
                  <a:close/>
                </a:path>
                <a:path w="2690494" h="3131820">
                  <a:moveTo>
                    <a:pt x="1794471" y="1984209"/>
                  </a:moveTo>
                  <a:lnTo>
                    <a:pt x="1784705" y="1973770"/>
                  </a:lnTo>
                  <a:lnTo>
                    <a:pt x="1768208" y="2020227"/>
                  </a:lnTo>
                  <a:lnTo>
                    <a:pt x="1786978" y="2005304"/>
                  </a:lnTo>
                  <a:lnTo>
                    <a:pt x="1794471" y="1984209"/>
                  </a:lnTo>
                  <a:close/>
                </a:path>
                <a:path w="2690494" h="3131820">
                  <a:moveTo>
                    <a:pt x="1795399" y="2124976"/>
                  </a:moveTo>
                  <a:lnTo>
                    <a:pt x="1790738" y="2125548"/>
                  </a:lnTo>
                  <a:lnTo>
                    <a:pt x="1785378" y="2128101"/>
                  </a:lnTo>
                  <a:lnTo>
                    <a:pt x="1780705" y="2128672"/>
                  </a:lnTo>
                  <a:lnTo>
                    <a:pt x="1782686" y="2129371"/>
                  </a:lnTo>
                  <a:lnTo>
                    <a:pt x="1783969" y="2132050"/>
                  </a:lnTo>
                  <a:lnTo>
                    <a:pt x="1785950" y="2132761"/>
                  </a:lnTo>
                  <a:lnTo>
                    <a:pt x="1789328" y="2129498"/>
                  </a:lnTo>
                  <a:lnTo>
                    <a:pt x="1792008" y="2128228"/>
                  </a:lnTo>
                  <a:lnTo>
                    <a:pt x="1795399" y="2124976"/>
                  </a:lnTo>
                  <a:close/>
                </a:path>
                <a:path w="2690494" h="3131820">
                  <a:moveTo>
                    <a:pt x="1802460" y="2492845"/>
                  </a:moveTo>
                  <a:lnTo>
                    <a:pt x="1802409" y="2490914"/>
                  </a:lnTo>
                  <a:lnTo>
                    <a:pt x="1801685" y="2495004"/>
                  </a:lnTo>
                  <a:lnTo>
                    <a:pt x="1802460" y="2492845"/>
                  </a:lnTo>
                  <a:close/>
                </a:path>
                <a:path w="2690494" h="3131820">
                  <a:moveTo>
                    <a:pt x="1812226" y="2046236"/>
                  </a:moveTo>
                  <a:lnTo>
                    <a:pt x="1811312" y="2011756"/>
                  </a:lnTo>
                  <a:lnTo>
                    <a:pt x="1810448" y="2001024"/>
                  </a:lnTo>
                  <a:lnTo>
                    <a:pt x="1799628" y="2021700"/>
                  </a:lnTo>
                  <a:lnTo>
                    <a:pt x="1796199" y="2033308"/>
                  </a:lnTo>
                  <a:lnTo>
                    <a:pt x="1800352" y="2040077"/>
                  </a:lnTo>
                  <a:lnTo>
                    <a:pt x="1812226" y="2046236"/>
                  </a:lnTo>
                  <a:close/>
                </a:path>
                <a:path w="2690494" h="3131820">
                  <a:moveTo>
                    <a:pt x="1815973" y="1922741"/>
                  </a:moveTo>
                  <a:lnTo>
                    <a:pt x="1812023" y="1921332"/>
                  </a:lnTo>
                  <a:lnTo>
                    <a:pt x="1809330" y="1922614"/>
                  </a:lnTo>
                  <a:lnTo>
                    <a:pt x="1805381" y="1921205"/>
                  </a:lnTo>
                  <a:lnTo>
                    <a:pt x="1799678" y="1974913"/>
                  </a:lnTo>
                  <a:lnTo>
                    <a:pt x="1811528" y="1963483"/>
                  </a:lnTo>
                  <a:lnTo>
                    <a:pt x="1814029" y="1950199"/>
                  </a:lnTo>
                  <a:lnTo>
                    <a:pt x="1813420" y="1936216"/>
                  </a:lnTo>
                  <a:lnTo>
                    <a:pt x="1815973" y="1922741"/>
                  </a:lnTo>
                  <a:close/>
                </a:path>
                <a:path w="2690494" h="3131820">
                  <a:moveTo>
                    <a:pt x="1821357" y="2359329"/>
                  </a:moveTo>
                  <a:lnTo>
                    <a:pt x="1819135" y="2343150"/>
                  </a:lnTo>
                  <a:lnTo>
                    <a:pt x="1817598" y="2326792"/>
                  </a:lnTo>
                  <a:lnTo>
                    <a:pt x="1815325" y="2294775"/>
                  </a:lnTo>
                  <a:lnTo>
                    <a:pt x="1813344" y="2294064"/>
                  </a:lnTo>
                  <a:lnTo>
                    <a:pt x="1808683" y="2294648"/>
                  </a:lnTo>
                  <a:lnTo>
                    <a:pt x="1805990" y="2295918"/>
                  </a:lnTo>
                  <a:lnTo>
                    <a:pt x="1808772" y="2312301"/>
                  </a:lnTo>
                  <a:lnTo>
                    <a:pt x="1806257" y="2328888"/>
                  </a:lnTo>
                  <a:lnTo>
                    <a:pt x="1805127" y="2345144"/>
                  </a:lnTo>
                  <a:lnTo>
                    <a:pt x="1812036" y="2360485"/>
                  </a:lnTo>
                  <a:lnTo>
                    <a:pt x="1816696" y="2359914"/>
                  </a:lnTo>
                  <a:lnTo>
                    <a:pt x="1818678" y="2360612"/>
                  </a:lnTo>
                  <a:lnTo>
                    <a:pt x="1821357" y="2359329"/>
                  </a:lnTo>
                  <a:close/>
                </a:path>
                <a:path w="2690494" h="3131820">
                  <a:moveTo>
                    <a:pt x="2123452" y="678903"/>
                  </a:moveTo>
                  <a:lnTo>
                    <a:pt x="2111489" y="674662"/>
                  </a:lnTo>
                  <a:lnTo>
                    <a:pt x="2101799" y="663968"/>
                  </a:lnTo>
                  <a:lnTo>
                    <a:pt x="2105139" y="654570"/>
                  </a:lnTo>
                  <a:lnTo>
                    <a:pt x="2097049" y="639432"/>
                  </a:lnTo>
                  <a:lnTo>
                    <a:pt x="2086292" y="593813"/>
                  </a:lnTo>
                  <a:lnTo>
                    <a:pt x="2066404" y="573938"/>
                  </a:lnTo>
                  <a:lnTo>
                    <a:pt x="2055837" y="565721"/>
                  </a:lnTo>
                  <a:lnTo>
                    <a:pt x="2063572" y="543953"/>
                  </a:lnTo>
                  <a:lnTo>
                    <a:pt x="2050910" y="541680"/>
                  </a:lnTo>
                  <a:lnTo>
                    <a:pt x="2042934" y="526199"/>
                  </a:lnTo>
                  <a:lnTo>
                    <a:pt x="2053704" y="495858"/>
                  </a:lnTo>
                  <a:lnTo>
                    <a:pt x="2041740" y="491617"/>
                  </a:lnTo>
                  <a:lnTo>
                    <a:pt x="2026272" y="535152"/>
                  </a:lnTo>
                  <a:lnTo>
                    <a:pt x="2018639" y="518693"/>
                  </a:lnTo>
                  <a:lnTo>
                    <a:pt x="2011210" y="501662"/>
                  </a:lnTo>
                  <a:lnTo>
                    <a:pt x="2015883" y="488518"/>
                  </a:lnTo>
                  <a:lnTo>
                    <a:pt x="2008657" y="470941"/>
                  </a:lnTo>
                  <a:lnTo>
                    <a:pt x="1995627" y="469658"/>
                  </a:lnTo>
                  <a:lnTo>
                    <a:pt x="1970646" y="464121"/>
                  </a:lnTo>
                  <a:lnTo>
                    <a:pt x="1944598" y="461556"/>
                  </a:lnTo>
                  <a:lnTo>
                    <a:pt x="1932635" y="457301"/>
                  </a:lnTo>
                  <a:lnTo>
                    <a:pt x="1922068" y="449097"/>
                  </a:lnTo>
                  <a:lnTo>
                    <a:pt x="1923478" y="445135"/>
                  </a:lnTo>
                  <a:lnTo>
                    <a:pt x="1921598" y="412496"/>
                  </a:lnTo>
                  <a:lnTo>
                    <a:pt x="1902345" y="390817"/>
                  </a:lnTo>
                  <a:lnTo>
                    <a:pt x="1880450" y="376555"/>
                  </a:lnTo>
                  <a:lnTo>
                    <a:pt x="1858695" y="361937"/>
                  </a:lnTo>
                  <a:lnTo>
                    <a:pt x="1847176" y="356412"/>
                  </a:lnTo>
                  <a:lnTo>
                    <a:pt x="1834146" y="355155"/>
                  </a:lnTo>
                  <a:lnTo>
                    <a:pt x="1819973" y="357098"/>
                  </a:lnTo>
                  <a:lnTo>
                    <a:pt x="1797469" y="344563"/>
                  </a:lnTo>
                  <a:lnTo>
                    <a:pt x="1784426" y="343344"/>
                  </a:lnTo>
                  <a:lnTo>
                    <a:pt x="1758365" y="340842"/>
                  </a:lnTo>
                  <a:lnTo>
                    <a:pt x="1744662" y="341477"/>
                  </a:lnTo>
                  <a:lnTo>
                    <a:pt x="1693189" y="334619"/>
                  </a:lnTo>
                  <a:lnTo>
                    <a:pt x="1641182" y="329234"/>
                  </a:lnTo>
                  <a:lnTo>
                    <a:pt x="1588046" y="327075"/>
                  </a:lnTo>
                  <a:lnTo>
                    <a:pt x="1549501" y="321741"/>
                  </a:lnTo>
                  <a:lnTo>
                    <a:pt x="1522933" y="320662"/>
                  </a:lnTo>
                  <a:lnTo>
                    <a:pt x="1518094" y="334264"/>
                  </a:lnTo>
                  <a:lnTo>
                    <a:pt x="1503946" y="336169"/>
                  </a:lnTo>
                  <a:lnTo>
                    <a:pt x="1506753" y="328282"/>
                  </a:lnTo>
                  <a:lnTo>
                    <a:pt x="1494078" y="326009"/>
                  </a:lnTo>
                  <a:lnTo>
                    <a:pt x="1489913" y="337731"/>
                  </a:lnTo>
                  <a:lnTo>
                    <a:pt x="1474990" y="341807"/>
                  </a:lnTo>
                  <a:lnTo>
                    <a:pt x="1433588" y="458330"/>
                  </a:lnTo>
                  <a:lnTo>
                    <a:pt x="1405255" y="500126"/>
                  </a:lnTo>
                  <a:lnTo>
                    <a:pt x="1388833" y="546366"/>
                  </a:lnTo>
                  <a:lnTo>
                    <a:pt x="1384249" y="597204"/>
                  </a:lnTo>
                  <a:lnTo>
                    <a:pt x="1321777" y="773036"/>
                  </a:lnTo>
                  <a:lnTo>
                    <a:pt x="1317929" y="821791"/>
                  </a:lnTo>
                  <a:lnTo>
                    <a:pt x="1302194" y="866114"/>
                  </a:lnTo>
                  <a:lnTo>
                    <a:pt x="1295095" y="961948"/>
                  </a:lnTo>
                  <a:lnTo>
                    <a:pt x="1279385" y="1006170"/>
                  </a:lnTo>
                  <a:lnTo>
                    <a:pt x="1268412" y="1150861"/>
                  </a:lnTo>
                  <a:lnTo>
                    <a:pt x="1254696" y="1189456"/>
                  </a:lnTo>
                  <a:lnTo>
                    <a:pt x="1252956" y="1232306"/>
                  </a:lnTo>
                  <a:lnTo>
                    <a:pt x="1239240" y="1270901"/>
                  </a:lnTo>
                  <a:lnTo>
                    <a:pt x="1237500" y="1313751"/>
                  </a:lnTo>
                  <a:lnTo>
                    <a:pt x="1219962" y="1514830"/>
                  </a:lnTo>
                  <a:lnTo>
                    <a:pt x="1196149" y="1847418"/>
                  </a:lnTo>
                  <a:lnTo>
                    <a:pt x="1180795" y="2004415"/>
                  </a:lnTo>
                  <a:lnTo>
                    <a:pt x="1187792" y="2060600"/>
                  </a:lnTo>
                  <a:lnTo>
                    <a:pt x="1182865" y="2112416"/>
                  </a:lnTo>
                  <a:lnTo>
                    <a:pt x="1189913" y="2168436"/>
                  </a:lnTo>
                  <a:lnTo>
                    <a:pt x="1185125" y="2219845"/>
                  </a:lnTo>
                  <a:lnTo>
                    <a:pt x="1192504" y="2274951"/>
                  </a:lnTo>
                  <a:lnTo>
                    <a:pt x="1188046" y="2325446"/>
                  </a:lnTo>
                  <a:lnTo>
                    <a:pt x="1195616" y="2379992"/>
                  </a:lnTo>
                  <a:lnTo>
                    <a:pt x="1192123" y="2465692"/>
                  </a:lnTo>
                  <a:lnTo>
                    <a:pt x="1182560" y="2454694"/>
                  </a:lnTo>
                  <a:lnTo>
                    <a:pt x="1172591" y="2444813"/>
                  </a:lnTo>
                  <a:lnTo>
                    <a:pt x="1174318" y="2439924"/>
                  </a:lnTo>
                  <a:lnTo>
                    <a:pt x="1163955" y="2431161"/>
                  </a:lnTo>
                  <a:lnTo>
                    <a:pt x="1162558" y="2435123"/>
                  </a:lnTo>
                  <a:lnTo>
                    <a:pt x="1146365" y="2442743"/>
                  </a:lnTo>
                  <a:lnTo>
                    <a:pt x="1150023" y="2432443"/>
                  </a:lnTo>
                  <a:lnTo>
                    <a:pt x="1137831" y="2428837"/>
                  </a:lnTo>
                  <a:lnTo>
                    <a:pt x="1123911" y="2430068"/>
                  </a:lnTo>
                  <a:lnTo>
                    <a:pt x="1110462" y="2429992"/>
                  </a:lnTo>
                  <a:lnTo>
                    <a:pt x="1125245" y="2426322"/>
                  </a:lnTo>
                  <a:lnTo>
                    <a:pt x="1129461" y="2414447"/>
                  </a:lnTo>
                  <a:lnTo>
                    <a:pt x="1120305" y="2402294"/>
                  </a:lnTo>
                  <a:lnTo>
                    <a:pt x="1129969" y="2375090"/>
                  </a:lnTo>
                  <a:lnTo>
                    <a:pt x="1122667" y="2357704"/>
                  </a:lnTo>
                  <a:lnTo>
                    <a:pt x="1115237" y="2340673"/>
                  </a:lnTo>
                  <a:lnTo>
                    <a:pt x="1119581" y="2328456"/>
                  </a:lnTo>
                  <a:lnTo>
                    <a:pt x="1109916" y="2317750"/>
                  </a:lnTo>
                  <a:lnTo>
                    <a:pt x="1111745" y="2312581"/>
                  </a:lnTo>
                  <a:lnTo>
                    <a:pt x="1101483" y="2303538"/>
                  </a:lnTo>
                  <a:lnTo>
                    <a:pt x="1091412" y="2293937"/>
                  </a:lnTo>
                  <a:lnTo>
                    <a:pt x="1086180" y="2270747"/>
                  </a:lnTo>
                  <a:lnTo>
                    <a:pt x="1081722" y="2245347"/>
                  </a:lnTo>
                  <a:lnTo>
                    <a:pt x="1064514" y="2217915"/>
                  </a:lnTo>
                  <a:lnTo>
                    <a:pt x="1056894" y="2201418"/>
                  </a:lnTo>
                  <a:lnTo>
                    <a:pt x="1044930" y="2197163"/>
                  </a:lnTo>
                  <a:lnTo>
                    <a:pt x="1047038" y="2191232"/>
                  </a:lnTo>
                  <a:lnTo>
                    <a:pt x="1042454" y="2166201"/>
                  </a:lnTo>
                  <a:lnTo>
                    <a:pt x="1025906" y="2136914"/>
                  </a:lnTo>
                  <a:lnTo>
                    <a:pt x="1021321" y="2111870"/>
                  </a:lnTo>
                  <a:lnTo>
                    <a:pt x="1014628" y="2100033"/>
                  </a:lnTo>
                  <a:lnTo>
                    <a:pt x="1014628" y="2130679"/>
                  </a:lnTo>
                  <a:lnTo>
                    <a:pt x="1011593" y="2139238"/>
                  </a:lnTo>
                  <a:lnTo>
                    <a:pt x="982103" y="2146389"/>
                  </a:lnTo>
                  <a:lnTo>
                    <a:pt x="979449" y="2153843"/>
                  </a:lnTo>
                  <a:lnTo>
                    <a:pt x="969479" y="2143988"/>
                  </a:lnTo>
                  <a:lnTo>
                    <a:pt x="972921" y="2134285"/>
                  </a:lnTo>
                  <a:lnTo>
                    <a:pt x="962558" y="2125548"/>
                  </a:lnTo>
                  <a:lnTo>
                    <a:pt x="975474" y="2127110"/>
                  </a:lnTo>
                  <a:lnTo>
                    <a:pt x="988339" y="2128850"/>
                  </a:lnTo>
                  <a:lnTo>
                    <a:pt x="1001318" y="2130234"/>
                  </a:lnTo>
                  <a:lnTo>
                    <a:pt x="1014628" y="2130679"/>
                  </a:lnTo>
                  <a:lnTo>
                    <a:pt x="1014628" y="2100033"/>
                  </a:lnTo>
                  <a:lnTo>
                    <a:pt x="1004773" y="2082584"/>
                  </a:lnTo>
                  <a:lnTo>
                    <a:pt x="990688" y="2084273"/>
                  </a:lnTo>
                  <a:lnTo>
                    <a:pt x="981557" y="2110003"/>
                  </a:lnTo>
                  <a:lnTo>
                    <a:pt x="969759" y="2105253"/>
                  </a:lnTo>
                  <a:lnTo>
                    <a:pt x="959027" y="2097544"/>
                  </a:lnTo>
                  <a:lnTo>
                    <a:pt x="970241" y="2065972"/>
                  </a:lnTo>
                  <a:lnTo>
                    <a:pt x="971956" y="2068487"/>
                  </a:lnTo>
                  <a:lnTo>
                    <a:pt x="975245" y="2074329"/>
                  </a:lnTo>
                  <a:lnTo>
                    <a:pt x="984440" y="2075573"/>
                  </a:lnTo>
                  <a:lnTo>
                    <a:pt x="1009726" y="2077656"/>
                  </a:lnTo>
                  <a:lnTo>
                    <a:pt x="999642" y="2049564"/>
                  </a:lnTo>
                  <a:lnTo>
                    <a:pt x="986231" y="2055939"/>
                  </a:lnTo>
                  <a:lnTo>
                    <a:pt x="984961" y="2053259"/>
                  </a:lnTo>
                  <a:lnTo>
                    <a:pt x="980998" y="2051850"/>
                  </a:lnTo>
                  <a:lnTo>
                    <a:pt x="979728" y="2049170"/>
                  </a:lnTo>
                  <a:lnTo>
                    <a:pt x="974356" y="2051723"/>
                  </a:lnTo>
                  <a:lnTo>
                    <a:pt x="961072" y="2051456"/>
                  </a:lnTo>
                  <a:lnTo>
                    <a:pt x="964361" y="2057298"/>
                  </a:lnTo>
                  <a:lnTo>
                    <a:pt x="968273" y="2063076"/>
                  </a:lnTo>
                  <a:lnTo>
                    <a:pt x="961059" y="2053894"/>
                  </a:lnTo>
                  <a:lnTo>
                    <a:pt x="950556" y="2045500"/>
                  </a:lnTo>
                  <a:lnTo>
                    <a:pt x="952144" y="2041042"/>
                  </a:lnTo>
                  <a:lnTo>
                    <a:pt x="941755" y="2032342"/>
                  </a:lnTo>
                  <a:lnTo>
                    <a:pt x="943343" y="2027885"/>
                  </a:lnTo>
                  <a:lnTo>
                    <a:pt x="932954" y="2019173"/>
                  </a:lnTo>
                  <a:lnTo>
                    <a:pt x="960374" y="1941982"/>
                  </a:lnTo>
                  <a:lnTo>
                    <a:pt x="947712" y="1939709"/>
                  </a:lnTo>
                  <a:lnTo>
                    <a:pt x="933640" y="1979295"/>
                  </a:lnTo>
                  <a:lnTo>
                    <a:pt x="925449" y="1964436"/>
                  </a:lnTo>
                  <a:lnTo>
                    <a:pt x="935621" y="1935797"/>
                  </a:lnTo>
                  <a:lnTo>
                    <a:pt x="953338" y="1923884"/>
                  </a:lnTo>
                  <a:lnTo>
                    <a:pt x="942771" y="1915668"/>
                  </a:lnTo>
                  <a:lnTo>
                    <a:pt x="933615" y="1903501"/>
                  </a:lnTo>
                  <a:lnTo>
                    <a:pt x="924483" y="1929231"/>
                  </a:lnTo>
                  <a:lnTo>
                    <a:pt x="898436" y="1926666"/>
                  </a:lnTo>
                  <a:lnTo>
                    <a:pt x="899845" y="1922703"/>
                  </a:lnTo>
                  <a:lnTo>
                    <a:pt x="888580" y="1916480"/>
                  </a:lnTo>
                  <a:lnTo>
                    <a:pt x="902017" y="1916582"/>
                  </a:lnTo>
                  <a:lnTo>
                    <a:pt x="903351" y="1912810"/>
                  </a:lnTo>
                  <a:lnTo>
                    <a:pt x="916660" y="1913293"/>
                  </a:lnTo>
                  <a:lnTo>
                    <a:pt x="922528" y="1896770"/>
                  </a:lnTo>
                  <a:lnTo>
                    <a:pt x="937221" y="1893354"/>
                  </a:lnTo>
                  <a:lnTo>
                    <a:pt x="939952" y="1885683"/>
                  </a:lnTo>
                  <a:lnTo>
                    <a:pt x="925017" y="1851850"/>
                  </a:lnTo>
                  <a:lnTo>
                    <a:pt x="917651" y="1834654"/>
                  </a:lnTo>
                  <a:lnTo>
                    <a:pt x="910272" y="1817471"/>
                  </a:lnTo>
                  <a:lnTo>
                    <a:pt x="895934" y="1781962"/>
                  </a:lnTo>
                  <a:lnTo>
                    <a:pt x="882180" y="1744789"/>
                  </a:lnTo>
                  <a:lnTo>
                    <a:pt x="866013" y="1790319"/>
                  </a:lnTo>
                  <a:lnTo>
                    <a:pt x="856678" y="1778647"/>
                  </a:lnTo>
                  <a:lnTo>
                    <a:pt x="859320" y="1771218"/>
                  </a:lnTo>
                  <a:lnTo>
                    <a:pt x="849985" y="1759546"/>
                  </a:lnTo>
                  <a:lnTo>
                    <a:pt x="852627" y="1752117"/>
                  </a:lnTo>
                  <a:lnTo>
                    <a:pt x="843838" y="1738896"/>
                  </a:lnTo>
                  <a:lnTo>
                    <a:pt x="850747" y="1719478"/>
                  </a:lnTo>
                  <a:lnTo>
                    <a:pt x="842759" y="1704035"/>
                  </a:lnTo>
                  <a:lnTo>
                    <a:pt x="838822" y="1715109"/>
                  </a:lnTo>
                  <a:lnTo>
                    <a:pt x="828154" y="1707210"/>
                  </a:lnTo>
                  <a:lnTo>
                    <a:pt x="827595" y="1708746"/>
                  </a:lnTo>
                  <a:lnTo>
                    <a:pt x="813892" y="1709381"/>
                  </a:lnTo>
                  <a:lnTo>
                    <a:pt x="831469" y="1697863"/>
                  </a:lnTo>
                  <a:lnTo>
                    <a:pt x="849071" y="1648320"/>
                  </a:lnTo>
                  <a:lnTo>
                    <a:pt x="832485" y="1657057"/>
                  </a:lnTo>
                  <a:lnTo>
                    <a:pt x="820216" y="1691576"/>
                  </a:lnTo>
                  <a:lnTo>
                    <a:pt x="808266" y="1687322"/>
                  </a:lnTo>
                  <a:lnTo>
                    <a:pt x="826541" y="1635874"/>
                  </a:lnTo>
                  <a:lnTo>
                    <a:pt x="838504" y="1640116"/>
                  </a:lnTo>
                  <a:lnTo>
                    <a:pt x="832573" y="1618881"/>
                  </a:lnTo>
                  <a:lnTo>
                    <a:pt x="826643" y="1597647"/>
                  </a:lnTo>
                  <a:lnTo>
                    <a:pt x="814374" y="1556308"/>
                  </a:lnTo>
                  <a:lnTo>
                    <a:pt x="804710" y="1539557"/>
                  </a:lnTo>
                  <a:lnTo>
                    <a:pt x="804710" y="1583512"/>
                  </a:lnTo>
                  <a:lnTo>
                    <a:pt x="796975" y="1605292"/>
                  </a:lnTo>
                  <a:lnTo>
                    <a:pt x="784999" y="1601038"/>
                  </a:lnTo>
                  <a:lnTo>
                    <a:pt x="786409" y="1597075"/>
                  </a:lnTo>
                  <a:lnTo>
                    <a:pt x="776693" y="1586484"/>
                  </a:lnTo>
                  <a:lnTo>
                    <a:pt x="779272" y="1579219"/>
                  </a:lnTo>
                  <a:lnTo>
                    <a:pt x="770293" y="1566583"/>
                  </a:lnTo>
                  <a:lnTo>
                    <a:pt x="773722" y="1556918"/>
                  </a:lnTo>
                  <a:lnTo>
                    <a:pt x="783234" y="1568081"/>
                  </a:lnTo>
                  <a:lnTo>
                    <a:pt x="794105" y="1575435"/>
                  </a:lnTo>
                  <a:lnTo>
                    <a:pt x="804710" y="1583512"/>
                  </a:lnTo>
                  <a:lnTo>
                    <a:pt x="804710" y="1539557"/>
                  </a:lnTo>
                  <a:lnTo>
                    <a:pt x="789355" y="1512925"/>
                  </a:lnTo>
                  <a:lnTo>
                    <a:pt x="775106" y="1477149"/>
                  </a:lnTo>
                  <a:lnTo>
                    <a:pt x="761009" y="1478902"/>
                  </a:lnTo>
                  <a:lnTo>
                    <a:pt x="758748" y="1485265"/>
                  </a:lnTo>
                  <a:lnTo>
                    <a:pt x="744258" y="1488135"/>
                  </a:lnTo>
                  <a:lnTo>
                    <a:pt x="741324" y="1496352"/>
                  </a:lnTo>
                  <a:lnTo>
                    <a:pt x="733018" y="1481810"/>
                  </a:lnTo>
                  <a:lnTo>
                    <a:pt x="742022" y="1456474"/>
                  </a:lnTo>
                  <a:lnTo>
                    <a:pt x="758024" y="1449374"/>
                  </a:lnTo>
                  <a:lnTo>
                    <a:pt x="748969" y="1436928"/>
                  </a:lnTo>
                  <a:lnTo>
                    <a:pt x="751217" y="1430591"/>
                  </a:lnTo>
                  <a:lnTo>
                    <a:pt x="741299" y="1420558"/>
                  </a:lnTo>
                  <a:lnTo>
                    <a:pt x="746925" y="1404721"/>
                  </a:lnTo>
                  <a:lnTo>
                    <a:pt x="714197" y="1383055"/>
                  </a:lnTo>
                  <a:lnTo>
                    <a:pt x="703275" y="1375841"/>
                  </a:lnTo>
                  <a:lnTo>
                    <a:pt x="712419" y="1350111"/>
                  </a:lnTo>
                  <a:lnTo>
                    <a:pt x="699046" y="1349819"/>
                  </a:lnTo>
                  <a:lnTo>
                    <a:pt x="704672" y="1333982"/>
                  </a:lnTo>
                  <a:lnTo>
                    <a:pt x="691299" y="1333690"/>
                  </a:lnTo>
                  <a:lnTo>
                    <a:pt x="704659" y="1296085"/>
                  </a:lnTo>
                  <a:lnTo>
                    <a:pt x="691095" y="1296314"/>
                  </a:lnTo>
                  <a:lnTo>
                    <a:pt x="687654" y="1306029"/>
                  </a:lnTo>
                  <a:lnTo>
                    <a:pt x="673696" y="1307376"/>
                  </a:lnTo>
                  <a:lnTo>
                    <a:pt x="683018" y="1281150"/>
                  </a:lnTo>
                  <a:lnTo>
                    <a:pt x="675182" y="1265262"/>
                  </a:lnTo>
                  <a:lnTo>
                    <a:pt x="676579" y="1261313"/>
                  </a:lnTo>
                  <a:lnTo>
                    <a:pt x="662698" y="1262468"/>
                  </a:lnTo>
                  <a:lnTo>
                    <a:pt x="648347" y="1264932"/>
                  </a:lnTo>
                  <a:lnTo>
                    <a:pt x="651675" y="1255560"/>
                  </a:lnTo>
                  <a:lnTo>
                    <a:pt x="666369" y="1252105"/>
                  </a:lnTo>
                  <a:lnTo>
                    <a:pt x="670852" y="1239494"/>
                  </a:lnTo>
                  <a:lnTo>
                    <a:pt x="663105" y="1223365"/>
                  </a:lnTo>
                  <a:lnTo>
                    <a:pt x="655358" y="1207236"/>
                  </a:lnTo>
                  <a:lnTo>
                    <a:pt x="645388" y="1197356"/>
                  </a:lnTo>
                  <a:lnTo>
                    <a:pt x="637159" y="1182585"/>
                  </a:lnTo>
                  <a:lnTo>
                    <a:pt x="641273" y="1171016"/>
                  </a:lnTo>
                  <a:lnTo>
                    <a:pt x="654646" y="1171321"/>
                  </a:lnTo>
                  <a:lnTo>
                    <a:pt x="643928" y="1163548"/>
                  </a:lnTo>
                  <a:lnTo>
                    <a:pt x="622490" y="1148016"/>
                  </a:lnTo>
                  <a:lnTo>
                    <a:pt x="604215" y="1123581"/>
                  </a:lnTo>
                  <a:lnTo>
                    <a:pt x="587387" y="1095070"/>
                  </a:lnTo>
                  <a:lnTo>
                    <a:pt x="583526" y="1068031"/>
                  </a:lnTo>
                  <a:lnTo>
                    <a:pt x="575906" y="1051521"/>
                  </a:lnTo>
                  <a:lnTo>
                    <a:pt x="565912" y="1041704"/>
                  </a:lnTo>
                  <a:lnTo>
                    <a:pt x="554342" y="1036345"/>
                  </a:lnTo>
                  <a:lnTo>
                    <a:pt x="541985" y="1033208"/>
                  </a:lnTo>
                  <a:lnTo>
                    <a:pt x="529551" y="1030249"/>
                  </a:lnTo>
                  <a:lnTo>
                    <a:pt x="518579" y="1023213"/>
                  </a:lnTo>
                  <a:lnTo>
                    <a:pt x="509447" y="1010983"/>
                  </a:lnTo>
                  <a:lnTo>
                    <a:pt x="502551" y="992441"/>
                  </a:lnTo>
                  <a:lnTo>
                    <a:pt x="503250" y="990485"/>
                  </a:lnTo>
                  <a:lnTo>
                    <a:pt x="515226" y="994714"/>
                  </a:lnTo>
                  <a:lnTo>
                    <a:pt x="516623" y="990765"/>
                  </a:lnTo>
                  <a:lnTo>
                    <a:pt x="505498" y="984161"/>
                  </a:lnTo>
                  <a:lnTo>
                    <a:pt x="494093" y="978293"/>
                  </a:lnTo>
                  <a:lnTo>
                    <a:pt x="494665" y="976693"/>
                  </a:lnTo>
                  <a:lnTo>
                    <a:pt x="483539" y="970089"/>
                  </a:lnTo>
                  <a:lnTo>
                    <a:pt x="462813" y="952550"/>
                  </a:lnTo>
                  <a:lnTo>
                    <a:pt x="428269" y="935964"/>
                  </a:lnTo>
                  <a:lnTo>
                    <a:pt x="404114" y="928077"/>
                  </a:lnTo>
                  <a:lnTo>
                    <a:pt x="378650" y="923912"/>
                  </a:lnTo>
                  <a:lnTo>
                    <a:pt x="352907" y="920470"/>
                  </a:lnTo>
                  <a:lnTo>
                    <a:pt x="300913" y="915098"/>
                  </a:lnTo>
                  <a:lnTo>
                    <a:pt x="275170" y="911669"/>
                  </a:lnTo>
                  <a:lnTo>
                    <a:pt x="236753" y="905992"/>
                  </a:lnTo>
                  <a:lnTo>
                    <a:pt x="210502" y="904011"/>
                  </a:lnTo>
                  <a:lnTo>
                    <a:pt x="172415" y="897407"/>
                  </a:lnTo>
                  <a:lnTo>
                    <a:pt x="146367" y="894880"/>
                  </a:lnTo>
                  <a:lnTo>
                    <a:pt x="133146" y="894118"/>
                  </a:lnTo>
                  <a:lnTo>
                    <a:pt x="119354" y="895032"/>
                  </a:lnTo>
                  <a:lnTo>
                    <a:pt x="104622" y="898550"/>
                  </a:lnTo>
                  <a:lnTo>
                    <a:pt x="88646" y="905586"/>
                  </a:lnTo>
                  <a:lnTo>
                    <a:pt x="46456" y="1024343"/>
                  </a:lnTo>
                  <a:lnTo>
                    <a:pt x="40360" y="1079436"/>
                  </a:lnTo>
                  <a:lnTo>
                    <a:pt x="22428" y="1129893"/>
                  </a:lnTo>
                  <a:lnTo>
                    <a:pt x="5016" y="1292707"/>
                  </a:lnTo>
                  <a:lnTo>
                    <a:pt x="12534" y="1347431"/>
                  </a:lnTo>
                  <a:lnTo>
                    <a:pt x="0" y="1496504"/>
                  </a:lnTo>
                  <a:lnTo>
                    <a:pt x="7874" y="1550225"/>
                  </a:lnTo>
                  <a:lnTo>
                    <a:pt x="3708" y="1599869"/>
                  </a:lnTo>
                  <a:lnTo>
                    <a:pt x="12585" y="1650758"/>
                  </a:lnTo>
                  <a:lnTo>
                    <a:pt x="6299" y="1744319"/>
                  </a:lnTo>
                  <a:lnTo>
                    <a:pt x="15125" y="1795348"/>
                  </a:lnTo>
                  <a:lnTo>
                    <a:pt x="8966" y="1888566"/>
                  </a:lnTo>
                  <a:lnTo>
                    <a:pt x="17957" y="1939099"/>
                  </a:lnTo>
                  <a:lnTo>
                    <a:pt x="15100" y="1985098"/>
                  </a:lnTo>
                  <a:lnTo>
                    <a:pt x="24041" y="2035822"/>
                  </a:lnTo>
                  <a:lnTo>
                    <a:pt x="21056" y="2082126"/>
                  </a:lnTo>
                  <a:lnTo>
                    <a:pt x="30099" y="2132546"/>
                  </a:lnTo>
                  <a:lnTo>
                    <a:pt x="27216" y="2178596"/>
                  </a:lnTo>
                  <a:lnTo>
                    <a:pt x="45478" y="2278951"/>
                  </a:lnTo>
                  <a:lnTo>
                    <a:pt x="42672" y="2324798"/>
                  </a:lnTo>
                  <a:lnTo>
                    <a:pt x="51828" y="2374862"/>
                  </a:lnTo>
                  <a:lnTo>
                    <a:pt x="89230" y="2648953"/>
                  </a:lnTo>
                  <a:lnTo>
                    <a:pt x="100279" y="2693708"/>
                  </a:lnTo>
                  <a:lnTo>
                    <a:pt x="99110" y="2734945"/>
                  </a:lnTo>
                  <a:lnTo>
                    <a:pt x="109905" y="2780436"/>
                  </a:lnTo>
                  <a:lnTo>
                    <a:pt x="120967" y="2825191"/>
                  </a:lnTo>
                  <a:lnTo>
                    <a:pt x="177838" y="3120313"/>
                  </a:lnTo>
                  <a:lnTo>
                    <a:pt x="187502" y="3131045"/>
                  </a:lnTo>
                  <a:lnTo>
                    <a:pt x="605142" y="3131540"/>
                  </a:lnTo>
                  <a:lnTo>
                    <a:pt x="596519" y="3117862"/>
                  </a:lnTo>
                  <a:lnTo>
                    <a:pt x="601789" y="3103016"/>
                  </a:lnTo>
                  <a:lnTo>
                    <a:pt x="594448" y="3085744"/>
                  </a:lnTo>
                  <a:lnTo>
                    <a:pt x="586917" y="3069031"/>
                  </a:lnTo>
                  <a:lnTo>
                    <a:pt x="591210" y="3056940"/>
                  </a:lnTo>
                  <a:lnTo>
                    <a:pt x="583476" y="3040786"/>
                  </a:lnTo>
                  <a:lnTo>
                    <a:pt x="562229" y="3100590"/>
                  </a:lnTo>
                  <a:lnTo>
                    <a:pt x="577850" y="3094532"/>
                  </a:lnTo>
                  <a:lnTo>
                    <a:pt x="576453" y="3098469"/>
                  </a:lnTo>
                  <a:lnTo>
                    <a:pt x="587006" y="3106686"/>
                  </a:lnTo>
                  <a:lnTo>
                    <a:pt x="578485" y="3130677"/>
                  </a:lnTo>
                  <a:lnTo>
                    <a:pt x="565619" y="3128975"/>
                  </a:lnTo>
                  <a:lnTo>
                    <a:pt x="555409" y="3119767"/>
                  </a:lnTo>
                  <a:lnTo>
                    <a:pt x="583476" y="3040786"/>
                  </a:lnTo>
                  <a:lnTo>
                    <a:pt x="571665" y="2998139"/>
                  </a:lnTo>
                  <a:lnTo>
                    <a:pt x="560031" y="2917101"/>
                  </a:lnTo>
                  <a:lnTo>
                    <a:pt x="548220" y="2874454"/>
                  </a:lnTo>
                  <a:lnTo>
                    <a:pt x="547344" y="2838996"/>
                  </a:lnTo>
                  <a:lnTo>
                    <a:pt x="534568" y="2799105"/>
                  </a:lnTo>
                  <a:lnTo>
                    <a:pt x="533882" y="2763088"/>
                  </a:lnTo>
                  <a:lnTo>
                    <a:pt x="521423" y="2722270"/>
                  </a:lnTo>
                  <a:lnTo>
                    <a:pt x="520534" y="2686837"/>
                  </a:lnTo>
                  <a:lnTo>
                    <a:pt x="506780" y="2611742"/>
                  </a:lnTo>
                  <a:lnTo>
                    <a:pt x="505891" y="2576309"/>
                  </a:lnTo>
                  <a:lnTo>
                    <a:pt x="505421" y="2539708"/>
                  </a:lnTo>
                  <a:lnTo>
                    <a:pt x="492239" y="2463000"/>
                  </a:lnTo>
                  <a:lnTo>
                    <a:pt x="479793" y="2422144"/>
                  </a:lnTo>
                  <a:lnTo>
                    <a:pt x="473087" y="2365146"/>
                  </a:lnTo>
                  <a:lnTo>
                    <a:pt x="478358" y="2312403"/>
                  </a:lnTo>
                  <a:lnTo>
                    <a:pt x="462127" y="2206333"/>
                  </a:lnTo>
                  <a:lnTo>
                    <a:pt x="457022" y="2182787"/>
                  </a:lnTo>
                  <a:lnTo>
                    <a:pt x="458762" y="2139937"/>
                  </a:lnTo>
                  <a:lnTo>
                    <a:pt x="453656" y="2116391"/>
                  </a:lnTo>
                  <a:lnTo>
                    <a:pt x="470217" y="2145639"/>
                  </a:lnTo>
                  <a:lnTo>
                    <a:pt x="474878" y="2170455"/>
                  </a:lnTo>
                  <a:lnTo>
                    <a:pt x="491629" y="2199157"/>
                  </a:lnTo>
                  <a:lnTo>
                    <a:pt x="496620" y="2223046"/>
                  </a:lnTo>
                  <a:lnTo>
                    <a:pt x="500583" y="2249843"/>
                  </a:lnTo>
                  <a:lnTo>
                    <a:pt x="516445" y="2281072"/>
                  </a:lnTo>
                  <a:lnTo>
                    <a:pt x="532434" y="2311946"/>
                  </a:lnTo>
                  <a:lnTo>
                    <a:pt x="536778" y="2337625"/>
                  </a:lnTo>
                  <a:lnTo>
                    <a:pt x="560946" y="2383409"/>
                  </a:lnTo>
                  <a:lnTo>
                    <a:pt x="585254" y="2428811"/>
                  </a:lnTo>
                  <a:lnTo>
                    <a:pt x="597687" y="2469680"/>
                  </a:lnTo>
                  <a:lnTo>
                    <a:pt x="646658" y="2559456"/>
                  </a:lnTo>
                  <a:lnTo>
                    <a:pt x="674573" y="2632621"/>
                  </a:lnTo>
                  <a:lnTo>
                    <a:pt x="700671" y="2672994"/>
                  </a:lnTo>
                  <a:lnTo>
                    <a:pt x="714984" y="2708554"/>
                  </a:lnTo>
                  <a:lnTo>
                    <a:pt x="740981" y="2749169"/>
                  </a:lnTo>
                  <a:lnTo>
                    <a:pt x="767181" y="2789237"/>
                  </a:lnTo>
                  <a:lnTo>
                    <a:pt x="819912" y="2868434"/>
                  </a:lnTo>
                  <a:lnTo>
                    <a:pt x="839114" y="2890266"/>
                  </a:lnTo>
                  <a:lnTo>
                    <a:pt x="846416" y="2907665"/>
                  </a:lnTo>
                  <a:lnTo>
                    <a:pt x="853846" y="2924695"/>
                  </a:lnTo>
                  <a:lnTo>
                    <a:pt x="873429" y="2945409"/>
                  </a:lnTo>
                  <a:lnTo>
                    <a:pt x="890231" y="2974009"/>
                  </a:lnTo>
                  <a:lnTo>
                    <a:pt x="919378" y="3005759"/>
                  </a:lnTo>
                  <a:lnTo>
                    <a:pt x="936828" y="3032506"/>
                  </a:lnTo>
                  <a:lnTo>
                    <a:pt x="966381" y="3063138"/>
                  </a:lnTo>
                  <a:lnTo>
                    <a:pt x="986675" y="3081909"/>
                  </a:lnTo>
                  <a:lnTo>
                    <a:pt x="1007224" y="3099943"/>
                  </a:lnTo>
                  <a:lnTo>
                    <a:pt x="1016330" y="3112236"/>
                  </a:lnTo>
                  <a:lnTo>
                    <a:pt x="1038199" y="3126549"/>
                  </a:lnTo>
                  <a:lnTo>
                    <a:pt x="1049934" y="3131464"/>
                  </a:lnTo>
                  <a:lnTo>
                    <a:pt x="1306144" y="3131096"/>
                  </a:lnTo>
                  <a:lnTo>
                    <a:pt x="1335405" y="3124581"/>
                  </a:lnTo>
                  <a:lnTo>
                    <a:pt x="1382407" y="3106102"/>
                  </a:lnTo>
                  <a:lnTo>
                    <a:pt x="1429537" y="3087255"/>
                  </a:lnTo>
                  <a:lnTo>
                    <a:pt x="1441818" y="3090608"/>
                  </a:lnTo>
                  <a:lnTo>
                    <a:pt x="1453908" y="3094520"/>
                  </a:lnTo>
                  <a:lnTo>
                    <a:pt x="1466126" y="3098063"/>
                  </a:lnTo>
                  <a:lnTo>
                    <a:pt x="1780476" y="2213292"/>
                  </a:lnTo>
                  <a:lnTo>
                    <a:pt x="1769211" y="2207056"/>
                  </a:lnTo>
                  <a:lnTo>
                    <a:pt x="1771319" y="2201126"/>
                  </a:lnTo>
                  <a:lnTo>
                    <a:pt x="1782762" y="2206853"/>
                  </a:lnTo>
                  <a:lnTo>
                    <a:pt x="1786864" y="2211108"/>
                  </a:lnTo>
                  <a:lnTo>
                    <a:pt x="1781886" y="2209330"/>
                  </a:lnTo>
                  <a:lnTo>
                    <a:pt x="1780476" y="2213292"/>
                  </a:lnTo>
                  <a:lnTo>
                    <a:pt x="1466850" y="3096056"/>
                  </a:lnTo>
                  <a:lnTo>
                    <a:pt x="1480629" y="3095167"/>
                  </a:lnTo>
                  <a:lnTo>
                    <a:pt x="1494828" y="3093174"/>
                  </a:lnTo>
                  <a:lnTo>
                    <a:pt x="1497304" y="3086189"/>
                  </a:lnTo>
                  <a:lnTo>
                    <a:pt x="1511884" y="3083077"/>
                  </a:lnTo>
                  <a:lnTo>
                    <a:pt x="1543431" y="3070174"/>
                  </a:lnTo>
                  <a:lnTo>
                    <a:pt x="1595056" y="3038652"/>
                  </a:lnTo>
                  <a:lnTo>
                    <a:pt x="1626603" y="3025749"/>
                  </a:lnTo>
                  <a:lnTo>
                    <a:pt x="1646897" y="3006560"/>
                  </a:lnTo>
                  <a:lnTo>
                    <a:pt x="1679549" y="2990507"/>
                  </a:lnTo>
                  <a:lnTo>
                    <a:pt x="1701558" y="2966491"/>
                  </a:lnTo>
                  <a:lnTo>
                    <a:pt x="1725815" y="2936163"/>
                  </a:lnTo>
                  <a:lnTo>
                    <a:pt x="1721231" y="2911132"/>
                  </a:lnTo>
                  <a:lnTo>
                    <a:pt x="1768106" y="2779204"/>
                  </a:lnTo>
                  <a:lnTo>
                    <a:pt x="1763763" y="2753487"/>
                  </a:lnTo>
                  <a:lnTo>
                    <a:pt x="1773605" y="2725788"/>
                  </a:lnTo>
                  <a:lnTo>
                    <a:pt x="1786978" y="2726067"/>
                  </a:lnTo>
                  <a:lnTo>
                    <a:pt x="1788388" y="2722118"/>
                  </a:lnTo>
                  <a:lnTo>
                    <a:pt x="1777733" y="2714180"/>
                  </a:lnTo>
                  <a:lnTo>
                    <a:pt x="1768589" y="2701975"/>
                  </a:lnTo>
                  <a:lnTo>
                    <a:pt x="1784845" y="2656205"/>
                  </a:lnTo>
                  <a:lnTo>
                    <a:pt x="1781441" y="2627871"/>
                  </a:lnTo>
                  <a:lnTo>
                    <a:pt x="1772132" y="2540241"/>
                  </a:lnTo>
                  <a:lnTo>
                    <a:pt x="1776793" y="2527122"/>
                  </a:lnTo>
                  <a:lnTo>
                    <a:pt x="1791322" y="2524175"/>
                  </a:lnTo>
                  <a:lnTo>
                    <a:pt x="1791843" y="2522715"/>
                  </a:lnTo>
                  <a:lnTo>
                    <a:pt x="1799590" y="2538844"/>
                  </a:lnTo>
                  <a:lnTo>
                    <a:pt x="1800999" y="2534882"/>
                  </a:lnTo>
                  <a:lnTo>
                    <a:pt x="1801685" y="2495004"/>
                  </a:lnTo>
                  <a:lnTo>
                    <a:pt x="1793951" y="2516784"/>
                  </a:lnTo>
                  <a:lnTo>
                    <a:pt x="1788947" y="2492921"/>
                  </a:lnTo>
                  <a:lnTo>
                    <a:pt x="1791182" y="2448712"/>
                  </a:lnTo>
                  <a:lnTo>
                    <a:pt x="1786178" y="2424849"/>
                  </a:lnTo>
                  <a:lnTo>
                    <a:pt x="1793570" y="2404059"/>
                  </a:lnTo>
                  <a:lnTo>
                    <a:pt x="1787588" y="2420899"/>
                  </a:lnTo>
                  <a:lnTo>
                    <a:pt x="1796732" y="2433066"/>
                  </a:lnTo>
                  <a:lnTo>
                    <a:pt x="1795335" y="2437028"/>
                  </a:lnTo>
                  <a:lnTo>
                    <a:pt x="1801609" y="2457297"/>
                  </a:lnTo>
                  <a:lnTo>
                    <a:pt x="1802409" y="2490914"/>
                  </a:lnTo>
                  <a:lnTo>
                    <a:pt x="1815033" y="2419502"/>
                  </a:lnTo>
                  <a:lnTo>
                    <a:pt x="1815719" y="2379624"/>
                  </a:lnTo>
                  <a:lnTo>
                    <a:pt x="1803755" y="2375370"/>
                  </a:lnTo>
                  <a:lnTo>
                    <a:pt x="1798828" y="2389225"/>
                  </a:lnTo>
                  <a:lnTo>
                    <a:pt x="1784235" y="2354440"/>
                  </a:lnTo>
                  <a:lnTo>
                    <a:pt x="1770837" y="2316302"/>
                  </a:lnTo>
                  <a:lnTo>
                    <a:pt x="1604429" y="2784652"/>
                  </a:lnTo>
                  <a:lnTo>
                    <a:pt x="1785416" y="2275243"/>
                  </a:lnTo>
                  <a:lnTo>
                    <a:pt x="1796681" y="2281466"/>
                  </a:lnTo>
                  <a:lnTo>
                    <a:pt x="1805838" y="2293632"/>
                  </a:lnTo>
                  <a:lnTo>
                    <a:pt x="1803996" y="2260904"/>
                  </a:lnTo>
                  <a:lnTo>
                    <a:pt x="1813128" y="2235200"/>
                  </a:lnTo>
                  <a:lnTo>
                    <a:pt x="1800098" y="2215629"/>
                  </a:lnTo>
                  <a:lnTo>
                    <a:pt x="1800098" y="2233917"/>
                  </a:lnTo>
                  <a:lnTo>
                    <a:pt x="1791042" y="2259406"/>
                  </a:lnTo>
                  <a:lnTo>
                    <a:pt x="1778381" y="2257133"/>
                  </a:lnTo>
                  <a:lnTo>
                    <a:pt x="1792617" y="2217051"/>
                  </a:lnTo>
                  <a:lnTo>
                    <a:pt x="1800098" y="2233917"/>
                  </a:lnTo>
                  <a:lnTo>
                    <a:pt x="1800098" y="2215629"/>
                  </a:lnTo>
                  <a:lnTo>
                    <a:pt x="1795551" y="2208796"/>
                  </a:lnTo>
                  <a:lnTo>
                    <a:pt x="1773428" y="2195195"/>
                  </a:lnTo>
                  <a:lnTo>
                    <a:pt x="1785099" y="2162340"/>
                  </a:lnTo>
                  <a:lnTo>
                    <a:pt x="1776933" y="2147392"/>
                  </a:lnTo>
                  <a:lnTo>
                    <a:pt x="1779752" y="2139467"/>
                  </a:lnTo>
                  <a:lnTo>
                    <a:pt x="1767776" y="2135225"/>
                  </a:lnTo>
                  <a:lnTo>
                    <a:pt x="1770926" y="2126373"/>
                  </a:lnTo>
                  <a:lnTo>
                    <a:pt x="1761959" y="2113648"/>
                  </a:lnTo>
                  <a:lnTo>
                    <a:pt x="1764715" y="2105914"/>
                  </a:lnTo>
                  <a:lnTo>
                    <a:pt x="1755101" y="2095042"/>
                  </a:lnTo>
                  <a:lnTo>
                    <a:pt x="1769872" y="2091385"/>
                  </a:lnTo>
                  <a:lnTo>
                    <a:pt x="1776031" y="2074062"/>
                  </a:lnTo>
                  <a:lnTo>
                    <a:pt x="1789099" y="2075218"/>
                  </a:lnTo>
                  <a:lnTo>
                    <a:pt x="1791538" y="2068360"/>
                  </a:lnTo>
                  <a:lnTo>
                    <a:pt x="1782356" y="2056244"/>
                  </a:lnTo>
                  <a:lnTo>
                    <a:pt x="1773440" y="2043404"/>
                  </a:lnTo>
                  <a:lnTo>
                    <a:pt x="1764931" y="2029434"/>
                  </a:lnTo>
                  <a:lnTo>
                    <a:pt x="1784705" y="1973770"/>
                  </a:lnTo>
                  <a:lnTo>
                    <a:pt x="1788833" y="1962137"/>
                  </a:lnTo>
                  <a:lnTo>
                    <a:pt x="1778279" y="1953933"/>
                  </a:lnTo>
                  <a:lnTo>
                    <a:pt x="1768284" y="1944116"/>
                  </a:lnTo>
                  <a:lnTo>
                    <a:pt x="1788807" y="1886356"/>
                  </a:lnTo>
                  <a:lnTo>
                    <a:pt x="1798459" y="1897087"/>
                  </a:lnTo>
                  <a:lnTo>
                    <a:pt x="1796554" y="1902472"/>
                  </a:lnTo>
                  <a:lnTo>
                    <a:pt x="1806613" y="1912099"/>
                  </a:lnTo>
                  <a:lnTo>
                    <a:pt x="1811210" y="1899183"/>
                  </a:lnTo>
                  <a:lnTo>
                    <a:pt x="1805355" y="1877733"/>
                  </a:lnTo>
                  <a:lnTo>
                    <a:pt x="1800212" y="1892185"/>
                  </a:lnTo>
                  <a:lnTo>
                    <a:pt x="1816252" y="1847049"/>
                  </a:lnTo>
                  <a:lnTo>
                    <a:pt x="1812188" y="1820545"/>
                  </a:lnTo>
                  <a:lnTo>
                    <a:pt x="1820100" y="1798269"/>
                  </a:lnTo>
                  <a:lnTo>
                    <a:pt x="1816049" y="1771751"/>
                  </a:lnTo>
                  <a:lnTo>
                    <a:pt x="1811997" y="1745234"/>
                  </a:lnTo>
                  <a:lnTo>
                    <a:pt x="1800098" y="1778723"/>
                  </a:lnTo>
                  <a:lnTo>
                    <a:pt x="1804276" y="1804898"/>
                  </a:lnTo>
                  <a:lnTo>
                    <a:pt x="1793709" y="1796694"/>
                  </a:lnTo>
                  <a:lnTo>
                    <a:pt x="1794408" y="1794713"/>
                  </a:lnTo>
                  <a:lnTo>
                    <a:pt x="1784553" y="1784515"/>
                  </a:lnTo>
                  <a:lnTo>
                    <a:pt x="1790001" y="1769186"/>
                  </a:lnTo>
                  <a:lnTo>
                    <a:pt x="1781098" y="1756333"/>
                  </a:lnTo>
                  <a:lnTo>
                    <a:pt x="1802955" y="1694802"/>
                  </a:lnTo>
                  <a:lnTo>
                    <a:pt x="1813204" y="1703870"/>
                  </a:lnTo>
                  <a:lnTo>
                    <a:pt x="1811756" y="1707946"/>
                  </a:lnTo>
                  <a:lnTo>
                    <a:pt x="1822538" y="1715541"/>
                  </a:lnTo>
                  <a:lnTo>
                    <a:pt x="1819529" y="1686102"/>
                  </a:lnTo>
                  <a:lnTo>
                    <a:pt x="1828419" y="1661058"/>
                  </a:lnTo>
                  <a:lnTo>
                    <a:pt x="1825205" y="1632191"/>
                  </a:lnTo>
                  <a:lnTo>
                    <a:pt x="1836420" y="1600619"/>
                  </a:lnTo>
                  <a:lnTo>
                    <a:pt x="1827161" y="1588731"/>
                  </a:lnTo>
                  <a:lnTo>
                    <a:pt x="1835416" y="1565503"/>
                  </a:lnTo>
                  <a:lnTo>
                    <a:pt x="1826272" y="1553298"/>
                  </a:lnTo>
                  <a:lnTo>
                    <a:pt x="1830933" y="1540192"/>
                  </a:lnTo>
                  <a:lnTo>
                    <a:pt x="1818259" y="1537919"/>
                  </a:lnTo>
                  <a:lnTo>
                    <a:pt x="1816849" y="1541881"/>
                  </a:lnTo>
                  <a:lnTo>
                    <a:pt x="1809330" y="1525130"/>
                  </a:lnTo>
                  <a:lnTo>
                    <a:pt x="1812975" y="1514868"/>
                  </a:lnTo>
                  <a:lnTo>
                    <a:pt x="1827530" y="1511820"/>
                  </a:lnTo>
                  <a:lnTo>
                    <a:pt x="1833702" y="1494459"/>
                  </a:lnTo>
                  <a:lnTo>
                    <a:pt x="1850605" y="1446872"/>
                  </a:lnTo>
                  <a:lnTo>
                    <a:pt x="2111705" y="711974"/>
                  </a:lnTo>
                  <a:lnTo>
                    <a:pt x="2099525" y="708317"/>
                  </a:lnTo>
                  <a:lnTo>
                    <a:pt x="2112899" y="708596"/>
                  </a:lnTo>
                  <a:lnTo>
                    <a:pt x="2123452" y="678903"/>
                  </a:lnTo>
                  <a:close/>
                </a:path>
                <a:path w="2690494" h="3131820">
                  <a:moveTo>
                    <a:pt x="2198154" y="961796"/>
                  </a:moveTo>
                  <a:lnTo>
                    <a:pt x="2196490" y="960501"/>
                  </a:lnTo>
                  <a:lnTo>
                    <a:pt x="2197633" y="963282"/>
                  </a:lnTo>
                  <a:lnTo>
                    <a:pt x="2198154" y="961796"/>
                  </a:lnTo>
                  <a:close/>
                </a:path>
                <a:path w="2690494" h="3131820">
                  <a:moveTo>
                    <a:pt x="2206333" y="955789"/>
                  </a:moveTo>
                  <a:lnTo>
                    <a:pt x="2205063" y="953109"/>
                  </a:lnTo>
                  <a:lnTo>
                    <a:pt x="2203081" y="952398"/>
                  </a:lnTo>
                  <a:lnTo>
                    <a:pt x="2204351" y="955090"/>
                  </a:lnTo>
                  <a:lnTo>
                    <a:pt x="2206333" y="955789"/>
                  </a:lnTo>
                  <a:close/>
                </a:path>
                <a:path w="2690494" h="3131820">
                  <a:moveTo>
                    <a:pt x="2322118" y="1219835"/>
                  </a:moveTo>
                  <a:lnTo>
                    <a:pt x="2315324" y="1201051"/>
                  </a:lnTo>
                  <a:lnTo>
                    <a:pt x="2306701" y="1187361"/>
                  </a:lnTo>
                  <a:lnTo>
                    <a:pt x="2292654" y="1226921"/>
                  </a:lnTo>
                  <a:lnTo>
                    <a:pt x="2306116" y="1226972"/>
                  </a:lnTo>
                  <a:lnTo>
                    <a:pt x="2307869" y="1222019"/>
                  </a:lnTo>
                  <a:lnTo>
                    <a:pt x="2322118" y="1219835"/>
                  </a:lnTo>
                  <a:close/>
                </a:path>
                <a:path w="2690494" h="3131820">
                  <a:moveTo>
                    <a:pt x="2690418" y="1776488"/>
                  </a:moveTo>
                  <a:lnTo>
                    <a:pt x="2688704" y="453567"/>
                  </a:lnTo>
                  <a:lnTo>
                    <a:pt x="2688120" y="0"/>
                  </a:lnTo>
                  <a:lnTo>
                    <a:pt x="2687015" y="3098"/>
                  </a:lnTo>
                  <a:lnTo>
                    <a:pt x="2674353" y="825"/>
                  </a:lnTo>
                  <a:lnTo>
                    <a:pt x="2670835" y="10718"/>
                  </a:lnTo>
                  <a:lnTo>
                    <a:pt x="2636723" y="68808"/>
                  </a:lnTo>
                  <a:lnTo>
                    <a:pt x="2636228" y="70205"/>
                  </a:lnTo>
                  <a:lnTo>
                    <a:pt x="2636228" y="1777263"/>
                  </a:lnTo>
                  <a:lnTo>
                    <a:pt x="2634818" y="1781213"/>
                  </a:lnTo>
                  <a:lnTo>
                    <a:pt x="2622156" y="1778952"/>
                  </a:lnTo>
                  <a:lnTo>
                    <a:pt x="2624264" y="1773008"/>
                  </a:lnTo>
                  <a:lnTo>
                    <a:pt x="2636228" y="1777263"/>
                  </a:lnTo>
                  <a:lnTo>
                    <a:pt x="2636228" y="70205"/>
                  </a:lnTo>
                  <a:lnTo>
                    <a:pt x="2602026" y="166446"/>
                  </a:lnTo>
                  <a:lnTo>
                    <a:pt x="2601417" y="244043"/>
                  </a:lnTo>
                  <a:lnTo>
                    <a:pt x="2589276" y="278218"/>
                  </a:lnTo>
                  <a:lnTo>
                    <a:pt x="2566124" y="495122"/>
                  </a:lnTo>
                  <a:lnTo>
                    <a:pt x="2550706" y="538518"/>
                  </a:lnTo>
                  <a:lnTo>
                    <a:pt x="2547061" y="586714"/>
                  </a:lnTo>
                  <a:lnTo>
                    <a:pt x="2515501" y="675538"/>
                  </a:lnTo>
                  <a:lnTo>
                    <a:pt x="2505164" y="780516"/>
                  </a:lnTo>
                  <a:lnTo>
                    <a:pt x="2483015" y="880795"/>
                  </a:lnTo>
                  <a:lnTo>
                    <a:pt x="2465908" y="928916"/>
                  </a:lnTo>
                  <a:lnTo>
                    <a:pt x="2460701" y="981519"/>
                  </a:lnTo>
                  <a:lnTo>
                    <a:pt x="2432837" y="1059942"/>
                  </a:lnTo>
                  <a:lnTo>
                    <a:pt x="2416416" y="1144117"/>
                  </a:lnTo>
                  <a:lnTo>
                    <a:pt x="2387612" y="1301064"/>
                  </a:lnTo>
                  <a:lnTo>
                    <a:pt x="2374239" y="1300772"/>
                  </a:lnTo>
                  <a:lnTo>
                    <a:pt x="2366899" y="1283462"/>
                  </a:lnTo>
                  <a:lnTo>
                    <a:pt x="2347480" y="1262278"/>
                  </a:lnTo>
                  <a:lnTo>
                    <a:pt x="2340013" y="1245349"/>
                  </a:lnTo>
                  <a:lnTo>
                    <a:pt x="2330361" y="1234579"/>
                  </a:lnTo>
                  <a:lnTo>
                    <a:pt x="2320721" y="1223797"/>
                  </a:lnTo>
                  <a:lnTo>
                    <a:pt x="2316988" y="1234274"/>
                  </a:lnTo>
                  <a:lnTo>
                    <a:pt x="2327135" y="1243634"/>
                  </a:lnTo>
                  <a:lnTo>
                    <a:pt x="2323592" y="1253629"/>
                  </a:lnTo>
                  <a:lnTo>
                    <a:pt x="2312898" y="1245819"/>
                  </a:lnTo>
                  <a:lnTo>
                    <a:pt x="2302052" y="1238377"/>
                  </a:lnTo>
                  <a:lnTo>
                    <a:pt x="2291156" y="1231125"/>
                  </a:lnTo>
                  <a:lnTo>
                    <a:pt x="2306701" y="1187361"/>
                  </a:lnTo>
                  <a:lnTo>
                    <a:pt x="2289479" y="1159967"/>
                  </a:lnTo>
                  <a:lnTo>
                    <a:pt x="2282685" y="1141183"/>
                  </a:lnTo>
                  <a:lnTo>
                    <a:pt x="2267902" y="1144841"/>
                  </a:lnTo>
                  <a:lnTo>
                    <a:pt x="2277630" y="1155369"/>
                  </a:lnTo>
                  <a:lnTo>
                    <a:pt x="2275205" y="1162215"/>
                  </a:lnTo>
                  <a:lnTo>
                    <a:pt x="2284603" y="1173670"/>
                  </a:lnTo>
                  <a:lnTo>
                    <a:pt x="2279878" y="1186992"/>
                  </a:lnTo>
                  <a:lnTo>
                    <a:pt x="2270010" y="1176832"/>
                  </a:lnTo>
                  <a:lnTo>
                    <a:pt x="2272042" y="1171117"/>
                  </a:lnTo>
                  <a:lnTo>
                    <a:pt x="2261971" y="1161516"/>
                  </a:lnTo>
                  <a:lnTo>
                    <a:pt x="2263686" y="1156716"/>
                  </a:lnTo>
                  <a:lnTo>
                    <a:pt x="2253754" y="1146721"/>
                  </a:lnTo>
                  <a:lnTo>
                    <a:pt x="2266391" y="1111148"/>
                  </a:lnTo>
                  <a:lnTo>
                    <a:pt x="2256917" y="1099883"/>
                  </a:lnTo>
                  <a:lnTo>
                    <a:pt x="2258034" y="1096759"/>
                  </a:lnTo>
                  <a:lnTo>
                    <a:pt x="2245550" y="1093952"/>
                  </a:lnTo>
                  <a:lnTo>
                    <a:pt x="2253094" y="1072705"/>
                  </a:lnTo>
                  <a:lnTo>
                    <a:pt x="2243239" y="1062520"/>
                  </a:lnTo>
                  <a:lnTo>
                    <a:pt x="2244648" y="1058557"/>
                  </a:lnTo>
                  <a:lnTo>
                    <a:pt x="2234133" y="1050201"/>
                  </a:lnTo>
                  <a:lnTo>
                    <a:pt x="2235403" y="1046645"/>
                  </a:lnTo>
                  <a:lnTo>
                    <a:pt x="2224570" y="1039202"/>
                  </a:lnTo>
                  <a:lnTo>
                    <a:pt x="2223516" y="1042149"/>
                  </a:lnTo>
                  <a:lnTo>
                    <a:pt x="2211667" y="1037577"/>
                  </a:lnTo>
                  <a:lnTo>
                    <a:pt x="2200186" y="1031963"/>
                  </a:lnTo>
                  <a:lnTo>
                    <a:pt x="2188324" y="1027404"/>
                  </a:lnTo>
                  <a:lnTo>
                    <a:pt x="2191842" y="1017511"/>
                  </a:lnTo>
                  <a:lnTo>
                    <a:pt x="2215769" y="1026020"/>
                  </a:lnTo>
                  <a:lnTo>
                    <a:pt x="2219287" y="1016114"/>
                  </a:lnTo>
                  <a:lnTo>
                    <a:pt x="2204847" y="980897"/>
                  </a:lnTo>
                  <a:lnTo>
                    <a:pt x="2197633" y="963282"/>
                  </a:lnTo>
                  <a:lnTo>
                    <a:pt x="2197455" y="963777"/>
                  </a:lnTo>
                  <a:lnTo>
                    <a:pt x="2184082" y="963485"/>
                  </a:lnTo>
                  <a:lnTo>
                    <a:pt x="2187600" y="953592"/>
                  </a:lnTo>
                  <a:lnTo>
                    <a:pt x="2196490" y="960501"/>
                  </a:lnTo>
                  <a:lnTo>
                    <a:pt x="2190407" y="945667"/>
                  </a:lnTo>
                  <a:lnTo>
                    <a:pt x="2189708" y="947648"/>
                  </a:lnTo>
                  <a:lnTo>
                    <a:pt x="2179840" y="937463"/>
                  </a:lnTo>
                  <a:lnTo>
                    <a:pt x="2191575" y="904430"/>
                  </a:lnTo>
                  <a:lnTo>
                    <a:pt x="2185809" y="882738"/>
                  </a:lnTo>
                  <a:lnTo>
                    <a:pt x="2179510" y="862533"/>
                  </a:lnTo>
                  <a:lnTo>
                    <a:pt x="2173478" y="841578"/>
                  </a:lnTo>
                  <a:lnTo>
                    <a:pt x="2166328" y="823772"/>
                  </a:lnTo>
                  <a:lnTo>
                    <a:pt x="2158517" y="807834"/>
                  </a:lnTo>
                  <a:lnTo>
                    <a:pt x="2150440" y="792632"/>
                  </a:lnTo>
                  <a:lnTo>
                    <a:pt x="2142490" y="777062"/>
                  </a:lnTo>
                  <a:lnTo>
                    <a:pt x="2131225" y="770839"/>
                  </a:lnTo>
                  <a:lnTo>
                    <a:pt x="2146008" y="767168"/>
                  </a:lnTo>
                  <a:lnTo>
                    <a:pt x="2135441" y="758964"/>
                  </a:lnTo>
                  <a:lnTo>
                    <a:pt x="2138705" y="749769"/>
                  </a:lnTo>
                  <a:lnTo>
                    <a:pt x="2130069" y="736155"/>
                  </a:lnTo>
                  <a:lnTo>
                    <a:pt x="2133269" y="727151"/>
                  </a:lnTo>
                  <a:lnTo>
                    <a:pt x="2124164" y="714832"/>
                  </a:lnTo>
                  <a:lnTo>
                    <a:pt x="1859013" y="1461147"/>
                  </a:lnTo>
                  <a:lnTo>
                    <a:pt x="1879650" y="1478927"/>
                  </a:lnTo>
                  <a:lnTo>
                    <a:pt x="1888591" y="1491716"/>
                  </a:lnTo>
                  <a:lnTo>
                    <a:pt x="1897786" y="1503756"/>
                  </a:lnTo>
                  <a:lnTo>
                    <a:pt x="1904492" y="1522818"/>
                  </a:lnTo>
                  <a:lnTo>
                    <a:pt x="1923224" y="1545958"/>
                  </a:lnTo>
                  <a:lnTo>
                    <a:pt x="1942096" y="1568716"/>
                  </a:lnTo>
                  <a:lnTo>
                    <a:pt x="1949196" y="1586661"/>
                  </a:lnTo>
                  <a:lnTo>
                    <a:pt x="1979193" y="1616024"/>
                  </a:lnTo>
                  <a:lnTo>
                    <a:pt x="1997163" y="1641322"/>
                  </a:lnTo>
                  <a:lnTo>
                    <a:pt x="2015261" y="1666252"/>
                  </a:lnTo>
                  <a:lnTo>
                    <a:pt x="2045665" y="1694497"/>
                  </a:lnTo>
                  <a:lnTo>
                    <a:pt x="2065210" y="1715338"/>
                  </a:lnTo>
                  <a:lnTo>
                    <a:pt x="2085352" y="1734515"/>
                  </a:lnTo>
                  <a:lnTo>
                    <a:pt x="2105888" y="1752574"/>
                  </a:lnTo>
                  <a:lnTo>
                    <a:pt x="2138591" y="1774329"/>
                  </a:lnTo>
                  <a:lnTo>
                    <a:pt x="2149335" y="1782051"/>
                  </a:lnTo>
                  <a:lnTo>
                    <a:pt x="2160600" y="1788274"/>
                  </a:lnTo>
                  <a:lnTo>
                    <a:pt x="2183650" y="1799259"/>
                  </a:lnTo>
                  <a:lnTo>
                    <a:pt x="2243493" y="1820506"/>
                  </a:lnTo>
                  <a:lnTo>
                    <a:pt x="2256155" y="1822780"/>
                  </a:lnTo>
                  <a:lnTo>
                    <a:pt x="2280183" y="1831035"/>
                  </a:lnTo>
                  <a:lnTo>
                    <a:pt x="2304732" y="1837817"/>
                  </a:lnTo>
                  <a:lnTo>
                    <a:pt x="2330335" y="1841614"/>
                  </a:lnTo>
                  <a:lnTo>
                    <a:pt x="2345550" y="1836712"/>
                  </a:lnTo>
                  <a:lnTo>
                    <a:pt x="2373071" y="1835137"/>
                  </a:lnTo>
                  <a:lnTo>
                    <a:pt x="2403906" y="1824215"/>
                  </a:lnTo>
                  <a:lnTo>
                    <a:pt x="2431427" y="1822640"/>
                  </a:lnTo>
                  <a:lnTo>
                    <a:pt x="2474811" y="1814296"/>
                  </a:lnTo>
                  <a:lnTo>
                    <a:pt x="2561869" y="1796884"/>
                  </a:lnTo>
                  <a:lnTo>
                    <a:pt x="2605265" y="1788553"/>
                  </a:lnTo>
                  <a:lnTo>
                    <a:pt x="2607373" y="1782610"/>
                  </a:lnTo>
                  <a:lnTo>
                    <a:pt x="2621445" y="1780933"/>
                  </a:lnTo>
                  <a:lnTo>
                    <a:pt x="2620048" y="1784883"/>
                  </a:lnTo>
                  <a:lnTo>
                    <a:pt x="2632164" y="1788706"/>
                  </a:lnTo>
                  <a:lnTo>
                    <a:pt x="2632710" y="1787169"/>
                  </a:lnTo>
                  <a:lnTo>
                    <a:pt x="2645765" y="1788375"/>
                  </a:lnTo>
                  <a:lnTo>
                    <a:pt x="2659469" y="1787740"/>
                  </a:lnTo>
                  <a:lnTo>
                    <a:pt x="2688806" y="1781035"/>
                  </a:lnTo>
                  <a:lnTo>
                    <a:pt x="2690418" y="1776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9" y="0"/>
              <a:ext cx="3282476" cy="292485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50610" y="9838092"/>
              <a:ext cx="263525" cy="219075"/>
            </a:xfrm>
            <a:custGeom>
              <a:avLst/>
              <a:gdLst/>
              <a:ahLst/>
              <a:cxnLst/>
              <a:rect l="l" t="t" r="r" b="b"/>
              <a:pathLst>
                <a:path w="263525" h="219075">
                  <a:moveTo>
                    <a:pt x="139557" y="219036"/>
                  </a:moveTo>
                  <a:lnTo>
                    <a:pt x="98047" y="210785"/>
                  </a:lnTo>
                  <a:lnTo>
                    <a:pt x="60101" y="193857"/>
                  </a:lnTo>
                  <a:lnTo>
                    <a:pt x="27249" y="167743"/>
                  </a:lnTo>
                  <a:lnTo>
                    <a:pt x="1018" y="131932"/>
                  </a:lnTo>
                  <a:lnTo>
                    <a:pt x="0" y="115855"/>
                  </a:lnTo>
                  <a:lnTo>
                    <a:pt x="7130" y="95185"/>
                  </a:lnTo>
                  <a:lnTo>
                    <a:pt x="33616" y="58438"/>
                  </a:lnTo>
                  <a:lnTo>
                    <a:pt x="83530" y="26114"/>
                  </a:lnTo>
                  <a:lnTo>
                    <a:pt x="139557" y="3997"/>
                  </a:lnTo>
                  <a:lnTo>
                    <a:pt x="169481" y="0"/>
                  </a:lnTo>
                  <a:lnTo>
                    <a:pt x="197622" y="4678"/>
                  </a:lnTo>
                  <a:lnTo>
                    <a:pt x="223216" y="18543"/>
                  </a:lnTo>
                  <a:lnTo>
                    <a:pt x="245499" y="42105"/>
                  </a:lnTo>
                  <a:lnTo>
                    <a:pt x="256917" y="58012"/>
                  </a:lnTo>
                  <a:lnTo>
                    <a:pt x="263496" y="73409"/>
                  </a:lnTo>
                  <a:lnTo>
                    <a:pt x="260397" y="88805"/>
                  </a:lnTo>
                  <a:lnTo>
                    <a:pt x="242783" y="104712"/>
                  </a:lnTo>
                  <a:lnTo>
                    <a:pt x="239642" y="108582"/>
                  </a:lnTo>
                  <a:lnTo>
                    <a:pt x="238029" y="115259"/>
                  </a:lnTo>
                  <a:lnTo>
                    <a:pt x="237435" y="123468"/>
                  </a:lnTo>
                  <a:lnTo>
                    <a:pt x="237350" y="131932"/>
                  </a:lnTo>
                  <a:lnTo>
                    <a:pt x="227036" y="164681"/>
                  </a:lnTo>
                  <a:lnTo>
                    <a:pt x="205771" y="191816"/>
                  </a:lnTo>
                  <a:lnTo>
                    <a:pt x="175847" y="210785"/>
                  </a:lnTo>
                  <a:lnTo>
                    <a:pt x="139557" y="219036"/>
                  </a:lnTo>
                  <a:close/>
                </a:path>
              </a:pathLst>
            </a:custGeom>
            <a:solidFill>
              <a:srgbClr val="E8E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5277" y="9417457"/>
              <a:ext cx="225465" cy="23409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368855" y="9686638"/>
              <a:ext cx="224357" cy="20887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348732" y="9058153"/>
              <a:ext cx="217316" cy="21231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73525" y="9161589"/>
              <a:ext cx="206450" cy="2068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182914" y="10201394"/>
              <a:ext cx="171250" cy="8560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245851" y="9773657"/>
              <a:ext cx="206790" cy="1861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68092" y="8739678"/>
              <a:ext cx="195584" cy="19870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628871" y="8380113"/>
              <a:ext cx="203988" cy="20985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772498" y="9022980"/>
              <a:ext cx="215278" cy="17399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36167" y="10035352"/>
              <a:ext cx="187435" cy="17148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87952" y="9289523"/>
              <a:ext cx="179285" cy="19326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00525" y="8546416"/>
              <a:ext cx="199701" cy="16332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30743" y="9022766"/>
              <a:ext cx="171136" cy="19054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40254" y="9319806"/>
              <a:ext cx="168420" cy="17761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49922" y="9779484"/>
              <a:ext cx="176569" cy="15515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52979" y="8938385"/>
              <a:ext cx="175211" cy="18781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710025" y="9541734"/>
              <a:ext cx="187774" cy="15983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251284" y="8413038"/>
              <a:ext cx="162987" cy="176930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56841" y="10057128"/>
              <a:ext cx="155729" cy="163320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22084" y="10040797"/>
              <a:ext cx="162987" cy="16604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58080" y="8968326"/>
              <a:ext cx="154837" cy="163320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827704" y="10220746"/>
              <a:ext cx="155261" cy="66253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384045" y="8690682"/>
              <a:ext cx="173853" cy="145839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824111" y="9749541"/>
              <a:ext cx="162987" cy="138822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49886" y="8658018"/>
              <a:ext cx="158021" cy="145201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011806" y="8630798"/>
              <a:ext cx="163072" cy="136440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15634" y="8391262"/>
              <a:ext cx="138751" cy="141544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541945" y="10127901"/>
              <a:ext cx="141255" cy="125212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633959" y="9438723"/>
              <a:ext cx="149404" cy="106796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992531" y="9406569"/>
              <a:ext cx="119523" cy="103436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6757567" y="1570109"/>
              <a:ext cx="222749" cy="228648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5881850" y="1073428"/>
              <a:ext cx="263525" cy="219075"/>
            </a:xfrm>
            <a:custGeom>
              <a:avLst/>
              <a:gdLst/>
              <a:ahLst/>
              <a:cxnLst/>
              <a:rect l="l" t="t" r="r" b="b"/>
              <a:pathLst>
                <a:path w="263525" h="219075">
                  <a:moveTo>
                    <a:pt x="139557" y="219036"/>
                  </a:moveTo>
                  <a:lnTo>
                    <a:pt x="98047" y="210785"/>
                  </a:lnTo>
                  <a:lnTo>
                    <a:pt x="60101" y="193857"/>
                  </a:lnTo>
                  <a:lnTo>
                    <a:pt x="27249" y="167743"/>
                  </a:lnTo>
                  <a:lnTo>
                    <a:pt x="1018" y="131932"/>
                  </a:lnTo>
                  <a:lnTo>
                    <a:pt x="0" y="115855"/>
                  </a:lnTo>
                  <a:lnTo>
                    <a:pt x="7130" y="95185"/>
                  </a:lnTo>
                  <a:lnTo>
                    <a:pt x="33616" y="58438"/>
                  </a:lnTo>
                  <a:lnTo>
                    <a:pt x="83530" y="26114"/>
                  </a:lnTo>
                  <a:lnTo>
                    <a:pt x="139557" y="3997"/>
                  </a:lnTo>
                  <a:lnTo>
                    <a:pt x="169481" y="0"/>
                  </a:lnTo>
                  <a:lnTo>
                    <a:pt x="197622" y="4678"/>
                  </a:lnTo>
                  <a:lnTo>
                    <a:pt x="223216" y="18543"/>
                  </a:lnTo>
                  <a:lnTo>
                    <a:pt x="245499" y="42105"/>
                  </a:lnTo>
                  <a:lnTo>
                    <a:pt x="256917" y="58012"/>
                  </a:lnTo>
                  <a:lnTo>
                    <a:pt x="263496" y="73409"/>
                  </a:lnTo>
                  <a:lnTo>
                    <a:pt x="260397" y="88805"/>
                  </a:lnTo>
                  <a:lnTo>
                    <a:pt x="242783" y="104712"/>
                  </a:lnTo>
                  <a:lnTo>
                    <a:pt x="239642" y="108582"/>
                  </a:lnTo>
                  <a:lnTo>
                    <a:pt x="238029" y="115259"/>
                  </a:lnTo>
                  <a:lnTo>
                    <a:pt x="237435" y="123468"/>
                  </a:lnTo>
                  <a:lnTo>
                    <a:pt x="237350" y="131932"/>
                  </a:lnTo>
                  <a:lnTo>
                    <a:pt x="227036" y="164681"/>
                  </a:lnTo>
                  <a:lnTo>
                    <a:pt x="205771" y="191816"/>
                  </a:lnTo>
                  <a:lnTo>
                    <a:pt x="175847" y="210785"/>
                  </a:lnTo>
                  <a:lnTo>
                    <a:pt x="139557" y="219036"/>
                  </a:lnTo>
                  <a:close/>
                </a:path>
              </a:pathLst>
            </a:custGeom>
            <a:solidFill>
              <a:srgbClr val="E8E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6336517" y="652794"/>
              <a:ext cx="225465" cy="234092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8000095" y="921974"/>
              <a:ext cx="224357" cy="208871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7979972" y="293489"/>
              <a:ext cx="217316" cy="21231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7004765" y="396925"/>
              <a:ext cx="206450" cy="206872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7809216" y="1436731"/>
              <a:ext cx="176187" cy="217760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6877092" y="1008993"/>
              <a:ext cx="206790" cy="186159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6999332" y="0"/>
              <a:ext cx="195584" cy="173721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6665207" y="2051904"/>
              <a:ext cx="201017" cy="187818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8167407" y="1270689"/>
              <a:ext cx="120542" cy="171486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7719192" y="524859"/>
              <a:ext cx="179285" cy="193262"/>
            </a:xfrm>
            <a:prstGeom prst="rect">
              <a:avLst/>
            </a:prstGeom>
            <a:blipFill>
              <a:blip r:embed="rId4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6561982" y="258103"/>
              <a:ext cx="171136" cy="19054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7705610" y="2253332"/>
              <a:ext cx="146985" cy="190540"/>
            </a:xfrm>
            <a:prstGeom prst="rect">
              <a:avLst/>
            </a:prstGeom>
            <a:blipFill>
              <a:blip r:embed="rId4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5771494" y="555142"/>
              <a:ext cx="168420" cy="177610"/>
            </a:xfrm>
            <a:prstGeom prst="rect">
              <a:avLst/>
            </a:prstGeom>
            <a:blipFill>
              <a:blip r:embed="rId4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7681162" y="1014820"/>
              <a:ext cx="176569" cy="155154"/>
            </a:xfrm>
            <a:prstGeom prst="rect">
              <a:avLst/>
            </a:prstGeom>
            <a:blipFill>
              <a:blip r:embed="rId4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7484219" y="173721"/>
              <a:ext cx="175211" cy="187818"/>
            </a:xfrm>
            <a:prstGeom prst="rect">
              <a:avLst/>
            </a:prstGeom>
            <a:blipFill>
              <a:blip r:embed="rId4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7341265" y="777070"/>
              <a:ext cx="187774" cy="159832"/>
            </a:xfrm>
            <a:prstGeom prst="rect">
              <a:avLst/>
            </a:prstGeom>
            <a:blipFill>
              <a:blip r:embed="rId4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7175901" y="2152618"/>
              <a:ext cx="173853" cy="163320"/>
            </a:xfrm>
            <a:prstGeom prst="rect">
              <a:avLst/>
            </a:prstGeom>
            <a:blipFill>
              <a:blip r:embed="rId4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7488081" y="1292465"/>
              <a:ext cx="155729" cy="163320"/>
            </a:xfrm>
            <a:prstGeom prst="rect">
              <a:avLst/>
            </a:prstGeom>
            <a:blipFill>
              <a:blip r:embed="rId5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6453324" y="1276132"/>
              <a:ext cx="162987" cy="16604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6089320" y="203663"/>
              <a:ext cx="154837" cy="163320"/>
            </a:xfrm>
            <a:prstGeom prst="rect">
              <a:avLst/>
            </a:prstGeom>
            <a:blipFill>
              <a:blip r:embed="rId5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6171874" y="1677543"/>
              <a:ext cx="171603" cy="129380"/>
            </a:xfrm>
            <a:prstGeom prst="rect">
              <a:avLst/>
            </a:prstGeom>
            <a:blipFill>
              <a:blip r:embed="rId5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8015286" y="0"/>
              <a:ext cx="173509" cy="71859"/>
            </a:xfrm>
            <a:prstGeom prst="rect">
              <a:avLst/>
            </a:prstGeom>
            <a:blipFill>
              <a:blip r:embed="rId5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7994912" y="2097412"/>
              <a:ext cx="194226" cy="145031"/>
            </a:xfrm>
            <a:prstGeom prst="rect">
              <a:avLst/>
            </a:prstGeom>
            <a:blipFill>
              <a:blip r:embed="rId5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7832985" y="1869529"/>
              <a:ext cx="161289" cy="148646"/>
            </a:xfrm>
            <a:prstGeom prst="rect">
              <a:avLst/>
            </a:prstGeom>
            <a:blipFill>
              <a:blip r:embed="rId5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8186423" y="1643603"/>
              <a:ext cx="101526" cy="157876"/>
            </a:xfrm>
            <a:prstGeom prst="rect">
              <a:avLst/>
            </a:prstGeom>
            <a:blipFill>
              <a:blip r:embed="rId5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7492538" y="1690728"/>
              <a:ext cx="183190" cy="133293"/>
            </a:xfrm>
            <a:prstGeom prst="rect">
              <a:avLst/>
            </a:prstGeom>
            <a:blipFill>
              <a:blip r:embed="rId5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7510025" y="2035572"/>
              <a:ext cx="171136" cy="141544"/>
            </a:xfrm>
            <a:prstGeom prst="rect">
              <a:avLst/>
            </a:prstGeom>
            <a:blipFill>
              <a:blip r:embed="rId5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6486415" y="0"/>
              <a:ext cx="123189" cy="38735"/>
            </a:xfrm>
            <a:custGeom>
              <a:avLst/>
              <a:gdLst/>
              <a:ahLst/>
              <a:cxnLst/>
              <a:rect l="l" t="t" r="r" b="b"/>
              <a:pathLst>
                <a:path w="123190" h="38735">
                  <a:moveTo>
                    <a:pt x="75907" y="38557"/>
                  </a:moveTo>
                  <a:lnTo>
                    <a:pt x="45687" y="31497"/>
                  </a:lnTo>
                  <a:lnTo>
                    <a:pt x="17504" y="17291"/>
                  </a:lnTo>
                  <a:lnTo>
                    <a:pt x="0" y="0"/>
                  </a:lnTo>
                  <a:lnTo>
                    <a:pt x="122863" y="0"/>
                  </a:lnTo>
                  <a:lnTo>
                    <a:pt x="116442" y="11167"/>
                  </a:lnTo>
                  <a:lnTo>
                    <a:pt x="111900" y="20609"/>
                  </a:lnTo>
                  <a:lnTo>
                    <a:pt x="106849" y="29030"/>
                  </a:lnTo>
                  <a:lnTo>
                    <a:pt x="100016" y="34899"/>
                  </a:lnTo>
                  <a:lnTo>
                    <a:pt x="75907" y="38557"/>
                  </a:lnTo>
                  <a:close/>
                </a:path>
              </a:pathLst>
            </a:custGeom>
            <a:solidFill>
              <a:srgbClr val="E8E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7154169" y="1782425"/>
              <a:ext cx="160270" cy="141544"/>
            </a:xfrm>
            <a:prstGeom prst="rect">
              <a:avLst/>
            </a:prstGeom>
            <a:blipFill>
              <a:blip r:embed="rId5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7720963" y="0"/>
              <a:ext cx="26034" cy="3175"/>
            </a:xfrm>
            <a:custGeom>
              <a:avLst/>
              <a:gdLst/>
              <a:ahLst/>
              <a:cxnLst/>
              <a:rect l="l" t="t" r="r" b="b"/>
              <a:pathLst>
                <a:path w="26034" h="3175">
                  <a:moveTo>
                    <a:pt x="18601" y="2575"/>
                  </a:moveTo>
                  <a:lnTo>
                    <a:pt x="1369" y="1257"/>
                  </a:lnTo>
                  <a:lnTo>
                    <a:pt x="0" y="0"/>
                  </a:lnTo>
                  <a:lnTo>
                    <a:pt x="25606" y="0"/>
                  </a:lnTo>
                  <a:lnTo>
                    <a:pt x="18601" y="2575"/>
                  </a:lnTo>
                  <a:close/>
                </a:path>
              </a:pathLst>
            </a:custGeom>
            <a:solidFill>
              <a:srgbClr val="E8E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7173185" y="1363237"/>
              <a:ext cx="141255" cy="125212"/>
            </a:xfrm>
            <a:prstGeom prst="rect">
              <a:avLst/>
            </a:prstGeom>
            <a:blipFill>
              <a:blip r:embed="rId6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8265199" y="684622"/>
              <a:ext cx="22860" cy="66675"/>
            </a:xfrm>
            <a:custGeom>
              <a:avLst/>
              <a:gdLst/>
              <a:ahLst/>
              <a:cxnLst/>
              <a:rect l="l" t="t" r="r" b="b"/>
              <a:pathLst>
                <a:path w="22859" h="66675">
                  <a:moveTo>
                    <a:pt x="22749" y="66288"/>
                  </a:moveTo>
                  <a:lnTo>
                    <a:pt x="0" y="30777"/>
                  </a:lnTo>
                  <a:lnTo>
                    <a:pt x="10823" y="9852"/>
                  </a:lnTo>
                  <a:lnTo>
                    <a:pt x="22749" y="0"/>
                  </a:lnTo>
                  <a:lnTo>
                    <a:pt x="22749" y="66288"/>
                  </a:lnTo>
                  <a:close/>
                </a:path>
              </a:pathLst>
            </a:custGeom>
            <a:solidFill>
              <a:srgbClr val="E8ED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4135323" y="4005846"/>
            <a:ext cx="11235690" cy="2159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0" spc="595">
                <a:solidFill>
                  <a:srgbClr val="FFFFFF"/>
                </a:solidFill>
              </a:rPr>
              <a:t>THANK</a:t>
            </a:r>
            <a:r>
              <a:rPr dirty="0" sz="14000" spc="-430">
                <a:solidFill>
                  <a:srgbClr val="FFFFFF"/>
                </a:solidFill>
              </a:rPr>
              <a:t> </a:t>
            </a:r>
            <a:r>
              <a:rPr dirty="0" sz="14000" spc="790">
                <a:solidFill>
                  <a:srgbClr val="FFFFFF"/>
                </a:solidFill>
              </a:rPr>
              <a:t>YOU</a:t>
            </a:r>
            <a:endParaRPr sz="1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Erison Silva</dc:creator>
  <cp:keywords>DADZX0NCdsg,BACuQfQux-A</cp:keywords>
  <dc:title>The Kyobi X</dc:title>
  <dcterms:created xsi:type="dcterms:W3CDTF">2020-10-19T10:54:13Z</dcterms:created>
  <dcterms:modified xsi:type="dcterms:W3CDTF">2020-10-19T10:54:13Z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2019-06-08T00:00:00Z</vt:filetime>
  </property>
  <property fmtid="{D5CDD505-2E9C-101B-9397-08002B2CF9AE}" pid="3" name="Creator">
    <vt:lpwstr>Canva</vt:lpwstr>
  </property>
  <property fmtid="{D5CDD505-2E9C-101B-9397-08002B2CF9AE}" pid="4" name="LastSaved">
    <vt:filetime>2020-10-19T00:00:00Z</vt:filetime>
  </property>
</Properties>
</file>